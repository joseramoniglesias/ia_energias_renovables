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2" r:id="rId4"/>
  </p:sldMasterIdLst>
  <p:notesMasterIdLst>
    <p:notesMasterId r:id="rId30"/>
  </p:notesMasterIdLst>
  <p:handoutMasterIdLst>
    <p:handoutMasterId r:id="rId31"/>
  </p:handoutMasterIdLst>
  <p:sldIdLst>
    <p:sldId id="260" r:id="rId5"/>
    <p:sldId id="319" r:id="rId6"/>
    <p:sldId id="674" r:id="rId7"/>
    <p:sldId id="676" r:id="rId8"/>
    <p:sldId id="361" r:id="rId9"/>
    <p:sldId id="385" r:id="rId10"/>
    <p:sldId id="367" r:id="rId11"/>
    <p:sldId id="410" r:id="rId12"/>
    <p:sldId id="411" r:id="rId13"/>
    <p:sldId id="412" r:id="rId14"/>
    <p:sldId id="608" r:id="rId15"/>
    <p:sldId id="641" r:id="rId16"/>
    <p:sldId id="616" r:id="rId17"/>
    <p:sldId id="703" r:id="rId18"/>
    <p:sldId id="701" r:id="rId19"/>
    <p:sldId id="391" r:id="rId20"/>
    <p:sldId id="414" r:id="rId21"/>
    <p:sldId id="413" r:id="rId22"/>
    <p:sldId id="419" r:id="rId23"/>
    <p:sldId id="437" r:id="rId24"/>
    <p:sldId id="396" r:id="rId25"/>
    <p:sldId id="397" r:id="rId26"/>
    <p:sldId id="588" r:id="rId27"/>
    <p:sldId id="589" r:id="rId28"/>
    <p:sldId id="590" r:id="rId29"/>
  </p:sldIdLst>
  <p:sldSz cx="9144000" cy="5143500" type="screen16x9"/>
  <p:notesSz cx="6858000" cy="9144000"/>
  <p:embeddedFontLst>
    <p:embeddedFont>
      <p:font typeface="Kanit Light" panose="020B0604020202020204" charset="-34"/>
      <p:regular r:id="rId32"/>
      <p:italic r:id="rId33"/>
    </p:embeddedFont>
    <p:embeddedFont>
      <p:font typeface="Work Sans" pitchFamily="2" charset="0"/>
      <p:regular r:id="rId34"/>
      <p:bold r:id="rId35"/>
      <p:italic r:id="rId36"/>
      <p:boldItalic r:id="rId37"/>
    </p:embeddedFont>
    <p:embeddedFont>
      <p:font typeface="Work Sans Light" pitchFamily="2" charset="0"/>
      <p:regular r:id="rId38"/>
      <p:bold r:id="rId39"/>
      <p:italic r:id="rId40"/>
    </p:embeddedFont>
    <p:embeddedFont>
      <p:font typeface="Work Sans Medium" pitchFamily="2" charset="0"/>
      <p:regular r:id="rId41"/>
      <p:bold r:id="rId42"/>
      <p:italic r:id="rId43"/>
    </p:embeddedFont>
    <p:embeddedFont>
      <p:font typeface="Work Sans SemiBold"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6" userDrawn="1">
          <p15:clr>
            <a:srgbClr val="A4A3A4"/>
          </p15:clr>
        </p15:guide>
        <p15:guide id="2" pos="249" userDrawn="1">
          <p15:clr>
            <a:srgbClr val="A4A3A4"/>
          </p15:clr>
        </p15:guide>
        <p15:guide id="4" pos="5511" userDrawn="1">
          <p15:clr>
            <a:srgbClr val="A4A3A4"/>
          </p15:clr>
        </p15:guide>
        <p15:guide id="5" orient="horz" pos="300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C4"/>
    <a:srgbClr val="848484"/>
    <a:srgbClr val="3DBCA4"/>
    <a:srgbClr val="FFAB00"/>
    <a:srgbClr val="17301C"/>
    <a:srgbClr val="379393"/>
    <a:srgbClr val="00B0F0"/>
    <a:srgbClr val="6F93DB"/>
    <a:srgbClr val="D5D0E2"/>
    <a:srgbClr val="B4D3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94" autoAdjust="0"/>
    <p:restoredTop sz="96357" autoAdjust="0"/>
  </p:normalViewPr>
  <p:slideViewPr>
    <p:cSldViewPr snapToGrid="0" snapToObjects="1" showGuides="1">
      <p:cViewPr varScale="1">
        <p:scale>
          <a:sx n="91" d="100"/>
          <a:sy n="91" d="100"/>
        </p:scale>
        <p:origin x="1092" y="78"/>
      </p:cViewPr>
      <p:guideLst>
        <p:guide orient="horz" pos="146"/>
        <p:guide pos="249"/>
        <p:guide pos="5511"/>
        <p:guide orient="horz" pos="3003"/>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snapToGrid="0" snapToObjects="1">
      <p:cViewPr varScale="1">
        <p:scale>
          <a:sx n="120" d="100"/>
          <a:sy n="120" d="100"/>
        </p:scale>
        <p:origin x="5304"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font" Target="fonts/font1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6.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F7337DE-2A7E-3F48-9655-CCFA013DF85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62D1A06A-C15C-0047-9C98-09C3D5941694}"/>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36FD5BE7-A3FB-924C-9B62-F2602F708653}" type="datetimeFigureOut">
              <a:rPr lang="es-CO" smtClean="0"/>
              <a:t>29/05/2026</a:t>
            </a:fld>
            <a:endParaRPr lang="es-CO"/>
          </a:p>
        </p:txBody>
      </p:sp>
      <p:sp>
        <p:nvSpPr>
          <p:cNvPr id="4" name="Marcador de pie de página 3">
            <a:extLst>
              <a:ext uri="{FF2B5EF4-FFF2-40B4-BE49-F238E27FC236}">
                <a16:creationId xmlns:a16="http://schemas.microsoft.com/office/drawing/2014/main" id="{D951AC35-E54F-EA44-B93F-CDC5AF09685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406B4DC-1280-1F4F-A2AE-499E7CD8E7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6350C5-3973-DE4E-81C6-FCBDFD5126DE}" type="slidenum">
              <a:rPr lang="es-CO" smtClean="0"/>
              <a:t>‹Nº›</a:t>
            </a:fld>
            <a:endParaRPr lang="es-CO"/>
          </a:p>
        </p:txBody>
      </p:sp>
    </p:spTree>
    <p:extLst>
      <p:ext uri="{BB962C8B-B14F-4D97-AF65-F5344CB8AC3E}">
        <p14:creationId xmlns:p14="http://schemas.microsoft.com/office/powerpoint/2010/main" val="2639152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CO" dirty="0"/>
              <a:t>20 a 30 páginas</a:t>
            </a:r>
          </a:p>
          <a:p>
            <a:pPr marL="0" lvl="0" indent="0" algn="l" rtl="0">
              <a:lnSpc>
                <a:spcPct val="100000"/>
              </a:lnSpc>
              <a:spcBef>
                <a:spcPts val="0"/>
              </a:spcBef>
              <a:spcAft>
                <a:spcPts val="0"/>
              </a:spcAft>
              <a:buSzPts val="1100"/>
              <a:buNone/>
            </a:pPr>
            <a:r>
              <a:rPr lang="es-CO" dirty="0"/>
              <a:t>Titulo del documento: Analítica de datos en el sector público: el poder de los datos</a:t>
            </a:r>
          </a:p>
          <a:p>
            <a:pPr marL="0" lvl="0" indent="0" algn="l" rtl="0">
              <a:lnSpc>
                <a:spcPct val="100000"/>
              </a:lnSpc>
              <a:spcBef>
                <a:spcPts val="0"/>
              </a:spcBef>
              <a:spcAft>
                <a:spcPts val="0"/>
              </a:spcAft>
              <a:buSzPts val="1100"/>
              <a:buNone/>
            </a:pPr>
            <a:r>
              <a:rPr lang="es-CO" dirty="0"/>
              <a:t>Titulo del curso: ¿Cómo desarrollar analítica de datos en el sector público?</a:t>
            </a:r>
          </a:p>
          <a:p>
            <a:pPr marL="0" lvl="0" indent="0" algn="l" rtl="0">
              <a:lnSpc>
                <a:spcPct val="100000"/>
              </a:lnSpc>
              <a:spcBef>
                <a:spcPts val="0"/>
              </a:spcBef>
              <a:spcAft>
                <a:spcPts val="0"/>
              </a:spcAft>
              <a:buSzPts val="1100"/>
              <a:buNone/>
            </a:pPr>
            <a:endParaRPr lang="es-CO" dirty="0"/>
          </a:p>
          <a:p>
            <a:pPr marL="0" lvl="0" indent="0" algn="l" rtl="0">
              <a:lnSpc>
                <a:spcPct val="100000"/>
              </a:lnSpc>
              <a:spcBef>
                <a:spcPts val="0"/>
              </a:spcBef>
              <a:spcAft>
                <a:spcPts val="0"/>
              </a:spcAft>
              <a:buSzPts val="1100"/>
              <a:buNone/>
            </a:pPr>
            <a:r>
              <a:rPr lang="es-CO" dirty="0"/>
              <a:t>“Como fortalece la analítica y el </a:t>
            </a:r>
            <a:r>
              <a:rPr lang="es-CO" dirty="0" err="1"/>
              <a:t>bigdata</a:t>
            </a:r>
            <a:r>
              <a:rPr lang="es-CO" dirty="0"/>
              <a:t> a la gestión del conocimiento” =&gt; mejor gestión pública</a:t>
            </a:r>
          </a:p>
          <a:p>
            <a:pPr marL="0" lvl="0" indent="0" algn="l" rtl="0">
              <a:lnSpc>
                <a:spcPct val="100000"/>
              </a:lnSpc>
              <a:spcBef>
                <a:spcPts val="0"/>
              </a:spcBef>
              <a:spcAft>
                <a:spcPts val="0"/>
              </a:spcAft>
              <a:buSzPts val="1100"/>
              <a:buNone/>
            </a:pPr>
            <a:endParaRPr lang="es-CO"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80215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08703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r>
              <a:rPr lang="es-CO" dirty="0"/>
              <a:t>DAVENPORT Y PRUSAK (1999) </a:t>
            </a:r>
          </a:p>
          <a:p>
            <a:pPr marL="158750" indent="0">
              <a:buNone/>
            </a:pPr>
            <a:endParaRPr lang="es-CO" dirty="0"/>
          </a:p>
        </p:txBody>
      </p:sp>
    </p:spTree>
    <p:extLst>
      <p:ext uri="{BB962C8B-B14F-4D97-AF65-F5344CB8AC3E}">
        <p14:creationId xmlns:p14="http://schemas.microsoft.com/office/powerpoint/2010/main" val="4261446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6976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23580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r>
              <a:rPr lang="es-CO" dirty="0"/>
              <a:t>DAVENPORT Y PRUSAK (1999) </a:t>
            </a:r>
          </a:p>
          <a:p>
            <a:pPr marL="158750" indent="0">
              <a:buNone/>
            </a:pPr>
            <a:endParaRPr lang="es-CO" dirty="0"/>
          </a:p>
        </p:txBody>
      </p:sp>
    </p:spTree>
    <p:extLst>
      <p:ext uri="{BB962C8B-B14F-4D97-AF65-F5344CB8AC3E}">
        <p14:creationId xmlns:p14="http://schemas.microsoft.com/office/powerpoint/2010/main" val="1361354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3813227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2633845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764847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r>
              <a:rPr lang="es-CO" dirty="0"/>
              <a:t>IMAGEN: https://www.flaticon.com/free-icon/business-intelligence_4318004?term=bi&amp;page=1&amp;position=28&amp;page=1&amp;position=28&amp;related_id=4318004&amp;origin=search</a:t>
            </a:r>
          </a:p>
          <a:p>
            <a:pPr marL="158750" indent="0">
              <a:buNone/>
            </a:pPr>
            <a:endParaRPr lang="es-CO" dirty="0"/>
          </a:p>
        </p:txBody>
      </p:sp>
    </p:spTree>
    <p:extLst>
      <p:ext uri="{BB962C8B-B14F-4D97-AF65-F5344CB8AC3E}">
        <p14:creationId xmlns:p14="http://schemas.microsoft.com/office/powerpoint/2010/main" val="4077176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r>
              <a:rPr lang="es-CO" sz="1100" dirty="0" err="1"/>
              <a:t>Xxxxxxxxxx</a:t>
            </a:r>
            <a:r>
              <a:rPr lang="es-CO" sz="1100" dirty="0"/>
              <a:t> referencias</a:t>
            </a:r>
            <a:endParaRPr lang="en-US" sz="1100" dirty="0"/>
          </a:p>
          <a:p>
            <a:pPr marL="158750" indent="0">
              <a:buNone/>
            </a:pPr>
            <a:endParaRPr lang="es-CO" dirty="0"/>
          </a:p>
        </p:txBody>
      </p:sp>
    </p:spTree>
    <p:extLst>
      <p:ext uri="{BB962C8B-B14F-4D97-AF65-F5344CB8AC3E}">
        <p14:creationId xmlns:p14="http://schemas.microsoft.com/office/powerpoint/2010/main" val="21400907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r>
              <a:rPr lang="es-CO" sz="1100" dirty="0" err="1"/>
              <a:t>Xxxxxxxxxx</a:t>
            </a:r>
            <a:r>
              <a:rPr lang="es-CO" sz="1100" dirty="0"/>
              <a:t> referencias</a:t>
            </a:r>
            <a:endParaRPr lang="en-US" sz="1100" dirty="0"/>
          </a:p>
          <a:p>
            <a:pPr marL="158750" indent="0">
              <a:buNone/>
            </a:pPr>
            <a:endParaRPr lang="es-CO" dirty="0"/>
          </a:p>
        </p:txBody>
      </p:sp>
    </p:spTree>
    <p:extLst>
      <p:ext uri="{BB962C8B-B14F-4D97-AF65-F5344CB8AC3E}">
        <p14:creationId xmlns:p14="http://schemas.microsoft.com/office/powerpoint/2010/main" val="748494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7000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r>
              <a:rPr lang="es-CO" dirty="0"/>
              <a:t>Cómo se hace cada una … </a:t>
            </a:r>
          </a:p>
        </p:txBody>
      </p:sp>
    </p:spTree>
    <p:extLst>
      <p:ext uri="{BB962C8B-B14F-4D97-AF65-F5344CB8AC3E}">
        <p14:creationId xmlns:p14="http://schemas.microsoft.com/office/powerpoint/2010/main" val="1382081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4287792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CO" dirty="0"/>
              <a:t>Referenciación a los 4 porques + anexo de esta presentación para el trabajo</a:t>
            </a:r>
          </a:p>
          <a:p>
            <a:r>
              <a:rPr lang="es-CO" dirty="0"/>
              <a:t>Anexo de ejemplos de preguntas</a:t>
            </a:r>
          </a:p>
          <a:p>
            <a:endParaRPr lang="es-CO" dirty="0"/>
          </a:p>
        </p:txBody>
      </p:sp>
    </p:spTree>
    <p:extLst>
      <p:ext uri="{BB962C8B-B14F-4D97-AF65-F5344CB8AC3E}">
        <p14:creationId xmlns:p14="http://schemas.microsoft.com/office/powerpoint/2010/main" val="791036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776299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174732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164600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208680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4232692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r>
              <a:rPr lang="es-CO" dirty="0"/>
              <a:t>Imagen: https://pixabay.com/illustrations/cloud-storage-storage-medium-3805852/</a:t>
            </a:r>
          </a:p>
          <a:p>
            <a:pPr marL="158750" indent="0">
              <a:buNone/>
            </a:pPr>
            <a:endParaRPr lang="es-CO" dirty="0"/>
          </a:p>
        </p:txBody>
      </p:sp>
    </p:spTree>
    <p:extLst>
      <p:ext uri="{BB962C8B-B14F-4D97-AF65-F5344CB8AC3E}">
        <p14:creationId xmlns:p14="http://schemas.microsoft.com/office/powerpoint/2010/main" val="465978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CO" dirty="0"/>
              <a:t>https://pixabay.com/vectors/brain-cognition-design-art-2029391/</a:t>
            </a:r>
          </a:p>
        </p:txBody>
      </p:sp>
    </p:spTree>
    <p:extLst>
      <p:ext uri="{BB962C8B-B14F-4D97-AF65-F5344CB8AC3E}">
        <p14:creationId xmlns:p14="http://schemas.microsoft.com/office/powerpoint/2010/main" val="3340985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CO" dirty="0"/>
              <a:t>https://pixabay.com/vectors/network-people-business-icon-5508173/</a:t>
            </a:r>
          </a:p>
        </p:txBody>
      </p:sp>
    </p:spTree>
    <p:extLst>
      <p:ext uri="{BB962C8B-B14F-4D97-AF65-F5344CB8AC3E}">
        <p14:creationId xmlns:p14="http://schemas.microsoft.com/office/powerpoint/2010/main" val="1655527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texto">
  <p:cSld name="Título complejo">
    <p:bg>
      <p:bgPr>
        <a:solidFill>
          <a:srgbClr val="2D6DF3"/>
        </a:solidFill>
        <a:effectLst/>
      </p:bgPr>
    </p:bg>
    <p:spTree>
      <p:nvGrpSpPr>
        <p:cNvPr id="1" name="Shape 35"/>
        <p:cNvGrpSpPr/>
        <p:nvPr/>
      </p:nvGrpSpPr>
      <p:grpSpPr>
        <a:xfrm>
          <a:off x="0" y="0"/>
          <a:ext cx="0" cy="0"/>
          <a:chOff x="0" y="0"/>
          <a:chExt cx="0" cy="0"/>
        </a:xfrm>
      </p:grpSpPr>
      <p:sp>
        <p:nvSpPr>
          <p:cNvPr id="38" name="Google Shape;38;p6"/>
          <p:cNvSpPr txBox="1">
            <a:spLocks noGrp="1"/>
          </p:cNvSpPr>
          <p:nvPr>
            <p:ph type="title"/>
          </p:nvPr>
        </p:nvSpPr>
        <p:spPr>
          <a:xfrm>
            <a:off x="3768725" y="1733025"/>
            <a:ext cx="4752600" cy="643800"/>
          </a:xfrm>
          <a:prstGeom prst="rect">
            <a:avLst/>
          </a:prstGeom>
          <a:noFill/>
          <a:ln>
            <a:noFill/>
          </a:ln>
        </p:spPr>
        <p:txBody>
          <a:bodyPr spcFirstLastPara="1" wrap="square" lIns="68575" tIns="34275" rIns="68575" bIns="34275" anchor="ctr" anchorCtr="0"/>
          <a:lstStyle>
            <a:lvl1pPr lvl="0" algn="l">
              <a:lnSpc>
                <a:spcPct val="90000"/>
              </a:lnSpc>
              <a:spcBef>
                <a:spcPts val="0"/>
              </a:spcBef>
              <a:spcAft>
                <a:spcPts val="0"/>
              </a:spcAft>
              <a:buClr>
                <a:srgbClr val="FFFFFF"/>
              </a:buClr>
              <a:buSzPts val="1400"/>
              <a:buFont typeface="Work Sans SemiBold"/>
              <a:buNone/>
              <a:defRPr sz="3000">
                <a:solidFill>
                  <a:srgbClr val="FFFFFF"/>
                </a:solidFill>
                <a:latin typeface="Work Sans Light"/>
                <a:ea typeface="Work Sans Light"/>
                <a:cs typeface="Work Sans Light"/>
                <a:sym typeface="Work Sans Light"/>
              </a:defRPr>
            </a:lvl1pPr>
            <a:lvl2pPr lvl="1" algn="l">
              <a:lnSpc>
                <a:spcPct val="100000"/>
              </a:lnSpc>
              <a:spcBef>
                <a:spcPts val="0"/>
              </a:spcBef>
              <a:spcAft>
                <a:spcPts val="0"/>
              </a:spcAft>
              <a:buClr>
                <a:srgbClr val="FFFFFF"/>
              </a:buClr>
              <a:buSzPts val="1100"/>
              <a:buNone/>
              <a:defRPr>
                <a:solidFill>
                  <a:srgbClr val="FFFFFF"/>
                </a:solidFill>
              </a:defRPr>
            </a:lvl2pPr>
            <a:lvl3pPr lvl="2" algn="l">
              <a:lnSpc>
                <a:spcPct val="100000"/>
              </a:lnSpc>
              <a:spcBef>
                <a:spcPts val="0"/>
              </a:spcBef>
              <a:spcAft>
                <a:spcPts val="0"/>
              </a:spcAft>
              <a:buClr>
                <a:srgbClr val="FFFFFF"/>
              </a:buClr>
              <a:buSzPts val="1100"/>
              <a:buNone/>
              <a:defRPr>
                <a:solidFill>
                  <a:srgbClr val="FFFFFF"/>
                </a:solidFill>
              </a:defRPr>
            </a:lvl3pPr>
            <a:lvl4pPr lvl="3" algn="l">
              <a:lnSpc>
                <a:spcPct val="100000"/>
              </a:lnSpc>
              <a:spcBef>
                <a:spcPts val="0"/>
              </a:spcBef>
              <a:spcAft>
                <a:spcPts val="0"/>
              </a:spcAft>
              <a:buClr>
                <a:srgbClr val="FFFFFF"/>
              </a:buClr>
              <a:buSzPts val="1100"/>
              <a:buNone/>
              <a:defRPr>
                <a:solidFill>
                  <a:srgbClr val="FFFFFF"/>
                </a:solidFill>
              </a:defRPr>
            </a:lvl4pPr>
            <a:lvl5pPr lvl="4" algn="l">
              <a:lnSpc>
                <a:spcPct val="100000"/>
              </a:lnSpc>
              <a:spcBef>
                <a:spcPts val="0"/>
              </a:spcBef>
              <a:spcAft>
                <a:spcPts val="0"/>
              </a:spcAft>
              <a:buClr>
                <a:srgbClr val="FFFFFF"/>
              </a:buClr>
              <a:buSzPts val="1100"/>
              <a:buNone/>
              <a:defRPr>
                <a:solidFill>
                  <a:srgbClr val="FFFFFF"/>
                </a:solidFill>
              </a:defRPr>
            </a:lvl5pPr>
            <a:lvl6pPr lvl="5" algn="l">
              <a:lnSpc>
                <a:spcPct val="100000"/>
              </a:lnSpc>
              <a:spcBef>
                <a:spcPts val="0"/>
              </a:spcBef>
              <a:spcAft>
                <a:spcPts val="0"/>
              </a:spcAft>
              <a:buClr>
                <a:srgbClr val="FFFFFF"/>
              </a:buClr>
              <a:buSzPts val="1100"/>
              <a:buNone/>
              <a:defRPr>
                <a:solidFill>
                  <a:srgbClr val="FFFFFF"/>
                </a:solidFill>
              </a:defRPr>
            </a:lvl6pPr>
            <a:lvl7pPr lvl="6" algn="l">
              <a:lnSpc>
                <a:spcPct val="100000"/>
              </a:lnSpc>
              <a:spcBef>
                <a:spcPts val="0"/>
              </a:spcBef>
              <a:spcAft>
                <a:spcPts val="0"/>
              </a:spcAft>
              <a:buClr>
                <a:srgbClr val="FFFFFF"/>
              </a:buClr>
              <a:buSzPts val="1100"/>
              <a:buNone/>
              <a:defRPr>
                <a:solidFill>
                  <a:srgbClr val="FFFFFF"/>
                </a:solidFill>
              </a:defRPr>
            </a:lvl7pPr>
            <a:lvl8pPr lvl="7" algn="l">
              <a:lnSpc>
                <a:spcPct val="100000"/>
              </a:lnSpc>
              <a:spcBef>
                <a:spcPts val="0"/>
              </a:spcBef>
              <a:spcAft>
                <a:spcPts val="0"/>
              </a:spcAft>
              <a:buClr>
                <a:srgbClr val="FFFFFF"/>
              </a:buClr>
              <a:buSzPts val="1100"/>
              <a:buNone/>
              <a:defRPr>
                <a:solidFill>
                  <a:srgbClr val="FFFFFF"/>
                </a:solidFill>
              </a:defRPr>
            </a:lvl8pPr>
            <a:lvl9pPr lvl="8" algn="l">
              <a:lnSpc>
                <a:spcPct val="100000"/>
              </a:lnSpc>
              <a:spcBef>
                <a:spcPts val="0"/>
              </a:spcBef>
              <a:spcAft>
                <a:spcPts val="0"/>
              </a:spcAft>
              <a:buClr>
                <a:srgbClr val="FFFFFF"/>
              </a:buClr>
              <a:buSzPts val="1100"/>
              <a:buNone/>
              <a:defRPr>
                <a:solidFill>
                  <a:srgbClr val="FFFFFF"/>
                </a:solidFill>
              </a:defRPr>
            </a:lvl9pPr>
          </a:lstStyle>
          <a:p>
            <a:endParaRPr dirty="0"/>
          </a:p>
        </p:txBody>
      </p:sp>
      <p:sp>
        <p:nvSpPr>
          <p:cNvPr id="39" name="Google Shape;39;p6"/>
          <p:cNvSpPr txBox="1">
            <a:spLocks noGrp="1"/>
          </p:cNvSpPr>
          <p:nvPr>
            <p:ph type="body" idx="1"/>
          </p:nvPr>
        </p:nvSpPr>
        <p:spPr>
          <a:xfrm>
            <a:off x="3761125" y="2553350"/>
            <a:ext cx="4760200" cy="1328400"/>
          </a:xfrm>
          <a:prstGeom prst="rect">
            <a:avLst/>
          </a:prstGeom>
          <a:noFill/>
          <a:ln>
            <a:noFill/>
          </a:ln>
        </p:spPr>
        <p:txBody>
          <a:bodyPr spcFirstLastPara="1" wrap="square" lIns="68575" tIns="34275" rIns="68575" bIns="34275" anchor="t" anchorCtr="0"/>
          <a:lstStyle>
            <a:lvl1pPr marL="457200" lvl="0" indent="-228600" algn="l">
              <a:lnSpc>
                <a:spcPct val="90000"/>
              </a:lnSpc>
              <a:spcBef>
                <a:spcPts val="800"/>
              </a:spcBef>
              <a:spcAft>
                <a:spcPts val="0"/>
              </a:spcAft>
              <a:buClr>
                <a:srgbClr val="FFFFFF"/>
              </a:buClr>
              <a:buSzPts val="1400"/>
              <a:buNone/>
              <a:defRPr sz="1500">
                <a:solidFill>
                  <a:srgbClr val="FFFFFF"/>
                </a:solidFill>
              </a:defRPr>
            </a:lvl1pPr>
            <a:lvl2pPr marL="914400" lvl="1" indent="-317500" algn="l">
              <a:lnSpc>
                <a:spcPct val="90000"/>
              </a:lnSpc>
              <a:spcBef>
                <a:spcPts val="400"/>
              </a:spcBef>
              <a:spcAft>
                <a:spcPts val="0"/>
              </a:spcAft>
              <a:buClr>
                <a:srgbClr val="FFFFFF"/>
              </a:buClr>
              <a:buSzPts val="1400"/>
              <a:buChar char="•"/>
              <a:defRPr>
                <a:solidFill>
                  <a:srgbClr val="FFFFFF"/>
                </a:solidFill>
              </a:defRPr>
            </a:lvl2pPr>
            <a:lvl3pPr marL="1371600" lvl="2" indent="-317500" algn="l">
              <a:lnSpc>
                <a:spcPct val="90000"/>
              </a:lnSpc>
              <a:spcBef>
                <a:spcPts val="400"/>
              </a:spcBef>
              <a:spcAft>
                <a:spcPts val="0"/>
              </a:spcAft>
              <a:buClr>
                <a:srgbClr val="FFFFFF"/>
              </a:buClr>
              <a:buSzPts val="1400"/>
              <a:buChar char="•"/>
              <a:defRPr>
                <a:solidFill>
                  <a:srgbClr val="FFFFFF"/>
                </a:solidFill>
              </a:defRPr>
            </a:lvl3pPr>
            <a:lvl4pPr marL="1828800" lvl="3" indent="-317500" algn="l">
              <a:lnSpc>
                <a:spcPct val="90000"/>
              </a:lnSpc>
              <a:spcBef>
                <a:spcPts val="400"/>
              </a:spcBef>
              <a:spcAft>
                <a:spcPts val="0"/>
              </a:spcAft>
              <a:buClr>
                <a:srgbClr val="FFFFFF"/>
              </a:buClr>
              <a:buSzPts val="1400"/>
              <a:buChar char="•"/>
              <a:defRPr>
                <a:solidFill>
                  <a:srgbClr val="FFFFFF"/>
                </a:solidFill>
              </a:defRPr>
            </a:lvl4pPr>
            <a:lvl5pPr marL="2286000" lvl="4" indent="-317500" algn="l">
              <a:lnSpc>
                <a:spcPct val="90000"/>
              </a:lnSpc>
              <a:spcBef>
                <a:spcPts val="400"/>
              </a:spcBef>
              <a:spcAft>
                <a:spcPts val="0"/>
              </a:spcAft>
              <a:buClr>
                <a:srgbClr val="FFFFFF"/>
              </a:buClr>
              <a:buSzPts val="1400"/>
              <a:buChar char="•"/>
              <a:defRPr>
                <a:solidFill>
                  <a:srgbClr val="FFFFFF"/>
                </a:solidFill>
              </a:defRPr>
            </a:lvl5pPr>
            <a:lvl6pPr marL="2743200" lvl="5" indent="-317500" algn="l">
              <a:lnSpc>
                <a:spcPct val="90000"/>
              </a:lnSpc>
              <a:spcBef>
                <a:spcPts val="400"/>
              </a:spcBef>
              <a:spcAft>
                <a:spcPts val="0"/>
              </a:spcAft>
              <a:buClr>
                <a:srgbClr val="FFFFFF"/>
              </a:buClr>
              <a:buSzPts val="1400"/>
              <a:buChar char="•"/>
              <a:defRPr>
                <a:solidFill>
                  <a:srgbClr val="FFFFFF"/>
                </a:solidFill>
              </a:defRPr>
            </a:lvl6pPr>
            <a:lvl7pPr marL="3200400" lvl="6" indent="-317500" algn="l">
              <a:lnSpc>
                <a:spcPct val="90000"/>
              </a:lnSpc>
              <a:spcBef>
                <a:spcPts val="400"/>
              </a:spcBef>
              <a:spcAft>
                <a:spcPts val="0"/>
              </a:spcAft>
              <a:buClr>
                <a:srgbClr val="FFFFFF"/>
              </a:buClr>
              <a:buSzPts val="1400"/>
              <a:buChar char="•"/>
              <a:defRPr>
                <a:solidFill>
                  <a:srgbClr val="FFFFFF"/>
                </a:solidFill>
              </a:defRPr>
            </a:lvl7pPr>
            <a:lvl8pPr marL="3657600" lvl="7" indent="-317500" algn="l">
              <a:lnSpc>
                <a:spcPct val="90000"/>
              </a:lnSpc>
              <a:spcBef>
                <a:spcPts val="400"/>
              </a:spcBef>
              <a:spcAft>
                <a:spcPts val="0"/>
              </a:spcAft>
              <a:buClr>
                <a:srgbClr val="FFFFFF"/>
              </a:buClr>
              <a:buSzPts val="1400"/>
              <a:buChar char="•"/>
              <a:defRPr>
                <a:solidFill>
                  <a:srgbClr val="FFFFFF"/>
                </a:solidFill>
              </a:defRPr>
            </a:lvl8pPr>
            <a:lvl9pPr marL="4114800" lvl="8" indent="-317500" algn="l">
              <a:lnSpc>
                <a:spcPct val="90000"/>
              </a:lnSpc>
              <a:spcBef>
                <a:spcPts val="400"/>
              </a:spcBef>
              <a:spcAft>
                <a:spcPts val="0"/>
              </a:spcAft>
              <a:buClr>
                <a:srgbClr val="FFFFFF"/>
              </a:buClr>
              <a:buSzPts val="1400"/>
              <a:buChar char="•"/>
              <a:defRPr>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texto" preserve="1">
  <p:cSld name="1_Título y texto">
    <p:bg>
      <p:bgPr>
        <a:solidFill>
          <a:srgbClr val="DCEAFB"/>
        </a:solidFill>
        <a:effectLst/>
      </p:bgPr>
    </p:bg>
    <p:spTree>
      <p:nvGrpSpPr>
        <p:cNvPr id="1" name="Shape 66"/>
        <p:cNvGrpSpPr/>
        <p:nvPr/>
      </p:nvGrpSpPr>
      <p:grpSpPr>
        <a:xfrm>
          <a:off x="0" y="0"/>
          <a:ext cx="0" cy="0"/>
          <a:chOff x="0" y="0"/>
          <a:chExt cx="0" cy="0"/>
        </a:xfrm>
      </p:grpSpPr>
      <p:sp>
        <p:nvSpPr>
          <p:cNvPr id="67" name="Google Shape;67;p9"/>
          <p:cNvSpPr txBox="1">
            <a:spLocks noGrp="1"/>
          </p:cNvSpPr>
          <p:nvPr>
            <p:ph type="body" idx="1"/>
          </p:nvPr>
        </p:nvSpPr>
        <p:spPr>
          <a:xfrm>
            <a:off x="3768286" y="2553350"/>
            <a:ext cx="4540639" cy="1712100"/>
          </a:xfrm>
          <a:prstGeom prst="rect">
            <a:avLst/>
          </a:prstGeom>
          <a:noFill/>
          <a:ln>
            <a:noFill/>
          </a:ln>
        </p:spPr>
        <p:txBody>
          <a:bodyPr spcFirstLastPara="1" wrap="square" lIns="68575" tIns="34275" rIns="68575" bIns="34275" anchor="t" anchorCtr="0">
            <a:normAutofit/>
          </a:bodyPr>
          <a:lstStyle>
            <a:lvl1pPr marL="457200" lvl="0" indent="-228600" algn="l">
              <a:lnSpc>
                <a:spcPct val="110000"/>
              </a:lnSpc>
              <a:spcBef>
                <a:spcPts val="800"/>
              </a:spcBef>
              <a:spcAft>
                <a:spcPts val="0"/>
              </a:spcAft>
              <a:buClr>
                <a:srgbClr val="0066CD"/>
              </a:buClr>
              <a:buSzPts val="1100"/>
              <a:buNone/>
              <a:defRPr sz="1600">
                <a:solidFill>
                  <a:srgbClr val="0066CD"/>
                </a:solidFill>
              </a:defRPr>
            </a:lvl1pPr>
            <a:lvl2pPr marL="914400" lvl="1" indent="-298450" algn="l">
              <a:lnSpc>
                <a:spcPct val="90000"/>
              </a:lnSpc>
              <a:spcBef>
                <a:spcPts val="400"/>
              </a:spcBef>
              <a:spcAft>
                <a:spcPts val="0"/>
              </a:spcAft>
              <a:buClr>
                <a:srgbClr val="0066CD"/>
              </a:buClr>
              <a:buSzPts val="1100"/>
              <a:buChar char="•"/>
              <a:defRPr sz="1100">
                <a:solidFill>
                  <a:srgbClr val="0066CD"/>
                </a:solidFill>
              </a:defRPr>
            </a:lvl2pPr>
            <a:lvl3pPr marL="1371600" lvl="2" indent="-298450" algn="l">
              <a:lnSpc>
                <a:spcPct val="90000"/>
              </a:lnSpc>
              <a:spcBef>
                <a:spcPts val="400"/>
              </a:spcBef>
              <a:spcAft>
                <a:spcPts val="0"/>
              </a:spcAft>
              <a:buClr>
                <a:srgbClr val="0066CD"/>
              </a:buClr>
              <a:buSzPts val="1100"/>
              <a:buChar char="•"/>
              <a:defRPr sz="1100">
                <a:solidFill>
                  <a:srgbClr val="0066CD"/>
                </a:solidFill>
              </a:defRPr>
            </a:lvl3pPr>
            <a:lvl4pPr marL="1828800" lvl="3" indent="-298450" algn="l">
              <a:lnSpc>
                <a:spcPct val="90000"/>
              </a:lnSpc>
              <a:spcBef>
                <a:spcPts val="400"/>
              </a:spcBef>
              <a:spcAft>
                <a:spcPts val="0"/>
              </a:spcAft>
              <a:buClr>
                <a:srgbClr val="0066CD"/>
              </a:buClr>
              <a:buSzPts val="1100"/>
              <a:buChar char="•"/>
              <a:defRPr sz="1100">
                <a:solidFill>
                  <a:srgbClr val="0066CD"/>
                </a:solidFill>
              </a:defRPr>
            </a:lvl4pPr>
            <a:lvl5pPr marL="2286000" lvl="4" indent="-298450" algn="l">
              <a:lnSpc>
                <a:spcPct val="90000"/>
              </a:lnSpc>
              <a:spcBef>
                <a:spcPts val="400"/>
              </a:spcBef>
              <a:spcAft>
                <a:spcPts val="0"/>
              </a:spcAft>
              <a:buClr>
                <a:srgbClr val="0066CD"/>
              </a:buClr>
              <a:buSzPts val="1100"/>
              <a:buChar char="•"/>
              <a:defRPr sz="1100">
                <a:solidFill>
                  <a:srgbClr val="0066CD"/>
                </a:solidFill>
              </a:defRPr>
            </a:lvl5pPr>
            <a:lvl6pPr marL="2743200" lvl="5" indent="-298450" algn="l">
              <a:lnSpc>
                <a:spcPct val="90000"/>
              </a:lnSpc>
              <a:spcBef>
                <a:spcPts val="400"/>
              </a:spcBef>
              <a:spcAft>
                <a:spcPts val="0"/>
              </a:spcAft>
              <a:buClr>
                <a:srgbClr val="0066CD"/>
              </a:buClr>
              <a:buSzPts val="1100"/>
              <a:buChar char="•"/>
              <a:defRPr sz="1100">
                <a:solidFill>
                  <a:srgbClr val="0066CD"/>
                </a:solidFill>
              </a:defRPr>
            </a:lvl6pPr>
            <a:lvl7pPr marL="3200400" lvl="6" indent="-298450" algn="l">
              <a:lnSpc>
                <a:spcPct val="90000"/>
              </a:lnSpc>
              <a:spcBef>
                <a:spcPts val="400"/>
              </a:spcBef>
              <a:spcAft>
                <a:spcPts val="0"/>
              </a:spcAft>
              <a:buClr>
                <a:srgbClr val="0066CD"/>
              </a:buClr>
              <a:buSzPts val="1100"/>
              <a:buChar char="•"/>
              <a:defRPr sz="1100">
                <a:solidFill>
                  <a:srgbClr val="0066CD"/>
                </a:solidFill>
              </a:defRPr>
            </a:lvl7pPr>
            <a:lvl8pPr marL="3657600" lvl="7" indent="-298450" algn="l">
              <a:lnSpc>
                <a:spcPct val="90000"/>
              </a:lnSpc>
              <a:spcBef>
                <a:spcPts val="400"/>
              </a:spcBef>
              <a:spcAft>
                <a:spcPts val="0"/>
              </a:spcAft>
              <a:buClr>
                <a:srgbClr val="0066CD"/>
              </a:buClr>
              <a:buSzPts val="1100"/>
              <a:buChar char="•"/>
              <a:defRPr sz="1100">
                <a:solidFill>
                  <a:srgbClr val="0066CD"/>
                </a:solidFill>
              </a:defRPr>
            </a:lvl8pPr>
            <a:lvl9pPr marL="4114800" lvl="8" indent="-298450" algn="l">
              <a:lnSpc>
                <a:spcPct val="90000"/>
              </a:lnSpc>
              <a:spcBef>
                <a:spcPts val="400"/>
              </a:spcBef>
              <a:spcAft>
                <a:spcPts val="0"/>
              </a:spcAft>
              <a:buClr>
                <a:srgbClr val="0066CD"/>
              </a:buClr>
              <a:buSzPts val="1100"/>
              <a:buChar char="•"/>
              <a:defRPr sz="1100">
                <a:solidFill>
                  <a:srgbClr val="0066CD"/>
                </a:solidFill>
              </a:defRPr>
            </a:lvl9pPr>
          </a:lstStyle>
          <a:p>
            <a:endParaRPr dirty="0"/>
          </a:p>
        </p:txBody>
      </p:sp>
      <p:sp>
        <p:nvSpPr>
          <p:cNvPr id="68" name="Google Shape;68;p9"/>
          <p:cNvSpPr txBox="1">
            <a:spLocks noGrp="1"/>
          </p:cNvSpPr>
          <p:nvPr>
            <p:ph type="title"/>
          </p:nvPr>
        </p:nvSpPr>
        <p:spPr>
          <a:xfrm>
            <a:off x="3768725" y="1733025"/>
            <a:ext cx="4307700" cy="640198"/>
          </a:xfrm>
          <a:prstGeom prst="rect">
            <a:avLst/>
          </a:prstGeom>
          <a:noFill/>
          <a:ln>
            <a:noFill/>
          </a:ln>
        </p:spPr>
        <p:txBody>
          <a:bodyPr spcFirstLastPara="1" wrap="square" lIns="68575" tIns="34275" rIns="68575" bIns="34275" anchor="ctr" anchorCtr="0"/>
          <a:lstStyle>
            <a:lvl1pPr lvl="0" algn="l">
              <a:lnSpc>
                <a:spcPct val="90000"/>
              </a:lnSpc>
              <a:spcBef>
                <a:spcPts val="0"/>
              </a:spcBef>
              <a:spcAft>
                <a:spcPts val="0"/>
              </a:spcAft>
              <a:buClr>
                <a:srgbClr val="FFFFFF"/>
              </a:buClr>
              <a:buSzPts val="1400"/>
              <a:buFont typeface="Work Sans SemiBold"/>
              <a:buNone/>
              <a:defRPr sz="3000">
                <a:solidFill>
                  <a:srgbClr val="0066CD"/>
                </a:solidFill>
                <a:latin typeface="Work Sans Light"/>
                <a:ea typeface="Work Sans Light"/>
                <a:cs typeface="Work Sans Light"/>
                <a:sym typeface="Work Sans Light"/>
              </a:defRPr>
            </a:lvl1pPr>
            <a:lvl2pPr lvl="1" algn="l">
              <a:lnSpc>
                <a:spcPct val="100000"/>
              </a:lnSpc>
              <a:spcBef>
                <a:spcPts val="0"/>
              </a:spcBef>
              <a:spcAft>
                <a:spcPts val="0"/>
              </a:spcAft>
              <a:buClr>
                <a:srgbClr val="FFFFFF"/>
              </a:buClr>
              <a:buSzPts val="1100"/>
              <a:buNone/>
              <a:defRPr>
                <a:solidFill>
                  <a:srgbClr val="FFFFFF"/>
                </a:solidFill>
              </a:defRPr>
            </a:lvl2pPr>
            <a:lvl3pPr lvl="2" algn="l">
              <a:lnSpc>
                <a:spcPct val="100000"/>
              </a:lnSpc>
              <a:spcBef>
                <a:spcPts val="0"/>
              </a:spcBef>
              <a:spcAft>
                <a:spcPts val="0"/>
              </a:spcAft>
              <a:buClr>
                <a:srgbClr val="FFFFFF"/>
              </a:buClr>
              <a:buSzPts val="1100"/>
              <a:buNone/>
              <a:defRPr>
                <a:solidFill>
                  <a:srgbClr val="FFFFFF"/>
                </a:solidFill>
              </a:defRPr>
            </a:lvl3pPr>
            <a:lvl4pPr lvl="3" algn="l">
              <a:lnSpc>
                <a:spcPct val="100000"/>
              </a:lnSpc>
              <a:spcBef>
                <a:spcPts val="0"/>
              </a:spcBef>
              <a:spcAft>
                <a:spcPts val="0"/>
              </a:spcAft>
              <a:buClr>
                <a:srgbClr val="FFFFFF"/>
              </a:buClr>
              <a:buSzPts val="1100"/>
              <a:buNone/>
              <a:defRPr>
                <a:solidFill>
                  <a:srgbClr val="FFFFFF"/>
                </a:solidFill>
              </a:defRPr>
            </a:lvl4pPr>
            <a:lvl5pPr lvl="4" algn="l">
              <a:lnSpc>
                <a:spcPct val="100000"/>
              </a:lnSpc>
              <a:spcBef>
                <a:spcPts val="0"/>
              </a:spcBef>
              <a:spcAft>
                <a:spcPts val="0"/>
              </a:spcAft>
              <a:buClr>
                <a:srgbClr val="FFFFFF"/>
              </a:buClr>
              <a:buSzPts val="1100"/>
              <a:buNone/>
              <a:defRPr>
                <a:solidFill>
                  <a:srgbClr val="FFFFFF"/>
                </a:solidFill>
              </a:defRPr>
            </a:lvl5pPr>
            <a:lvl6pPr lvl="5" algn="l">
              <a:lnSpc>
                <a:spcPct val="100000"/>
              </a:lnSpc>
              <a:spcBef>
                <a:spcPts val="0"/>
              </a:spcBef>
              <a:spcAft>
                <a:spcPts val="0"/>
              </a:spcAft>
              <a:buClr>
                <a:srgbClr val="FFFFFF"/>
              </a:buClr>
              <a:buSzPts val="1100"/>
              <a:buNone/>
              <a:defRPr>
                <a:solidFill>
                  <a:srgbClr val="FFFFFF"/>
                </a:solidFill>
              </a:defRPr>
            </a:lvl6pPr>
            <a:lvl7pPr lvl="6" algn="l">
              <a:lnSpc>
                <a:spcPct val="100000"/>
              </a:lnSpc>
              <a:spcBef>
                <a:spcPts val="0"/>
              </a:spcBef>
              <a:spcAft>
                <a:spcPts val="0"/>
              </a:spcAft>
              <a:buClr>
                <a:srgbClr val="FFFFFF"/>
              </a:buClr>
              <a:buSzPts val="1100"/>
              <a:buNone/>
              <a:defRPr>
                <a:solidFill>
                  <a:srgbClr val="FFFFFF"/>
                </a:solidFill>
              </a:defRPr>
            </a:lvl7pPr>
            <a:lvl8pPr lvl="7" algn="l">
              <a:lnSpc>
                <a:spcPct val="100000"/>
              </a:lnSpc>
              <a:spcBef>
                <a:spcPts val="0"/>
              </a:spcBef>
              <a:spcAft>
                <a:spcPts val="0"/>
              </a:spcAft>
              <a:buClr>
                <a:srgbClr val="FFFFFF"/>
              </a:buClr>
              <a:buSzPts val="1100"/>
              <a:buNone/>
              <a:defRPr>
                <a:solidFill>
                  <a:srgbClr val="FFFFFF"/>
                </a:solidFill>
              </a:defRPr>
            </a:lvl8pPr>
            <a:lvl9pPr lvl="8" algn="l">
              <a:lnSpc>
                <a:spcPct val="100000"/>
              </a:lnSpc>
              <a:spcBef>
                <a:spcPts val="0"/>
              </a:spcBef>
              <a:spcAft>
                <a:spcPts val="0"/>
              </a:spcAft>
              <a:buClr>
                <a:srgbClr val="FFFFFF"/>
              </a:buClr>
              <a:buSzPts val="1100"/>
              <a:buNone/>
              <a:defRPr>
                <a:solidFill>
                  <a:srgbClr val="FFFFFF"/>
                </a:solidFill>
              </a:defRPr>
            </a:lvl9pPr>
          </a:lstStyle>
          <a:p>
            <a:endParaRPr/>
          </a:p>
        </p:txBody>
      </p:sp>
    </p:spTree>
    <p:extLst>
      <p:ext uri="{BB962C8B-B14F-4D97-AF65-F5344CB8AC3E}">
        <p14:creationId xmlns:p14="http://schemas.microsoft.com/office/powerpoint/2010/main" val="1758675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magen con título" type="picTx" preserve="1">
  <p:cSld name="1_Imagen con título">
    <p:bg>
      <p:bgPr>
        <a:solidFill>
          <a:srgbClr val="DCEAFB"/>
        </a:solidFill>
        <a:effectLst/>
      </p:bgPr>
    </p:bg>
    <p:spTree>
      <p:nvGrpSpPr>
        <p:cNvPr id="1" name="Shape 71"/>
        <p:cNvGrpSpPr/>
        <p:nvPr/>
      </p:nvGrpSpPr>
      <p:grpSpPr>
        <a:xfrm>
          <a:off x="0" y="0"/>
          <a:ext cx="0" cy="0"/>
          <a:chOff x="0" y="0"/>
          <a:chExt cx="0" cy="0"/>
        </a:xfrm>
      </p:grpSpPr>
      <p:sp>
        <p:nvSpPr>
          <p:cNvPr id="72" name="Google Shape;72;p10"/>
          <p:cNvSpPr txBox="1">
            <a:spLocks noGrp="1"/>
          </p:cNvSpPr>
          <p:nvPr>
            <p:ph type="body" idx="1"/>
          </p:nvPr>
        </p:nvSpPr>
        <p:spPr>
          <a:xfrm>
            <a:off x="6336126" y="2553350"/>
            <a:ext cx="2352000" cy="2049600"/>
          </a:xfrm>
          <a:prstGeom prst="rect">
            <a:avLst/>
          </a:prstGeom>
          <a:noFill/>
          <a:ln>
            <a:noFill/>
          </a:ln>
        </p:spPr>
        <p:txBody>
          <a:bodyPr spcFirstLastPara="1" wrap="square" lIns="68575" tIns="34275" rIns="68575" bIns="34275" anchor="t" anchorCtr="0"/>
          <a:lstStyle>
            <a:lvl1pPr marL="457200" lvl="0" indent="-228600" algn="l">
              <a:lnSpc>
                <a:spcPct val="90000"/>
              </a:lnSpc>
              <a:spcBef>
                <a:spcPts val="800"/>
              </a:spcBef>
              <a:spcAft>
                <a:spcPts val="0"/>
              </a:spcAft>
              <a:buSzPts val="1100"/>
              <a:buFont typeface="Work Sans Light"/>
              <a:buNone/>
              <a:defRPr sz="1000">
                <a:solidFill>
                  <a:srgbClr val="0066CD"/>
                </a:solidFill>
                <a:latin typeface="Work Sans"/>
                <a:ea typeface="Work Sans"/>
                <a:cs typeface="Work Sans"/>
                <a:sym typeface="Work Sans"/>
              </a:defRPr>
            </a:lvl1pPr>
            <a:lvl2pPr marL="914400" lvl="1"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2pPr>
            <a:lvl3pPr marL="1371600" lvl="2"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3pPr>
            <a:lvl4pPr marL="1828800" lvl="3"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4pPr>
            <a:lvl5pPr marL="2286000" lvl="4"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5pPr>
            <a:lvl6pPr marL="2743200" lvl="5"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6pPr>
            <a:lvl7pPr marL="3200400" lvl="6"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7pPr>
            <a:lvl8pPr marL="3657600" lvl="7"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8pPr>
            <a:lvl9pPr marL="4114800" lvl="8" indent="-298450" algn="l">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9pPr>
          </a:lstStyle>
          <a:p>
            <a:endParaRPr/>
          </a:p>
        </p:txBody>
      </p:sp>
      <p:sp>
        <p:nvSpPr>
          <p:cNvPr id="73" name="Google Shape;73;p10"/>
          <p:cNvSpPr>
            <a:spLocks noGrp="1"/>
          </p:cNvSpPr>
          <p:nvPr>
            <p:ph type="pic" idx="2"/>
          </p:nvPr>
        </p:nvSpPr>
        <p:spPr>
          <a:xfrm>
            <a:off x="-1" y="943597"/>
            <a:ext cx="5314401" cy="3557649"/>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Work Sans"/>
                <a:ea typeface="Work Sans"/>
                <a:cs typeface="Work Sans"/>
                <a:sym typeface="Work Sans"/>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Work Sans"/>
                <a:ea typeface="Work Sans"/>
                <a:cs typeface="Work Sans"/>
                <a:sym typeface="Work Sans"/>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Work Sans"/>
                <a:ea typeface="Work Sans"/>
                <a:cs typeface="Work Sans"/>
                <a:sym typeface="Work Sans"/>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9pPr>
          </a:lstStyle>
          <a:p>
            <a:endParaRPr/>
          </a:p>
        </p:txBody>
      </p:sp>
      <p:sp>
        <p:nvSpPr>
          <p:cNvPr id="75" name="Google Shape;75;p10"/>
          <p:cNvSpPr txBox="1">
            <a:spLocks noGrp="1"/>
          </p:cNvSpPr>
          <p:nvPr>
            <p:ph type="title"/>
          </p:nvPr>
        </p:nvSpPr>
        <p:spPr>
          <a:xfrm>
            <a:off x="6336126" y="1741117"/>
            <a:ext cx="2351999" cy="643800"/>
          </a:xfrm>
          <a:prstGeom prst="rect">
            <a:avLst/>
          </a:prstGeom>
          <a:noFill/>
          <a:ln>
            <a:noFill/>
          </a:ln>
        </p:spPr>
        <p:txBody>
          <a:bodyPr spcFirstLastPara="1" wrap="square" lIns="68575" tIns="34275" rIns="68575" bIns="34275" anchor="ctr" anchorCtr="0"/>
          <a:lstStyle>
            <a:lvl1pPr lvl="0" algn="l">
              <a:lnSpc>
                <a:spcPct val="90000"/>
              </a:lnSpc>
              <a:spcBef>
                <a:spcPts val="0"/>
              </a:spcBef>
              <a:spcAft>
                <a:spcPts val="0"/>
              </a:spcAft>
              <a:buClr>
                <a:srgbClr val="FFFFFF"/>
              </a:buClr>
              <a:buSzPts val="1400"/>
              <a:buFont typeface="Work Sans SemiBold"/>
              <a:buNone/>
              <a:defRPr sz="3000">
                <a:solidFill>
                  <a:srgbClr val="0066CD"/>
                </a:solidFill>
                <a:latin typeface="Work Sans Light"/>
                <a:ea typeface="Work Sans Light"/>
                <a:cs typeface="Work Sans Light"/>
                <a:sym typeface="Work Sans Light"/>
              </a:defRPr>
            </a:lvl1pPr>
            <a:lvl2pPr lvl="1" algn="l">
              <a:lnSpc>
                <a:spcPct val="100000"/>
              </a:lnSpc>
              <a:spcBef>
                <a:spcPts val="0"/>
              </a:spcBef>
              <a:spcAft>
                <a:spcPts val="0"/>
              </a:spcAft>
              <a:buClr>
                <a:srgbClr val="FFFFFF"/>
              </a:buClr>
              <a:buSzPts val="1100"/>
              <a:buNone/>
              <a:defRPr>
                <a:solidFill>
                  <a:srgbClr val="FFFFFF"/>
                </a:solidFill>
              </a:defRPr>
            </a:lvl2pPr>
            <a:lvl3pPr lvl="2" algn="l">
              <a:lnSpc>
                <a:spcPct val="100000"/>
              </a:lnSpc>
              <a:spcBef>
                <a:spcPts val="0"/>
              </a:spcBef>
              <a:spcAft>
                <a:spcPts val="0"/>
              </a:spcAft>
              <a:buClr>
                <a:srgbClr val="FFFFFF"/>
              </a:buClr>
              <a:buSzPts val="1100"/>
              <a:buNone/>
              <a:defRPr>
                <a:solidFill>
                  <a:srgbClr val="FFFFFF"/>
                </a:solidFill>
              </a:defRPr>
            </a:lvl3pPr>
            <a:lvl4pPr lvl="3" algn="l">
              <a:lnSpc>
                <a:spcPct val="100000"/>
              </a:lnSpc>
              <a:spcBef>
                <a:spcPts val="0"/>
              </a:spcBef>
              <a:spcAft>
                <a:spcPts val="0"/>
              </a:spcAft>
              <a:buClr>
                <a:srgbClr val="FFFFFF"/>
              </a:buClr>
              <a:buSzPts val="1100"/>
              <a:buNone/>
              <a:defRPr>
                <a:solidFill>
                  <a:srgbClr val="FFFFFF"/>
                </a:solidFill>
              </a:defRPr>
            </a:lvl4pPr>
            <a:lvl5pPr lvl="4" algn="l">
              <a:lnSpc>
                <a:spcPct val="100000"/>
              </a:lnSpc>
              <a:spcBef>
                <a:spcPts val="0"/>
              </a:spcBef>
              <a:spcAft>
                <a:spcPts val="0"/>
              </a:spcAft>
              <a:buClr>
                <a:srgbClr val="FFFFFF"/>
              </a:buClr>
              <a:buSzPts val="1100"/>
              <a:buNone/>
              <a:defRPr>
                <a:solidFill>
                  <a:srgbClr val="FFFFFF"/>
                </a:solidFill>
              </a:defRPr>
            </a:lvl5pPr>
            <a:lvl6pPr lvl="5" algn="l">
              <a:lnSpc>
                <a:spcPct val="100000"/>
              </a:lnSpc>
              <a:spcBef>
                <a:spcPts val="0"/>
              </a:spcBef>
              <a:spcAft>
                <a:spcPts val="0"/>
              </a:spcAft>
              <a:buClr>
                <a:srgbClr val="FFFFFF"/>
              </a:buClr>
              <a:buSzPts val="1100"/>
              <a:buNone/>
              <a:defRPr>
                <a:solidFill>
                  <a:srgbClr val="FFFFFF"/>
                </a:solidFill>
              </a:defRPr>
            </a:lvl6pPr>
            <a:lvl7pPr lvl="6" algn="l">
              <a:lnSpc>
                <a:spcPct val="100000"/>
              </a:lnSpc>
              <a:spcBef>
                <a:spcPts val="0"/>
              </a:spcBef>
              <a:spcAft>
                <a:spcPts val="0"/>
              </a:spcAft>
              <a:buClr>
                <a:srgbClr val="FFFFFF"/>
              </a:buClr>
              <a:buSzPts val="1100"/>
              <a:buNone/>
              <a:defRPr>
                <a:solidFill>
                  <a:srgbClr val="FFFFFF"/>
                </a:solidFill>
              </a:defRPr>
            </a:lvl7pPr>
            <a:lvl8pPr lvl="7" algn="l">
              <a:lnSpc>
                <a:spcPct val="100000"/>
              </a:lnSpc>
              <a:spcBef>
                <a:spcPts val="0"/>
              </a:spcBef>
              <a:spcAft>
                <a:spcPts val="0"/>
              </a:spcAft>
              <a:buClr>
                <a:srgbClr val="FFFFFF"/>
              </a:buClr>
              <a:buSzPts val="1100"/>
              <a:buNone/>
              <a:defRPr>
                <a:solidFill>
                  <a:srgbClr val="FFFFFF"/>
                </a:solidFill>
              </a:defRPr>
            </a:lvl8pPr>
            <a:lvl9pPr lvl="8" algn="l">
              <a:lnSpc>
                <a:spcPct val="100000"/>
              </a:lnSpc>
              <a:spcBef>
                <a:spcPts val="0"/>
              </a:spcBef>
              <a:spcAft>
                <a:spcPts val="0"/>
              </a:spcAft>
              <a:buClr>
                <a:srgbClr val="FFFFFF"/>
              </a:buClr>
              <a:buSzPts val="1100"/>
              <a:buNone/>
              <a:defRPr>
                <a:solidFill>
                  <a:srgbClr val="FFFFFF"/>
                </a:solidFill>
              </a:defRPr>
            </a:lvl9pPr>
          </a:lstStyle>
          <a:p>
            <a:endParaRPr/>
          </a:p>
        </p:txBody>
      </p:sp>
    </p:spTree>
    <p:extLst>
      <p:ext uri="{BB962C8B-B14F-4D97-AF65-F5344CB8AC3E}">
        <p14:creationId xmlns:p14="http://schemas.microsoft.com/office/powerpoint/2010/main" val="1470550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magen con título 1" preserve="1">
  <p:cSld name="1_Imagen con título 1">
    <p:bg>
      <p:bgPr>
        <a:solidFill>
          <a:srgbClr val="DCEAFB"/>
        </a:solidFill>
        <a:effectLst/>
      </p:bgPr>
    </p:bg>
    <p:spTree>
      <p:nvGrpSpPr>
        <p:cNvPr id="1" name="Shape 77"/>
        <p:cNvGrpSpPr/>
        <p:nvPr/>
      </p:nvGrpSpPr>
      <p:grpSpPr>
        <a:xfrm>
          <a:off x="0" y="0"/>
          <a:ext cx="0" cy="0"/>
          <a:chOff x="0" y="0"/>
          <a:chExt cx="0" cy="0"/>
        </a:xfrm>
      </p:grpSpPr>
      <p:sp>
        <p:nvSpPr>
          <p:cNvPr id="78" name="Google Shape;78;p11"/>
          <p:cNvSpPr txBox="1">
            <a:spLocks noGrp="1"/>
          </p:cNvSpPr>
          <p:nvPr>
            <p:ph type="body" idx="1"/>
          </p:nvPr>
        </p:nvSpPr>
        <p:spPr>
          <a:xfrm>
            <a:off x="3768726" y="2553350"/>
            <a:ext cx="2352000" cy="2049600"/>
          </a:xfrm>
          <a:prstGeom prst="rect">
            <a:avLst/>
          </a:prstGeom>
          <a:noFill/>
          <a:ln>
            <a:noFill/>
          </a:ln>
        </p:spPr>
        <p:txBody>
          <a:bodyPr spcFirstLastPara="1" wrap="square" lIns="68575" tIns="34275" rIns="68575" bIns="34275" anchor="t" anchorCtr="0"/>
          <a:lstStyle>
            <a:lvl1pPr marL="457200" lvl="0" indent="-228600" algn="l" rtl="0">
              <a:lnSpc>
                <a:spcPct val="90000"/>
              </a:lnSpc>
              <a:spcBef>
                <a:spcPts val="800"/>
              </a:spcBef>
              <a:spcAft>
                <a:spcPts val="0"/>
              </a:spcAft>
              <a:buSzPts val="1100"/>
              <a:buFont typeface="Work Sans Light"/>
              <a:buNone/>
              <a:defRPr sz="1000">
                <a:solidFill>
                  <a:srgbClr val="0066CD"/>
                </a:solidFill>
                <a:latin typeface="Work Sans"/>
                <a:ea typeface="Work Sans"/>
                <a:cs typeface="Work Sans"/>
                <a:sym typeface="Work Sans"/>
              </a:defRPr>
            </a:lvl1pPr>
            <a:lvl2pPr marL="914400" lvl="1"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2pPr>
            <a:lvl3pPr marL="1371600" lvl="2"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3pPr>
            <a:lvl4pPr marL="1828800" lvl="3"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4pPr>
            <a:lvl5pPr marL="2286000" lvl="4"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5pPr>
            <a:lvl6pPr marL="2743200" lvl="5"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6pPr>
            <a:lvl7pPr marL="3200400" lvl="6"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7pPr>
            <a:lvl8pPr marL="3657600" lvl="7"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8pPr>
            <a:lvl9pPr marL="4114800" lvl="8" indent="-298450" algn="l" rtl="0">
              <a:lnSpc>
                <a:spcPct val="90000"/>
              </a:lnSpc>
              <a:spcBef>
                <a:spcPts val="400"/>
              </a:spcBef>
              <a:spcAft>
                <a:spcPts val="0"/>
              </a:spcAft>
              <a:buSzPts val="1100"/>
              <a:buFont typeface="Work Sans Light"/>
              <a:buChar char="•"/>
              <a:defRPr sz="1100">
                <a:latin typeface="Work Sans Light"/>
                <a:ea typeface="Work Sans Light"/>
                <a:cs typeface="Work Sans Light"/>
                <a:sym typeface="Work Sans Light"/>
              </a:defRPr>
            </a:lvl9pPr>
          </a:lstStyle>
          <a:p>
            <a:endParaRPr/>
          </a:p>
        </p:txBody>
      </p:sp>
      <p:sp>
        <p:nvSpPr>
          <p:cNvPr id="79" name="Google Shape;79;p11"/>
          <p:cNvSpPr>
            <a:spLocks noGrp="1"/>
          </p:cNvSpPr>
          <p:nvPr>
            <p:ph type="pic" idx="2"/>
          </p:nvPr>
        </p:nvSpPr>
        <p:spPr>
          <a:xfrm>
            <a:off x="0" y="0"/>
            <a:ext cx="3423000" cy="5143500"/>
          </a:xfrm>
          <a:prstGeom prst="rect">
            <a:avLst/>
          </a:prstGeom>
          <a:noFill/>
          <a:ln>
            <a:noFill/>
          </a:ln>
        </p:spPr>
        <p:txBody>
          <a:bodyPr spcFirstLastPara="1" wrap="square" lIns="68575" tIns="34275" rIns="68575" bIns="34275" anchor="t" anchorCtr="0"/>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Work Sans"/>
                <a:ea typeface="Work Sans"/>
                <a:cs typeface="Work Sans"/>
                <a:sym typeface="Work Sans"/>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Work Sans"/>
                <a:ea typeface="Work Sans"/>
                <a:cs typeface="Work Sans"/>
                <a:sym typeface="Work Sans"/>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Work Sans"/>
                <a:ea typeface="Work Sans"/>
                <a:cs typeface="Work Sans"/>
                <a:sym typeface="Work Sans"/>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Work Sans"/>
                <a:ea typeface="Work Sans"/>
                <a:cs typeface="Work Sans"/>
                <a:sym typeface="Work Sans"/>
              </a:defRPr>
            </a:lvl9pPr>
          </a:lstStyle>
          <a:p>
            <a:endParaRPr/>
          </a:p>
        </p:txBody>
      </p:sp>
      <p:sp>
        <p:nvSpPr>
          <p:cNvPr id="81" name="Google Shape;81;p11"/>
          <p:cNvSpPr txBox="1">
            <a:spLocks noGrp="1"/>
          </p:cNvSpPr>
          <p:nvPr>
            <p:ph type="title"/>
          </p:nvPr>
        </p:nvSpPr>
        <p:spPr>
          <a:xfrm>
            <a:off x="3768724" y="1733025"/>
            <a:ext cx="4307700" cy="643800"/>
          </a:xfrm>
          <a:prstGeom prst="rect">
            <a:avLst/>
          </a:prstGeom>
          <a:noFill/>
          <a:ln>
            <a:noFill/>
          </a:ln>
        </p:spPr>
        <p:txBody>
          <a:bodyPr spcFirstLastPara="1" wrap="square" lIns="68575" tIns="34275" rIns="68575" bIns="34275" anchor="ctr" anchorCtr="0"/>
          <a:lstStyle>
            <a:lvl1pPr lvl="0" algn="l" rtl="0">
              <a:lnSpc>
                <a:spcPct val="90000"/>
              </a:lnSpc>
              <a:spcBef>
                <a:spcPts val="0"/>
              </a:spcBef>
              <a:spcAft>
                <a:spcPts val="0"/>
              </a:spcAft>
              <a:buClr>
                <a:srgbClr val="FFFFFF"/>
              </a:buClr>
              <a:buSzPts val="1400"/>
              <a:buFont typeface="Work Sans SemiBold"/>
              <a:buNone/>
              <a:defRPr sz="3000">
                <a:solidFill>
                  <a:srgbClr val="0066CD"/>
                </a:solidFill>
                <a:latin typeface="Work Sans Light"/>
                <a:ea typeface="Work Sans Light"/>
                <a:cs typeface="Work Sans Light"/>
                <a:sym typeface="Work Sans Light"/>
              </a:defRPr>
            </a:lvl1pPr>
            <a:lvl2pPr lvl="1" algn="l" rtl="0">
              <a:lnSpc>
                <a:spcPct val="100000"/>
              </a:lnSpc>
              <a:spcBef>
                <a:spcPts val="0"/>
              </a:spcBef>
              <a:spcAft>
                <a:spcPts val="0"/>
              </a:spcAft>
              <a:buClr>
                <a:srgbClr val="FFFFFF"/>
              </a:buClr>
              <a:buSzPts val="1100"/>
              <a:buNone/>
              <a:defRPr>
                <a:solidFill>
                  <a:srgbClr val="FFFFFF"/>
                </a:solidFill>
              </a:defRPr>
            </a:lvl2pPr>
            <a:lvl3pPr lvl="2" algn="l" rtl="0">
              <a:lnSpc>
                <a:spcPct val="100000"/>
              </a:lnSpc>
              <a:spcBef>
                <a:spcPts val="0"/>
              </a:spcBef>
              <a:spcAft>
                <a:spcPts val="0"/>
              </a:spcAft>
              <a:buClr>
                <a:srgbClr val="FFFFFF"/>
              </a:buClr>
              <a:buSzPts val="1100"/>
              <a:buNone/>
              <a:defRPr>
                <a:solidFill>
                  <a:srgbClr val="FFFFFF"/>
                </a:solidFill>
              </a:defRPr>
            </a:lvl3pPr>
            <a:lvl4pPr lvl="3" algn="l" rtl="0">
              <a:lnSpc>
                <a:spcPct val="100000"/>
              </a:lnSpc>
              <a:spcBef>
                <a:spcPts val="0"/>
              </a:spcBef>
              <a:spcAft>
                <a:spcPts val="0"/>
              </a:spcAft>
              <a:buClr>
                <a:srgbClr val="FFFFFF"/>
              </a:buClr>
              <a:buSzPts val="1100"/>
              <a:buNone/>
              <a:defRPr>
                <a:solidFill>
                  <a:srgbClr val="FFFFFF"/>
                </a:solidFill>
              </a:defRPr>
            </a:lvl4pPr>
            <a:lvl5pPr lvl="4" algn="l" rtl="0">
              <a:lnSpc>
                <a:spcPct val="100000"/>
              </a:lnSpc>
              <a:spcBef>
                <a:spcPts val="0"/>
              </a:spcBef>
              <a:spcAft>
                <a:spcPts val="0"/>
              </a:spcAft>
              <a:buClr>
                <a:srgbClr val="FFFFFF"/>
              </a:buClr>
              <a:buSzPts val="1100"/>
              <a:buNone/>
              <a:defRPr>
                <a:solidFill>
                  <a:srgbClr val="FFFFFF"/>
                </a:solidFill>
              </a:defRPr>
            </a:lvl5pPr>
            <a:lvl6pPr lvl="5" algn="l" rtl="0">
              <a:lnSpc>
                <a:spcPct val="100000"/>
              </a:lnSpc>
              <a:spcBef>
                <a:spcPts val="0"/>
              </a:spcBef>
              <a:spcAft>
                <a:spcPts val="0"/>
              </a:spcAft>
              <a:buClr>
                <a:srgbClr val="FFFFFF"/>
              </a:buClr>
              <a:buSzPts val="1100"/>
              <a:buNone/>
              <a:defRPr>
                <a:solidFill>
                  <a:srgbClr val="FFFFFF"/>
                </a:solidFill>
              </a:defRPr>
            </a:lvl6pPr>
            <a:lvl7pPr lvl="6" algn="l" rtl="0">
              <a:lnSpc>
                <a:spcPct val="100000"/>
              </a:lnSpc>
              <a:spcBef>
                <a:spcPts val="0"/>
              </a:spcBef>
              <a:spcAft>
                <a:spcPts val="0"/>
              </a:spcAft>
              <a:buClr>
                <a:srgbClr val="FFFFFF"/>
              </a:buClr>
              <a:buSzPts val="1100"/>
              <a:buNone/>
              <a:defRPr>
                <a:solidFill>
                  <a:srgbClr val="FFFFFF"/>
                </a:solidFill>
              </a:defRPr>
            </a:lvl7pPr>
            <a:lvl8pPr lvl="7" algn="l" rtl="0">
              <a:lnSpc>
                <a:spcPct val="100000"/>
              </a:lnSpc>
              <a:spcBef>
                <a:spcPts val="0"/>
              </a:spcBef>
              <a:spcAft>
                <a:spcPts val="0"/>
              </a:spcAft>
              <a:buClr>
                <a:srgbClr val="FFFFFF"/>
              </a:buClr>
              <a:buSzPts val="1100"/>
              <a:buNone/>
              <a:defRPr>
                <a:solidFill>
                  <a:srgbClr val="FFFFFF"/>
                </a:solidFill>
              </a:defRPr>
            </a:lvl8pPr>
            <a:lvl9pPr lvl="8" algn="l" rtl="0">
              <a:lnSpc>
                <a:spcPct val="100000"/>
              </a:lnSpc>
              <a:spcBef>
                <a:spcPts val="0"/>
              </a:spcBef>
              <a:spcAft>
                <a:spcPts val="0"/>
              </a:spcAft>
              <a:buClr>
                <a:srgbClr val="FFFFFF"/>
              </a:buClr>
              <a:buSzPts val="1100"/>
              <a:buNone/>
              <a:defRPr>
                <a:solidFill>
                  <a:srgbClr val="FFFFFF"/>
                </a:solidFill>
              </a:defRPr>
            </a:lvl9pPr>
          </a:lstStyle>
          <a:p>
            <a:endParaRPr/>
          </a:p>
        </p:txBody>
      </p:sp>
    </p:spTree>
    <p:extLst>
      <p:ext uri="{BB962C8B-B14F-4D97-AF65-F5344CB8AC3E}">
        <p14:creationId xmlns:p14="http://schemas.microsoft.com/office/powerpoint/2010/main" val="4208558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texto" userDrawn="1">
  <p:cSld name="Jerarquizacion">
    <p:bg>
      <p:bgPr>
        <a:solidFill>
          <a:srgbClr val="DCEAFB"/>
        </a:solidFill>
        <a:effectLst/>
      </p:bgPr>
    </p:bg>
    <p:spTree>
      <p:nvGrpSpPr>
        <p:cNvPr id="1" name="Shape 66"/>
        <p:cNvGrpSpPr/>
        <p:nvPr/>
      </p:nvGrpSpPr>
      <p:grpSpPr>
        <a:xfrm>
          <a:off x="0" y="0"/>
          <a:ext cx="0" cy="0"/>
          <a:chOff x="0" y="0"/>
          <a:chExt cx="0" cy="0"/>
        </a:xfrm>
      </p:grpSpPr>
      <p:sp>
        <p:nvSpPr>
          <p:cNvPr id="67" name="Google Shape;67;p9"/>
          <p:cNvSpPr txBox="1">
            <a:spLocks noGrp="1"/>
          </p:cNvSpPr>
          <p:nvPr>
            <p:ph type="body" idx="1" hasCustomPrompt="1"/>
          </p:nvPr>
        </p:nvSpPr>
        <p:spPr>
          <a:xfrm>
            <a:off x="389860" y="2020185"/>
            <a:ext cx="8108101" cy="1066773"/>
          </a:xfrm>
          <a:prstGeom prst="rect">
            <a:avLst/>
          </a:prstGeom>
          <a:noFill/>
          <a:ln>
            <a:noFill/>
          </a:ln>
        </p:spPr>
        <p:txBody>
          <a:bodyPr spcFirstLastPara="1" wrap="square" lIns="0" tIns="0" rIns="0" bIns="0" anchor="t" anchorCtr="0"/>
          <a:lstStyle>
            <a:lvl1pPr marL="0" marR="0" lvl="0" indent="-6350" algn="l" defTabSz="914400" rtl="0" eaLnBrk="1" fontAlgn="auto" latinLnBrk="0" hangingPunct="1">
              <a:lnSpc>
                <a:spcPct val="120000"/>
              </a:lnSpc>
              <a:spcBef>
                <a:spcPts val="200"/>
              </a:spcBef>
              <a:spcAft>
                <a:spcPts val="600"/>
              </a:spcAft>
              <a:buClr>
                <a:srgbClr val="0066CD"/>
              </a:buClr>
              <a:buSzPts val="1100"/>
              <a:buFont typeface="Arial"/>
              <a:buNone/>
              <a:tabLst/>
              <a:defRPr sz="1600">
                <a:solidFill>
                  <a:srgbClr val="0066CD"/>
                </a:solidFill>
              </a:defRPr>
            </a:lvl1pPr>
            <a:lvl2pPr marL="914400" lvl="1" indent="-298450" algn="l">
              <a:lnSpc>
                <a:spcPct val="90000"/>
              </a:lnSpc>
              <a:spcBef>
                <a:spcPts val="400"/>
              </a:spcBef>
              <a:spcAft>
                <a:spcPts val="0"/>
              </a:spcAft>
              <a:buClr>
                <a:srgbClr val="0066CD"/>
              </a:buClr>
              <a:buSzPts val="1100"/>
              <a:buChar char="•"/>
              <a:defRPr sz="1100">
                <a:solidFill>
                  <a:srgbClr val="0066CD"/>
                </a:solidFill>
              </a:defRPr>
            </a:lvl2pPr>
            <a:lvl3pPr marL="1371600" lvl="2" indent="-298450" algn="l">
              <a:lnSpc>
                <a:spcPct val="90000"/>
              </a:lnSpc>
              <a:spcBef>
                <a:spcPts val="400"/>
              </a:spcBef>
              <a:spcAft>
                <a:spcPts val="0"/>
              </a:spcAft>
              <a:buClr>
                <a:srgbClr val="0066CD"/>
              </a:buClr>
              <a:buSzPts val="1100"/>
              <a:buChar char="•"/>
              <a:defRPr sz="1100">
                <a:solidFill>
                  <a:srgbClr val="0066CD"/>
                </a:solidFill>
              </a:defRPr>
            </a:lvl3pPr>
            <a:lvl4pPr marL="1828800" lvl="3" indent="-298450" algn="l">
              <a:lnSpc>
                <a:spcPct val="90000"/>
              </a:lnSpc>
              <a:spcBef>
                <a:spcPts val="400"/>
              </a:spcBef>
              <a:spcAft>
                <a:spcPts val="0"/>
              </a:spcAft>
              <a:buClr>
                <a:srgbClr val="0066CD"/>
              </a:buClr>
              <a:buSzPts val="1100"/>
              <a:buChar char="•"/>
              <a:defRPr sz="1100">
                <a:solidFill>
                  <a:srgbClr val="0066CD"/>
                </a:solidFill>
              </a:defRPr>
            </a:lvl4pPr>
            <a:lvl5pPr marL="2286000" lvl="4" indent="-298450" algn="l">
              <a:lnSpc>
                <a:spcPct val="90000"/>
              </a:lnSpc>
              <a:spcBef>
                <a:spcPts val="400"/>
              </a:spcBef>
              <a:spcAft>
                <a:spcPts val="0"/>
              </a:spcAft>
              <a:buClr>
                <a:srgbClr val="0066CD"/>
              </a:buClr>
              <a:buSzPts val="1100"/>
              <a:buChar char="•"/>
              <a:defRPr sz="1100">
                <a:solidFill>
                  <a:srgbClr val="0066CD"/>
                </a:solidFill>
              </a:defRPr>
            </a:lvl5pPr>
            <a:lvl6pPr marL="2743200" lvl="5" indent="-298450" algn="l">
              <a:lnSpc>
                <a:spcPct val="90000"/>
              </a:lnSpc>
              <a:spcBef>
                <a:spcPts val="400"/>
              </a:spcBef>
              <a:spcAft>
                <a:spcPts val="0"/>
              </a:spcAft>
              <a:buClr>
                <a:srgbClr val="0066CD"/>
              </a:buClr>
              <a:buSzPts val="1100"/>
              <a:buChar char="•"/>
              <a:defRPr sz="1100">
                <a:solidFill>
                  <a:srgbClr val="0066CD"/>
                </a:solidFill>
              </a:defRPr>
            </a:lvl6pPr>
            <a:lvl7pPr marL="3200400" lvl="6" indent="-298450" algn="l">
              <a:lnSpc>
                <a:spcPct val="90000"/>
              </a:lnSpc>
              <a:spcBef>
                <a:spcPts val="400"/>
              </a:spcBef>
              <a:spcAft>
                <a:spcPts val="0"/>
              </a:spcAft>
              <a:buClr>
                <a:srgbClr val="0066CD"/>
              </a:buClr>
              <a:buSzPts val="1100"/>
              <a:buChar char="•"/>
              <a:defRPr sz="1100">
                <a:solidFill>
                  <a:srgbClr val="0066CD"/>
                </a:solidFill>
              </a:defRPr>
            </a:lvl7pPr>
            <a:lvl8pPr marL="3657600" lvl="7" indent="-298450" algn="l">
              <a:lnSpc>
                <a:spcPct val="90000"/>
              </a:lnSpc>
              <a:spcBef>
                <a:spcPts val="400"/>
              </a:spcBef>
              <a:spcAft>
                <a:spcPts val="0"/>
              </a:spcAft>
              <a:buClr>
                <a:srgbClr val="0066CD"/>
              </a:buClr>
              <a:buSzPts val="1100"/>
              <a:buChar char="•"/>
              <a:defRPr sz="1100">
                <a:solidFill>
                  <a:srgbClr val="0066CD"/>
                </a:solidFill>
              </a:defRPr>
            </a:lvl8pPr>
            <a:lvl9pPr marL="4114800" lvl="8" indent="-298450" algn="l">
              <a:lnSpc>
                <a:spcPct val="90000"/>
              </a:lnSpc>
              <a:spcBef>
                <a:spcPts val="400"/>
              </a:spcBef>
              <a:spcAft>
                <a:spcPts val="0"/>
              </a:spcAft>
              <a:buClr>
                <a:srgbClr val="0066CD"/>
              </a:buClr>
              <a:buSzPts val="1100"/>
              <a:buChar char="•"/>
              <a:defRPr sz="1100">
                <a:solidFill>
                  <a:srgbClr val="0066CD"/>
                </a:solidFill>
              </a:defRPr>
            </a:lvl9pPr>
          </a:lstStyle>
          <a:p>
            <a:pPr marL="0" marR="0" lvl="0" indent="-6350" algn="l" defTabSz="914400" rtl="0" eaLnBrk="1" fontAlgn="auto" latinLnBrk="0" hangingPunct="1">
              <a:lnSpc>
                <a:spcPct val="120000"/>
              </a:lnSpc>
              <a:spcBef>
                <a:spcPts val="200"/>
              </a:spcBef>
              <a:spcAft>
                <a:spcPts val="600"/>
              </a:spcAft>
              <a:buClr>
                <a:srgbClr val="0066CD"/>
              </a:buClr>
              <a:buSzPts val="1100"/>
              <a:buFont typeface="Arial"/>
              <a:buNone/>
              <a:tabLst/>
              <a:defRPr/>
            </a:pPr>
            <a:r>
              <a:rPr lang="es-ES" dirty="0"/>
              <a:t>Coloque acá su párrafo procurando que la extensión sea máximo de seis líneas. Coloque acá su párrafo procurando que la extensión sea máximo de seis líneas. Coloque acá su párrafo procurando que la extensión sea máximo de seis líneas. </a:t>
            </a:r>
          </a:p>
          <a:p>
            <a:endParaRPr lang="es-ES" dirty="0"/>
          </a:p>
          <a:p>
            <a:endParaRPr dirty="0"/>
          </a:p>
        </p:txBody>
      </p:sp>
      <p:sp>
        <p:nvSpPr>
          <p:cNvPr id="68" name="Google Shape;68;p9"/>
          <p:cNvSpPr txBox="1">
            <a:spLocks noGrp="1"/>
          </p:cNvSpPr>
          <p:nvPr>
            <p:ph type="title" hasCustomPrompt="1"/>
          </p:nvPr>
        </p:nvSpPr>
        <p:spPr>
          <a:xfrm>
            <a:off x="393007" y="461115"/>
            <a:ext cx="8128775" cy="460160"/>
          </a:xfrm>
          <a:prstGeom prst="rect">
            <a:avLst/>
          </a:prstGeom>
          <a:noFill/>
          <a:ln>
            <a:noFill/>
          </a:ln>
        </p:spPr>
        <p:txBody>
          <a:bodyPr spcFirstLastPara="1" wrap="square" lIns="0" tIns="0" rIns="0" bIns="0" anchor="ctr" anchorCtr="0"/>
          <a:lstStyle>
            <a:lvl1pPr lvl="0" algn="l">
              <a:lnSpc>
                <a:spcPct val="90000"/>
              </a:lnSpc>
              <a:spcBef>
                <a:spcPts val="0"/>
              </a:spcBef>
              <a:spcAft>
                <a:spcPts val="0"/>
              </a:spcAft>
              <a:buClr>
                <a:srgbClr val="FFFFFF"/>
              </a:buClr>
              <a:buSzPts val="1400"/>
              <a:buFont typeface="Work Sans SemiBold"/>
              <a:buNone/>
              <a:defRPr sz="3200" b="1" i="0">
                <a:solidFill>
                  <a:srgbClr val="0066CD"/>
                </a:solidFill>
                <a:latin typeface="Work Sans SemiBold" pitchFamily="2" charset="77"/>
                <a:ea typeface="Work Sans SemiBold" pitchFamily="2" charset="77"/>
                <a:cs typeface="Work Sans SemiBold" pitchFamily="2" charset="77"/>
                <a:sym typeface="Work Sans Light"/>
              </a:defRPr>
            </a:lvl1pPr>
            <a:lvl2pPr lvl="1" algn="l">
              <a:lnSpc>
                <a:spcPct val="100000"/>
              </a:lnSpc>
              <a:spcBef>
                <a:spcPts val="0"/>
              </a:spcBef>
              <a:spcAft>
                <a:spcPts val="0"/>
              </a:spcAft>
              <a:buClr>
                <a:srgbClr val="FFFFFF"/>
              </a:buClr>
              <a:buSzPts val="1100"/>
              <a:buNone/>
              <a:defRPr>
                <a:solidFill>
                  <a:srgbClr val="FFFFFF"/>
                </a:solidFill>
              </a:defRPr>
            </a:lvl2pPr>
            <a:lvl3pPr lvl="2" algn="l">
              <a:lnSpc>
                <a:spcPct val="100000"/>
              </a:lnSpc>
              <a:spcBef>
                <a:spcPts val="0"/>
              </a:spcBef>
              <a:spcAft>
                <a:spcPts val="0"/>
              </a:spcAft>
              <a:buClr>
                <a:srgbClr val="FFFFFF"/>
              </a:buClr>
              <a:buSzPts val="1100"/>
              <a:buNone/>
              <a:defRPr>
                <a:solidFill>
                  <a:srgbClr val="FFFFFF"/>
                </a:solidFill>
              </a:defRPr>
            </a:lvl3pPr>
            <a:lvl4pPr lvl="3" algn="l">
              <a:lnSpc>
                <a:spcPct val="100000"/>
              </a:lnSpc>
              <a:spcBef>
                <a:spcPts val="0"/>
              </a:spcBef>
              <a:spcAft>
                <a:spcPts val="0"/>
              </a:spcAft>
              <a:buClr>
                <a:srgbClr val="FFFFFF"/>
              </a:buClr>
              <a:buSzPts val="1100"/>
              <a:buNone/>
              <a:defRPr>
                <a:solidFill>
                  <a:srgbClr val="FFFFFF"/>
                </a:solidFill>
              </a:defRPr>
            </a:lvl4pPr>
            <a:lvl5pPr lvl="4" algn="l">
              <a:lnSpc>
                <a:spcPct val="100000"/>
              </a:lnSpc>
              <a:spcBef>
                <a:spcPts val="0"/>
              </a:spcBef>
              <a:spcAft>
                <a:spcPts val="0"/>
              </a:spcAft>
              <a:buClr>
                <a:srgbClr val="FFFFFF"/>
              </a:buClr>
              <a:buSzPts val="1100"/>
              <a:buNone/>
              <a:defRPr>
                <a:solidFill>
                  <a:srgbClr val="FFFFFF"/>
                </a:solidFill>
              </a:defRPr>
            </a:lvl5pPr>
            <a:lvl6pPr lvl="5" algn="l">
              <a:lnSpc>
                <a:spcPct val="100000"/>
              </a:lnSpc>
              <a:spcBef>
                <a:spcPts val="0"/>
              </a:spcBef>
              <a:spcAft>
                <a:spcPts val="0"/>
              </a:spcAft>
              <a:buClr>
                <a:srgbClr val="FFFFFF"/>
              </a:buClr>
              <a:buSzPts val="1100"/>
              <a:buNone/>
              <a:defRPr>
                <a:solidFill>
                  <a:srgbClr val="FFFFFF"/>
                </a:solidFill>
              </a:defRPr>
            </a:lvl6pPr>
            <a:lvl7pPr lvl="6" algn="l">
              <a:lnSpc>
                <a:spcPct val="100000"/>
              </a:lnSpc>
              <a:spcBef>
                <a:spcPts val="0"/>
              </a:spcBef>
              <a:spcAft>
                <a:spcPts val="0"/>
              </a:spcAft>
              <a:buClr>
                <a:srgbClr val="FFFFFF"/>
              </a:buClr>
              <a:buSzPts val="1100"/>
              <a:buNone/>
              <a:defRPr>
                <a:solidFill>
                  <a:srgbClr val="FFFFFF"/>
                </a:solidFill>
              </a:defRPr>
            </a:lvl7pPr>
            <a:lvl8pPr lvl="7" algn="l">
              <a:lnSpc>
                <a:spcPct val="100000"/>
              </a:lnSpc>
              <a:spcBef>
                <a:spcPts val="0"/>
              </a:spcBef>
              <a:spcAft>
                <a:spcPts val="0"/>
              </a:spcAft>
              <a:buClr>
                <a:srgbClr val="FFFFFF"/>
              </a:buClr>
              <a:buSzPts val="1100"/>
              <a:buNone/>
              <a:defRPr>
                <a:solidFill>
                  <a:srgbClr val="FFFFFF"/>
                </a:solidFill>
              </a:defRPr>
            </a:lvl8pPr>
            <a:lvl9pPr lvl="8" algn="l">
              <a:lnSpc>
                <a:spcPct val="100000"/>
              </a:lnSpc>
              <a:spcBef>
                <a:spcPts val="0"/>
              </a:spcBef>
              <a:spcAft>
                <a:spcPts val="0"/>
              </a:spcAft>
              <a:buClr>
                <a:srgbClr val="FFFFFF"/>
              </a:buClr>
              <a:buSzPts val="1100"/>
              <a:buNone/>
              <a:defRPr>
                <a:solidFill>
                  <a:srgbClr val="FFFFFF"/>
                </a:solidFill>
              </a:defRPr>
            </a:lvl9pPr>
          </a:lstStyle>
          <a:p>
            <a:r>
              <a:rPr lang="es-ES" dirty="0"/>
              <a:t>Título principal</a:t>
            </a:r>
            <a:endParaRPr dirty="0"/>
          </a:p>
        </p:txBody>
      </p:sp>
      <p:sp>
        <p:nvSpPr>
          <p:cNvPr id="7" name="Google Shape;67;p9">
            <a:extLst>
              <a:ext uri="{FF2B5EF4-FFF2-40B4-BE49-F238E27FC236}">
                <a16:creationId xmlns:a16="http://schemas.microsoft.com/office/drawing/2014/main" id="{1DDAB1E0-6833-C44E-86FE-2037BAD1B382}"/>
              </a:ext>
            </a:extLst>
          </p:cNvPr>
          <p:cNvSpPr txBox="1">
            <a:spLocks noGrp="1"/>
          </p:cNvSpPr>
          <p:nvPr>
            <p:ph type="body" idx="10" hasCustomPrompt="1"/>
          </p:nvPr>
        </p:nvSpPr>
        <p:spPr>
          <a:xfrm>
            <a:off x="396949" y="3572540"/>
            <a:ext cx="8099889" cy="663720"/>
          </a:xfrm>
          <a:prstGeom prst="rect">
            <a:avLst/>
          </a:prstGeom>
          <a:noFill/>
          <a:ln>
            <a:noFill/>
          </a:ln>
        </p:spPr>
        <p:txBody>
          <a:bodyPr spcFirstLastPara="1" wrap="square" lIns="0" tIns="0" rIns="0" bIns="0" anchor="t" anchorCtr="0"/>
          <a:lstStyle>
            <a:lvl1pPr marL="177800" lvl="0" indent="-177800" algn="l">
              <a:lnSpc>
                <a:spcPct val="130000"/>
              </a:lnSpc>
              <a:spcBef>
                <a:spcPts val="200"/>
              </a:spcBef>
              <a:spcAft>
                <a:spcPts val="0"/>
              </a:spcAft>
              <a:buClr>
                <a:srgbClr val="0066CD"/>
              </a:buClr>
              <a:buSzPct val="80000"/>
              <a:buFont typeface="Arial" panose="020B0604020202020204" pitchFamily="34" charset="0"/>
              <a:buChar char="•"/>
              <a:tabLst/>
              <a:defRPr sz="1600">
                <a:solidFill>
                  <a:srgbClr val="0066CD"/>
                </a:solidFill>
              </a:defRPr>
            </a:lvl1pPr>
            <a:lvl2pPr marL="914400" lvl="1" indent="-298450" algn="l">
              <a:lnSpc>
                <a:spcPct val="90000"/>
              </a:lnSpc>
              <a:spcBef>
                <a:spcPts val="400"/>
              </a:spcBef>
              <a:spcAft>
                <a:spcPts val="0"/>
              </a:spcAft>
              <a:buClr>
                <a:srgbClr val="0066CD"/>
              </a:buClr>
              <a:buSzPts val="1100"/>
              <a:buChar char="•"/>
              <a:defRPr sz="1100">
                <a:solidFill>
                  <a:srgbClr val="0066CD"/>
                </a:solidFill>
              </a:defRPr>
            </a:lvl2pPr>
            <a:lvl3pPr marL="1371600" lvl="2" indent="-298450" algn="l">
              <a:lnSpc>
                <a:spcPct val="90000"/>
              </a:lnSpc>
              <a:spcBef>
                <a:spcPts val="400"/>
              </a:spcBef>
              <a:spcAft>
                <a:spcPts val="0"/>
              </a:spcAft>
              <a:buClr>
                <a:srgbClr val="0066CD"/>
              </a:buClr>
              <a:buSzPts val="1100"/>
              <a:buChar char="•"/>
              <a:defRPr sz="1100">
                <a:solidFill>
                  <a:srgbClr val="0066CD"/>
                </a:solidFill>
              </a:defRPr>
            </a:lvl3pPr>
            <a:lvl4pPr marL="1828800" lvl="3" indent="-298450" algn="l">
              <a:lnSpc>
                <a:spcPct val="90000"/>
              </a:lnSpc>
              <a:spcBef>
                <a:spcPts val="400"/>
              </a:spcBef>
              <a:spcAft>
                <a:spcPts val="0"/>
              </a:spcAft>
              <a:buClr>
                <a:srgbClr val="0066CD"/>
              </a:buClr>
              <a:buSzPts val="1100"/>
              <a:buChar char="•"/>
              <a:defRPr sz="1100">
                <a:solidFill>
                  <a:srgbClr val="0066CD"/>
                </a:solidFill>
              </a:defRPr>
            </a:lvl4pPr>
            <a:lvl5pPr marL="2286000" lvl="4" indent="-298450" algn="l">
              <a:lnSpc>
                <a:spcPct val="90000"/>
              </a:lnSpc>
              <a:spcBef>
                <a:spcPts val="400"/>
              </a:spcBef>
              <a:spcAft>
                <a:spcPts val="0"/>
              </a:spcAft>
              <a:buClr>
                <a:srgbClr val="0066CD"/>
              </a:buClr>
              <a:buSzPts val="1100"/>
              <a:buChar char="•"/>
              <a:defRPr sz="1100">
                <a:solidFill>
                  <a:srgbClr val="0066CD"/>
                </a:solidFill>
              </a:defRPr>
            </a:lvl5pPr>
            <a:lvl6pPr marL="2743200" lvl="5" indent="-298450" algn="l">
              <a:lnSpc>
                <a:spcPct val="90000"/>
              </a:lnSpc>
              <a:spcBef>
                <a:spcPts val="400"/>
              </a:spcBef>
              <a:spcAft>
                <a:spcPts val="0"/>
              </a:spcAft>
              <a:buClr>
                <a:srgbClr val="0066CD"/>
              </a:buClr>
              <a:buSzPts val="1100"/>
              <a:buChar char="•"/>
              <a:defRPr sz="1100">
                <a:solidFill>
                  <a:srgbClr val="0066CD"/>
                </a:solidFill>
              </a:defRPr>
            </a:lvl6pPr>
            <a:lvl7pPr marL="3200400" lvl="6" indent="-298450" algn="l">
              <a:lnSpc>
                <a:spcPct val="90000"/>
              </a:lnSpc>
              <a:spcBef>
                <a:spcPts val="400"/>
              </a:spcBef>
              <a:spcAft>
                <a:spcPts val="0"/>
              </a:spcAft>
              <a:buClr>
                <a:srgbClr val="0066CD"/>
              </a:buClr>
              <a:buSzPts val="1100"/>
              <a:buChar char="•"/>
              <a:defRPr sz="1100">
                <a:solidFill>
                  <a:srgbClr val="0066CD"/>
                </a:solidFill>
              </a:defRPr>
            </a:lvl7pPr>
            <a:lvl8pPr marL="3657600" lvl="7" indent="-298450" algn="l">
              <a:lnSpc>
                <a:spcPct val="90000"/>
              </a:lnSpc>
              <a:spcBef>
                <a:spcPts val="400"/>
              </a:spcBef>
              <a:spcAft>
                <a:spcPts val="0"/>
              </a:spcAft>
              <a:buClr>
                <a:srgbClr val="0066CD"/>
              </a:buClr>
              <a:buSzPts val="1100"/>
              <a:buChar char="•"/>
              <a:defRPr sz="1100">
                <a:solidFill>
                  <a:srgbClr val="0066CD"/>
                </a:solidFill>
              </a:defRPr>
            </a:lvl8pPr>
            <a:lvl9pPr marL="4114800" lvl="8" indent="-298450" algn="l">
              <a:lnSpc>
                <a:spcPct val="90000"/>
              </a:lnSpc>
              <a:spcBef>
                <a:spcPts val="400"/>
              </a:spcBef>
              <a:spcAft>
                <a:spcPts val="0"/>
              </a:spcAft>
              <a:buClr>
                <a:srgbClr val="0066CD"/>
              </a:buClr>
              <a:buSzPts val="1100"/>
              <a:buChar char="•"/>
              <a:defRPr sz="1100">
                <a:solidFill>
                  <a:srgbClr val="0066CD"/>
                </a:solidFill>
              </a:defRPr>
            </a:lvl9pPr>
          </a:lstStyle>
          <a:p>
            <a:r>
              <a:rPr lang="es-ES" dirty="0"/>
              <a:t>Viñeta 1</a:t>
            </a:r>
            <a:endParaRPr dirty="0"/>
          </a:p>
        </p:txBody>
      </p:sp>
      <p:sp>
        <p:nvSpPr>
          <p:cNvPr id="19" name="Google Shape;67;p9">
            <a:extLst>
              <a:ext uri="{FF2B5EF4-FFF2-40B4-BE49-F238E27FC236}">
                <a16:creationId xmlns:a16="http://schemas.microsoft.com/office/drawing/2014/main" id="{1A832DEE-0F29-CE49-8FE2-E1C8775EEBA1}"/>
              </a:ext>
            </a:extLst>
          </p:cNvPr>
          <p:cNvSpPr txBox="1">
            <a:spLocks noGrp="1"/>
          </p:cNvSpPr>
          <p:nvPr>
            <p:ph type="body" idx="11" hasCustomPrompt="1"/>
          </p:nvPr>
        </p:nvSpPr>
        <p:spPr>
          <a:xfrm>
            <a:off x="385238" y="1172582"/>
            <a:ext cx="8137954" cy="388085"/>
          </a:xfrm>
          <a:prstGeom prst="rect">
            <a:avLst/>
          </a:prstGeom>
          <a:noFill/>
          <a:ln>
            <a:noFill/>
          </a:ln>
        </p:spPr>
        <p:txBody>
          <a:bodyPr spcFirstLastPara="1" wrap="square" lIns="0" tIns="0" rIns="0" bIns="0" anchor="t" anchorCtr="0"/>
          <a:lstStyle>
            <a:lvl1pPr marL="0" lvl="0" indent="-6350" algn="l">
              <a:lnSpc>
                <a:spcPct val="120000"/>
              </a:lnSpc>
              <a:spcBef>
                <a:spcPts val="200"/>
              </a:spcBef>
              <a:spcAft>
                <a:spcPts val="600"/>
              </a:spcAft>
              <a:buClr>
                <a:srgbClr val="0066CD"/>
              </a:buClr>
              <a:buSzPts val="1100"/>
              <a:buNone/>
              <a:tabLst/>
              <a:defRPr lang="es-ES" sz="2400" b="1" i="0" u="none" strike="noStrike" cap="none" dirty="0" smtClean="0">
                <a:solidFill>
                  <a:srgbClr val="0066CD"/>
                </a:solidFill>
                <a:latin typeface="Work Sans SemiBold" pitchFamily="2" charset="77"/>
                <a:ea typeface="Work Sans SemiBold" pitchFamily="2" charset="77"/>
                <a:cs typeface="Work Sans SemiBold" pitchFamily="2" charset="77"/>
                <a:sym typeface="Work Sans Light"/>
              </a:defRPr>
            </a:lvl1pPr>
            <a:lvl2pPr marL="914400" lvl="1" indent="-298450" algn="l">
              <a:lnSpc>
                <a:spcPct val="90000"/>
              </a:lnSpc>
              <a:spcBef>
                <a:spcPts val="400"/>
              </a:spcBef>
              <a:spcAft>
                <a:spcPts val="0"/>
              </a:spcAft>
              <a:buClr>
                <a:srgbClr val="0066CD"/>
              </a:buClr>
              <a:buSzPts val="1100"/>
              <a:buChar char="•"/>
              <a:defRPr sz="1100">
                <a:solidFill>
                  <a:srgbClr val="0066CD"/>
                </a:solidFill>
              </a:defRPr>
            </a:lvl2pPr>
            <a:lvl3pPr marL="1371600" lvl="2" indent="-298450" algn="l">
              <a:lnSpc>
                <a:spcPct val="90000"/>
              </a:lnSpc>
              <a:spcBef>
                <a:spcPts val="400"/>
              </a:spcBef>
              <a:spcAft>
                <a:spcPts val="0"/>
              </a:spcAft>
              <a:buClr>
                <a:srgbClr val="0066CD"/>
              </a:buClr>
              <a:buSzPts val="1100"/>
              <a:buChar char="•"/>
              <a:defRPr sz="1100">
                <a:solidFill>
                  <a:srgbClr val="0066CD"/>
                </a:solidFill>
              </a:defRPr>
            </a:lvl3pPr>
            <a:lvl4pPr marL="1828800" lvl="3" indent="-298450" algn="l">
              <a:lnSpc>
                <a:spcPct val="90000"/>
              </a:lnSpc>
              <a:spcBef>
                <a:spcPts val="400"/>
              </a:spcBef>
              <a:spcAft>
                <a:spcPts val="0"/>
              </a:spcAft>
              <a:buClr>
                <a:srgbClr val="0066CD"/>
              </a:buClr>
              <a:buSzPts val="1100"/>
              <a:buChar char="•"/>
              <a:defRPr sz="1100">
                <a:solidFill>
                  <a:srgbClr val="0066CD"/>
                </a:solidFill>
              </a:defRPr>
            </a:lvl4pPr>
            <a:lvl5pPr marL="2286000" lvl="4" indent="-298450" algn="l">
              <a:lnSpc>
                <a:spcPct val="90000"/>
              </a:lnSpc>
              <a:spcBef>
                <a:spcPts val="400"/>
              </a:spcBef>
              <a:spcAft>
                <a:spcPts val="0"/>
              </a:spcAft>
              <a:buClr>
                <a:srgbClr val="0066CD"/>
              </a:buClr>
              <a:buSzPts val="1100"/>
              <a:buChar char="•"/>
              <a:defRPr sz="1100">
                <a:solidFill>
                  <a:srgbClr val="0066CD"/>
                </a:solidFill>
              </a:defRPr>
            </a:lvl5pPr>
            <a:lvl6pPr marL="2743200" lvl="5" indent="-298450" algn="l">
              <a:lnSpc>
                <a:spcPct val="90000"/>
              </a:lnSpc>
              <a:spcBef>
                <a:spcPts val="400"/>
              </a:spcBef>
              <a:spcAft>
                <a:spcPts val="0"/>
              </a:spcAft>
              <a:buClr>
                <a:srgbClr val="0066CD"/>
              </a:buClr>
              <a:buSzPts val="1100"/>
              <a:buChar char="•"/>
              <a:defRPr sz="1100">
                <a:solidFill>
                  <a:srgbClr val="0066CD"/>
                </a:solidFill>
              </a:defRPr>
            </a:lvl6pPr>
            <a:lvl7pPr marL="3200400" lvl="6" indent="-298450" algn="l">
              <a:lnSpc>
                <a:spcPct val="90000"/>
              </a:lnSpc>
              <a:spcBef>
                <a:spcPts val="400"/>
              </a:spcBef>
              <a:spcAft>
                <a:spcPts val="0"/>
              </a:spcAft>
              <a:buClr>
                <a:srgbClr val="0066CD"/>
              </a:buClr>
              <a:buSzPts val="1100"/>
              <a:buChar char="•"/>
              <a:defRPr sz="1100">
                <a:solidFill>
                  <a:srgbClr val="0066CD"/>
                </a:solidFill>
              </a:defRPr>
            </a:lvl7pPr>
            <a:lvl8pPr marL="3657600" lvl="7" indent="-298450" algn="l">
              <a:lnSpc>
                <a:spcPct val="90000"/>
              </a:lnSpc>
              <a:spcBef>
                <a:spcPts val="400"/>
              </a:spcBef>
              <a:spcAft>
                <a:spcPts val="0"/>
              </a:spcAft>
              <a:buClr>
                <a:srgbClr val="0066CD"/>
              </a:buClr>
              <a:buSzPts val="1100"/>
              <a:buChar char="•"/>
              <a:defRPr sz="1100">
                <a:solidFill>
                  <a:srgbClr val="0066CD"/>
                </a:solidFill>
              </a:defRPr>
            </a:lvl8pPr>
            <a:lvl9pPr marL="4114800" lvl="8" indent="-298450" algn="l">
              <a:lnSpc>
                <a:spcPct val="90000"/>
              </a:lnSpc>
              <a:spcBef>
                <a:spcPts val="400"/>
              </a:spcBef>
              <a:spcAft>
                <a:spcPts val="0"/>
              </a:spcAft>
              <a:buClr>
                <a:srgbClr val="0066CD"/>
              </a:buClr>
              <a:buSzPts val="1100"/>
              <a:buChar char="•"/>
              <a:defRPr sz="1100">
                <a:solidFill>
                  <a:srgbClr val="0066CD"/>
                </a:solidFill>
              </a:defRPr>
            </a:lvl9pPr>
          </a:lstStyle>
          <a:p>
            <a:r>
              <a:rPr lang="es-ES" dirty="0"/>
              <a:t>Título secundario</a:t>
            </a:r>
          </a:p>
          <a:p>
            <a:endParaRPr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8" name="Rectángulo 7">
            <a:extLst>
              <a:ext uri="{FF2B5EF4-FFF2-40B4-BE49-F238E27FC236}">
                <a16:creationId xmlns:a16="http://schemas.microsoft.com/office/drawing/2014/main" id="{F0CBDD29-79E4-5D4F-9B00-55EED8939EE9}"/>
              </a:ext>
            </a:extLst>
          </p:cNvPr>
          <p:cNvSpPr/>
          <p:nvPr userDrawn="1"/>
        </p:nvSpPr>
        <p:spPr>
          <a:xfrm flipH="1">
            <a:off x="4572000" y="1038152"/>
            <a:ext cx="4572000" cy="306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8D39D936-4738-BD4C-A401-EE1EFF3EA946}"/>
              </a:ext>
            </a:extLst>
          </p:cNvPr>
          <p:cNvSpPr/>
          <p:nvPr userDrawn="1"/>
        </p:nvSpPr>
        <p:spPr>
          <a:xfrm>
            <a:off x="0" y="1038152"/>
            <a:ext cx="4572000" cy="3060000"/>
          </a:xfrm>
          <a:prstGeom prst="rect">
            <a:avLst/>
          </a:prstGeom>
          <a:solidFill>
            <a:srgbClr val="006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Marcador de texto 1">
            <a:extLst>
              <a:ext uri="{FF2B5EF4-FFF2-40B4-BE49-F238E27FC236}">
                <a16:creationId xmlns:a16="http://schemas.microsoft.com/office/drawing/2014/main" id="{8557A2B4-5198-7641-8A8B-F1D2115AF0A7}"/>
              </a:ext>
            </a:extLst>
          </p:cNvPr>
          <p:cNvSpPr>
            <a:spLocks noGrp="1"/>
          </p:cNvSpPr>
          <p:nvPr>
            <p:ph type="body" idx="1"/>
          </p:nvPr>
        </p:nvSpPr>
        <p:spPr>
          <a:xfrm>
            <a:off x="4888258" y="1846257"/>
            <a:ext cx="3860455" cy="1443791"/>
          </a:xfrm>
          <a:prstGeom prst="rect">
            <a:avLst/>
          </a:prstGeom>
        </p:spPr>
        <p:txBody>
          <a:bodyPr/>
          <a:lstStyle>
            <a:lvl1pPr marL="95250" indent="0">
              <a:lnSpc>
                <a:spcPct val="110000"/>
              </a:lnSpc>
              <a:buNone/>
              <a:defRPr sz="1600"/>
            </a:lvl1pPr>
          </a:lstStyle>
          <a:p>
            <a:r>
              <a:rPr lang="es-CO" dirty="0"/>
              <a:t>La presentación es una guía, recuerda desarrollar la idea en una extensión no mayor a seis líneas de texto. Usa las listas para mejorar y resaltar lo importante.</a:t>
            </a:r>
          </a:p>
          <a:p>
            <a:endParaRPr lang="es-CO" dirty="0"/>
          </a:p>
        </p:txBody>
      </p:sp>
      <p:sp>
        <p:nvSpPr>
          <p:cNvPr id="11" name="Título 2">
            <a:extLst>
              <a:ext uri="{FF2B5EF4-FFF2-40B4-BE49-F238E27FC236}">
                <a16:creationId xmlns:a16="http://schemas.microsoft.com/office/drawing/2014/main" id="{05C17BC0-FDB8-154C-B5C0-490D74123359}"/>
              </a:ext>
            </a:extLst>
          </p:cNvPr>
          <p:cNvSpPr>
            <a:spLocks noGrp="1"/>
          </p:cNvSpPr>
          <p:nvPr>
            <p:ph type="title"/>
          </p:nvPr>
        </p:nvSpPr>
        <p:spPr>
          <a:xfrm>
            <a:off x="1259281" y="1803622"/>
            <a:ext cx="3312719" cy="1529060"/>
          </a:xfrm>
          <a:prstGeom prst="rect">
            <a:avLst/>
          </a:prstGeom>
        </p:spPr>
        <p:txBody>
          <a:bodyPr/>
          <a:lstStyle>
            <a:lvl1pPr>
              <a:defRPr b="1" i="0">
                <a:latin typeface="Work Sans SemiBold" pitchFamily="2" charset="77"/>
              </a:defRPr>
            </a:lvl1pPr>
          </a:lstStyle>
          <a:p>
            <a:pPr>
              <a:lnSpc>
                <a:spcPct val="110000"/>
              </a:lnSpc>
            </a:pPr>
            <a:r>
              <a:rPr lang="es-CO" sz="3200" dirty="0">
                <a:solidFill>
                  <a:schemeClr val="bg1"/>
                </a:solidFill>
              </a:rPr>
              <a:t>Espacio para el título principal</a:t>
            </a:r>
          </a:p>
        </p:txBody>
      </p:sp>
    </p:spTree>
    <p:extLst>
      <p:ext uri="{BB962C8B-B14F-4D97-AF65-F5344CB8AC3E}">
        <p14:creationId xmlns:p14="http://schemas.microsoft.com/office/powerpoint/2010/main" val="386511297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texto" preserve="1" userDrawn="1">
  <p:cSld name="Fondo blanco centrado">
    <p:bg>
      <p:bgPr>
        <a:solidFill>
          <a:srgbClr val="DCEAFB"/>
        </a:solidFill>
        <a:effectLst/>
      </p:bgPr>
    </p:bg>
    <p:spTree>
      <p:nvGrpSpPr>
        <p:cNvPr id="1" name="Shape 66"/>
        <p:cNvGrpSpPr/>
        <p:nvPr/>
      </p:nvGrpSpPr>
      <p:grpSpPr>
        <a:xfrm>
          <a:off x="0" y="0"/>
          <a:ext cx="0" cy="0"/>
          <a:chOff x="0" y="0"/>
          <a:chExt cx="0" cy="0"/>
        </a:xfrm>
      </p:grpSpPr>
      <p:sp>
        <p:nvSpPr>
          <p:cNvPr id="8" name="Rectángulo 7">
            <a:extLst>
              <a:ext uri="{FF2B5EF4-FFF2-40B4-BE49-F238E27FC236}">
                <a16:creationId xmlns:a16="http://schemas.microsoft.com/office/drawing/2014/main" id="{F0CBDD29-79E4-5D4F-9B00-55EED8939EE9}"/>
              </a:ext>
            </a:extLst>
          </p:cNvPr>
          <p:cNvSpPr/>
          <p:nvPr userDrawn="1"/>
        </p:nvSpPr>
        <p:spPr>
          <a:xfrm flipH="1">
            <a:off x="0" y="1038152"/>
            <a:ext cx="9144000" cy="306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Marcador de texto 1">
            <a:extLst>
              <a:ext uri="{FF2B5EF4-FFF2-40B4-BE49-F238E27FC236}">
                <a16:creationId xmlns:a16="http://schemas.microsoft.com/office/drawing/2014/main" id="{8557A2B4-5198-7641-8A8B-F1D2115AF0A7}"/>
              </a:ext>
            </a:extLst>
          </p:cNvPr>
          <p:cNvSpPr>
            <a:spLocks noGrp="1"/>
          </p:cNvSpPr>
          <p:nvPr>
            <p:ph type="body" idx="1"/>
          </p:nvPr>
        </p:nvSpPr>
        <p:spPr>
          <a:xfrm>
            <a:off x="4888258" y="1846257"/>
            <a:ext cx="3860455" cy="1443791"/>
          </a:xfrm>
          <a:prstGeom prst="rect">
            <a:avLst/>
          </a:prstGeom>
        </p:spPr>
        <p:txBody>
          <a:bodyPr/>
          <a:lstStyle>
            <a:lvl1pPr marL="95250" indent="0">
              <a:lnSpc>
                <a:spcPct val="110000"/>
              </a:lnSpc>
              <a:buNone/>
              <a:defRPr sz="1600"/>
            </a:lvl1pPr>
          </a:lstStyle>
          <a:p>
            <a:r>
              <a:rPr lang="es-CO" dirty="0"/>
              <a:t>La presentación es una guía, recuerda desarrollar la idea en una extensión no mayor a seis líneas de texto. Usa las listas para mejorar y resaltar lo importante.</a:t>
            </a:r>
          </a:p>
          <a:p>
            <a:endParaRPr lang="es-CO" dirty="0"/>
          </a:p>
        </p:txBody>
      </p:sp>
      <p:cxnSp>
        <p:nvCxnSpPr>
          <p:cNvPr id="22" name="Conector recto 21">
            <a:extLst>
              <a:ext uri="{FF2B5EF4-FFF2-40B4-BE49-F238E27FC236}">
                <a16:creationId xmlns:a16="http://schemas.microsoft.com/office/drawing/2014/main" id="{25AF4535-172E-694D-AFE6-36304F504D55}"/>
              </a:ext>
            </a:extLst>
          </p:cNvPr>
          <p:cNvCxnSpPr/>
          <p:nvPr userDrawn="1"/>
        </p:nvCxnSpPr>
        <p:spPr>
          <a:xfrm>
            <a:off x="4585751" y="1351404"/>
            <a:ext cx="0" cy="2440692"/>
          </a:xfrm>
          <a:prstGeom prst="line">
            <a:avLst/>
          </a:prstGeom>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Título 1">
            <a:extLst>
              <a:ext uri="{FF2B5EF4-FFF2-40B4-BE49-F238E27FC236}">
                <a16:creationId xmlns:a16="http://schemas.microsoft.com/office/drawing/2014/main" id="{A17CFCB4-EB13-DF49-A706-CF37CF992B35}"/>
              </a:ext>
            </a:extLst>
          </p:cNvPr>
          <p:cNvSpPr>
            <a:spLocks noGrp="1"/>
          </p:cNvSpPr>
          <p:nvPr>
            <p:ph type="title"/>
          </p:nvPr>
        </p:nvSpPr>
        <p:spPr>
          <a:xfrm>
            <a:off x="1214523" y="2004879"/>
            <a:ext cx="3138459" cy="1340620"/>
          </a:xfrm>
        </p:spPr>
        <p:txBody>
          <a:bodyPr/>
          <a:lstStyle/>
          <a:p>
            <a:r>
              <a:rPr lang="es-ES"/>
              <a:t>Haga clic para modificar el estilo de título del patrón</a:t>
            </a:r>
            <a:endParaRPr lang="es-CO"/>
          </a:p>
        </p:txBody>
      </p:sp>
    </p:spTree>
    <p:extLst>
      <p:ext uri="{BB962C8B-B14F-4D97-AF65-F5344CB8AC3E}">
        <p14:creationId xmlns:p14="http://schemas.microsoft.com/office/powerpoint/2010/main" val="35346876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8" name="Rectángulo 7">
            <a:extLst>
              <a:ext uri="{FF2B5EF4-FFF2-40B4-BE49-F238E27FC236}">
                <a16:creationId xmlns:a16="http://schemas.microsoft.com/office/drawing/2014/main" id="{F0CBDD29-79E4-5D4F-9B00-55EED8939EE9}"/>
              </a:ext>
            </a:extLst>
          </p:cNvPr>
          <p:cNvSpPr/>
          <p:nvPr userDrawn="1"/>
        </p:nvSpPr>
        <p:spPr>
          <a:xfrm flipH="1">
            <a:off x="0" y="0"/>
            <a:ext cx="4572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Marcador de texto 1">
            <a:extLst>
              <a:ext uri="{FF2B5EF4-FFF2-40B4-BE49-F238E27FC236}">
                <a16:creationId xmlns:a16="http://schemas.microsoft.com/office/drawing/2014/main" id="{8557A2B4-5198-7641-8A8B-F1D2115AF0A7}"/>
              </a:ext>
            </a:extLst>
          </p:cNvPr>
          <p:cNvSpPr>
            <a:spLocks noGrp="1"/>
          </p:cNvSpPr>
          <p:nvPr>
            <p:ph type="body" idx="1"/>
          </p:nvPr>
        </p:nvSpPr>
        <p:spPr>
          <a:xfrm>
            <a:off x="4888258" y="1846257"/>
            <a:ext cx="3860455" cy="1443791"/>
          </a:xfrm>
          <a:prstGeom prst="rect">
            <a:avLst/>
          </a:prstGeom>
        </p:spPr>
        <p:txBody>
          <a:bodyPr/>
          <a:lstStyle>
            <a:lvl1pPr marL="381000" indent="-285750">
              <a:lnSpc>
                <a:spcPct val="110000"/>
              </a:lnSpc>
              <a:buFont typeface="Arial" panose="020B0604020202020204" pitchFamily="34" charset="0"/>
              <a:buChar char="•"/>
              <a:defRPr sz="1600"/>
            </a:lvl1pPr>
          </a:lstStyle>
          <a:p>
            <a:r>
              <a:rPr lang="es-CO" dirty="0"/>
              <a:t>La presentación es una guía, recuerda desarrollar la idea en una extensión no mayor a seis líneas de texto. Usa las listas para mejorar y resaltar lo importante.</a:t>
            </a:r>
          </a:p>
          <a:p>
            <a:endParaRPr lang="es-CO" dirty="0"/>
          </a:p>
        </p:txBody>
      </p:sp>
      <p:sp>
        <p:nvSpPr>
          <p:cNvPr id="2" name="Título 1">
            <a:extLst>
              <a:ext uri="{FF2B5EF4-FFF2-40B4-BE49-F238E27FC236}">
                <a16:creationId xmlns:a16="http://schemas.microsoft.com/office/drawing/2014/main" id="{5C613820-5620-DC45-85BF-E40B8471673F}"/>
              </a:ext>
            </a:extLst>
          </p:cNvPr>
          <p:cNvSpPr>
            <a:spLocks noGrp="1"/>
          </p:cNvSpPr>
          <p:nvPr>
            <p:ph type="title"/>
          </p:nvPr>
        </p:nvSpPr>
        <p:spPr>
          <a:xfrm>
            <a:off x="283696" y="329393"/>
            <a:ext cx="8504399" cy="993775"/>
          </a:xfrm>
        </p:spPr>
        <p:txBody>
          <a:bodyPr/>
          <a:lstStyle/>
          <a:p>
            <a:r>
              <a:rPr lang="es-ES" dirty="0"/>
              <a:t>Haga clic para modificar el estilo de título del patrón</a:t>
            </a:r>
            <a:endParaRPr lang="es-CO" dirty="0"/>
          </a:p>
        </p:txBody>
      </p:sp>
      <p:sp>
        <p:nvSpPr>
          <p:cNvPr id="11" name="Marcador de texto 1">
            <a:extLst>
              <a:ext uri="{FF2B5EF4-FFF2-40B4-BE49-F238E27FC236}">
                <a16:creationId xmlns:a16="http://schemas.microsoft.com/office/drawing/2014/main" id="{DE231547-B4E6-CE44-A56A-64C1025CE982}"/>
              </a:ext>
            </a:extLst>
          </p:cNvPr>
          <p:cNvSpPr>
            <a:spLocks noGrp="1"/>
          </p:cNvSpPr>
          <p:nvPr>
            <p:ph type="body" idx="10"/>
          </p:nvPr>
        </p:nvSpPr>
        <p:spPr>
          <a:xfrm>
            <a:off x="298919" y="1849854"/>
            <a:ext cx="3860455" cy="1443791"/>
          </a:xfrm>
          <a:prstGeom prst="rect">
            <a:avLst/>
          </a:prstGeom>
        </p:spPr>
        <p:txBody>
          <a:bodyPr/>
          <a:lstStyle>
            <a:lvl1pPr marL="381000" indent="-285750">
              <a:lnSpc>
                <a:spcPct val="110000"/>
              </a:lnSpc>
              <a:buFont typeface="Arial" panose="020B0604020202020204" pitchFamily="34" charset="0"/>
              <a:buChar char="•"/>
              <a:defRPr sz="1600"/>
            </a:lvl1pPr>
          </a:lstStyle>
          <a:p>
            <a:r>
              <a:rPr lang="es-CO" dirty="0"/>
              <a:t>La presentación es una guía, recuerda desarrollar la idea en una extensión no mayor a seis líneas de texto. Usa las listas para mejorar y resaltar lo importante.</a:t>
            </a:r>
          </a:p>
          <a:p>
            <a:endParaRPr lang="es-CO" dirty="0"/>
          </a:p>
        </p:txBody>
      </p:sp>
    </p:spTree>
    <p:extLst>
      <p:ext uri="{BB962C8B-B14F-4D97-AF65-F5344CB8AC3E}">
        <p14:creationId xmlns:p14="http://schemas.microsoft.com/office/powerpoint/2010/main" val="318444786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7" name="Rectángulo 6">
            <a:extLst>
              <a:ext uri="{FF2B5EF4-FFF2-40B4-BE49-F238E27FC236}">
                <a16:creationId xmlns:a16="http://schemas.microsoft.com/office/drawing/2014/main" id="{250EE2E3-1E9C-6D46-A2B8-1B5D336FB78B}"/>
              </a:ext>
            </a:extLst>
          </p:cNvPr>
          <p:cNvSpPr/>
          <p:nvPr userDrawn="1"/>
        </p:nvSpPr>
        <p:spPr>
          <a:xfrm flipH="1">
            <a:off x="0" y="1320034"/>
            <a:ext cx="9144000" cy="17462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Marcador de texto 1">
            <a:extLst>
              <a:ext uri="{FF2B5EF4-FFF2-40B4-BE49-F238E27FC236}">
                <a16:creationId xmlns:a16="http://schemas.microsoft.com/office/drawing/2014/main" id="{1F1CE048-6B28-E945-8673-79890C58D9F3}"/>
              </a:ext>
            </a:extLst>
          </p:cNvPr>
          <p:cNvSpPr>
            <a:spLocks noGrp="1"/>
          </p:cNvSpPr>
          <p:nvPr>
            <p:ph type="body" idx="10"/>
          </p:nvPr>
        </p:nvSpPr>
        <p:spPr>
          <a:xfrm>
            <a:off x="1553792" y="1710336"/>
            <a:ext cx="6352674" cy="965695"/>
          </a:xfrm>
          <a:prstGeom prst="rect">
            <a:avLst/>
          </a:prstGeom>
        </p:spPr>
        <p:txBody>
          <a:bodyPr/>
          <a:lstStyle>
            <a:lvl1pPr marL="95250" indent="0">
              <a:buNone/>
              <a:defRPr lang="es-CO" sz="1600" b="0" i="0" u="none" strike="noStrike" cap="none" dirty="0">
                <a:solidFill>
                  <a:srgbClr val="0054BC"/>
                </a:solidFill>
                <a:latin typeface="Work Sans"/>
                <a:ea typeface="Work Sans"/>
                <a:cs typeface="Work Sans"/>
                <a:sym typeface="Work Sans"/>
              </a:defRPr>
            </a:lvl1pPr>
          </a:lstStyle>
          <a:p>
            <a:r>
              <a:rPr lang="es-CO" dirty="0"/>
              <a:t>La presentación es una guía, recuerda desarrollar la idea en una extensión no mayor a seis líneas de texto. Usa las listas para mejorar y resaltar lo importante.</a:t>
            </a:r>
          </a:p>
          <a:p>
            <a:endParaRPr lang="es-CO" dirty="0"/>
          </a:p>
        </p:txBody>
      </p:sp>
      <p:sp>
        <p:nvSpPr>
          <p:cNvPr id="11" name="Título 2">
            <a:extLst>
              <a:ext uri="{FF2B5EF4-FFF2-40B4-BE49-F238E27FC236}">
                <a16:creationId xmlns:a16="http://schemas.microsoft.com/office/drawing/2014/main" id="{82E37BB6-F345-DB4C-A2F3-83ADED57AF7E}"/>
              </a:ext>
            </a:extLst>
          </p:cNvPr>
          <p:cNvSpPr>
            <a:spLocks noGrp="1"/>
          </p:cNvSpPr>
          <p:nvPr>
            <p:ph type="title"/>
          </p:nvPr>
        </p:nvSpPr>
        <p:spPr>
          <a:xfrm>
            <a:off x="395288" y="484188"/>
            <a:ext cx="7215545" cy="382688"/>
          </a:xfrm>
          <a:prstGeom prst="rect">
            <a:avLst/>
          </a:prstGeom>
        </p:spPr>
        <p:txBody>
          <a:bodyPr/>
          <a:lstStyle>
            <a:lvl1pPr>
              <a:defRPr lang="es-CO" sz="3200" b="1" i="0" u="none" strike="noStrike" cap="none" dirty="0">
                <a:solidFill>
                  <a:srgbClr val="0054BC"/>
                </a:solidFill>
                <a:latin typeface="Work Sans SemiBold" pitchFamily="2" charset="77"/>
                <a:ea typeface="Work Sans"/>
                <a:cs typeface="Work Sans"/>
                <a:sym typeface="Work Sans"/>
              </a:defRPr>
            </a:lvl1pPr>
          </a:lstStyle>
          <a:p>
            <a:pPr>
              <a:lnSpc>
                <a:spcPct val="110000"/>
              </a:lnSpc>
            </a:pPr>
            <a:r>
              <a:rPr lang="es-CO" dirty="0"/>
              <a:t>Espacio para el título principal</a:t>
            </a:r>
          </a:p>
        </p:txBody>
      </p:sp>
      <p:sp>
        <p:nvSpPr>
          <p:cNvPr id="12" name="Marcador de texto 3">
            <a:extLst>
              <a:ext uri="{FF2B5EF4-FFF2-40B4-BE49-F238E27FC236}">
                <a16:creationId xmlns:a16="http://schemas.microsoft.com/office/drawing/2014/main" id="{6A91FD33-A9CB-3F41-BBC8-09D961D94097}"/>
              </a:ext>
            </a:extLst>
          </p:cNvPr>
          <p:cNvSpPr>
            <a:spLocks noGrp="1"/>
          </p:cNvSpPr>
          <p:nvPr>
            <p:ph type="body" idx="11"/>
          </p:nvPr>
        </p:nvSpPr>
        <p:spPr>
          <a:xfrm>
            <a:off x="1553792" y="3245088"/>
            <a:ext cx="6613036" cy="1135550"/>
          </a:xfrm>
          <a:prstGeom prst="rect">
            <a:avLst/>
          </a:prstGeom>
        </p:spPr>
        <p:txBody>
          <a:bodyPr/>
          <a:lstStyle/>
          <a:p>
            <a:r>
              <a:rPr lang="es-CO" dirty="0"/>
              <a:t>Viñeta 1</a:t>
            </a:r>
          </a:p>
          <a:p>
            <a:r>
              <a:rPr lang="es-CO" dirty="0"/>
              <a:t>Viñeta 2</a:t>
            </a:r>
          </a:p>
          <a:p>
            <a:r>
              <a:rPr lang="es-CO" dirty="0"/>
              <a:t>Viñeta 3</a:t>
            </a:r>
          </a:p>
        </p:txBody>
      </p:sp>
    </p:spTree>
    <p:extLst>
      <p:ext uri="{BB962C8B-B14F-4D97-AF65-F5344CB8AC3E}">
        <p14:creationId xmlns:p14="http://schemas.microsoft.com/office/powerpoint/2010/main" val="51982224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21" name="Marcador de texto 1">
            <a:extLst>
              <a:ext uri="{FF2B5EF4-FFF2-40B4-BE49-F238E27FC236}">
                <a16:creationId xmlns:a16="http://schemas.microsoft.com/office/drawing/2014/main" id="{D2FD03A4-3909-B142-8F35-754C85725B02}"/>
              </a:ext>
            </a:extLst>
          </p:cNvPr>
          <p:cNvSpPr>
            <a:spLocks noGrp="1"/>
          </p:cNvSpPr>
          <p:nvPr>
            <p:ph type="body" idx="1"/>
          </p:nvPr>
        </p:nvSpPr>
        <p:spPr>
          <a:xfrm>
            <a:off x="1512541" y="2088902"/>
            <a:ext cx="6352674" cy="965695"/>
          </a:xfrm>
        </p:spPr>
        <p:txBody>
          <a:bodyPr>
            <a:normAutofit lnSpcReduction="10000"/>
          </a:bodyPr>
          <a:lstStyle>
            <a:lvl1pPr marL="0" indent="0">
              <a:buNone/>
              <a:defRPr/>
            </a:lvl1pPr>
          </a:lstStyle>
          <a:p>
            <a:r>
              <a:rPr lang="es-CO" dirty="0"/>
              <a:t>La presentación es una guía, recuerda desarrollar la idea en una extensión no mayor a seis líneas de texto. Usa las listas para mejorar y resaltar lo importante.</a:t>
            </a:r>
          </a:p>
          <a:p>
            <a:endParaRPr lang="es-CO" dirty="0"/>
          </a:p>
        </p:txBody>
      </p:sp>
      <p:sp>
        <p:nvSpPr>
          <p:cNvPr id="22" name="Título 2">
            <a:extLst>
              <a:ext uri="{FF2B5EF4-FFF2-40B4-BE49-F238E27FC236}">
                <a16:creationId xmlns:a16="http://schemas.microsoft.com/office/drawing/2014/main" id="{2F61EAAC-E188-3545-8562-D1321041B003}"/>
              </a:ext>
            </a:extLst>
          </p:cNvPr>
          <p:cNvSpPr>
            <a:spLocks noGrp="1"/>
          </p:cNvSpPr>
          <p:nvPr>
            <p:ph type="title"/>
          </p:nvPr>
        </p:nvSpPr>
        <p:spPr>
          <a:xfrm>
            <a:off x="395288" y="484188"/>
            <a:ext cx="7215545" cy="382688"/>
          </a:xfrm>
        </p:spPr>
        <p:txBody>
          <a:bodyPr>
            <a:normAutofit fontScale="90000"/>
          </a:bodyPr>
          <a:lstStyle/>
          <a:p>
            <a:pPr>
              <a:lnSpc>
                <a:spcPct val="110000"/>
              </a:lnSpc>
            </a:pPr>
            <a:r>
              <a:rPr lang="es-CO" dirty="0"/>
              <a:t>Espacio para el título principal</a:t>
            </a:r>
          </a:p>
        </p:txBody>
      </p:sp>
      <p:sp>
        <p:nvSpPr>
          <p:cNvPr id="3" name="Marcador de posición de imagen 2">
            <a:extLst>
              <a:ext uri="{FF2B5EF4-FFF2-40B4-BE49-F238E27FC236}">
                <a16:creationId xmlns:a16="http://schemas.microsoft.com/office/drawing/2014/main" id="{EECBF481-A508-234E-BB50-7854FA893FE9}"/>
              </a:ext>
            </a:extLst>
          </p:cNvPr>
          <p:cNvSpPr>
            <a:spLocks noGrp="1" noChangeAspect="1"/>
          </p:cNvSpPr>
          <p:nvPr>
            <p:ph type="pic" sz="quarter" idx="10"/>
          </p:nvPr>
        </p:nvSpPr>
        <p:spPr>
          <a:xfrm>
            <a:off x="354013" y="2090738"/>
            <a:ext cx="971550" cy="936625"/>
          </a:xfrm>
        </p:spPr>
        <p:txBody>
          <a:bodyPr/>
          <a:lstStyle>
            <a:lvl1pPr marL="0" indent="0">
              <a:buNone/>
              <a:defRPr/>
            </a:lvl1pPr>
          </a:lstStyle>
          <a:p>
            <a:endParaRPr lang="es-CO"/>
          </a:p>
        </p:txBody>
      </p:sp>
    </p:spTree>
    <p:extLst>
      <p:ext uri="{BB962C8B-B14F-4D97-AF65-F5344CB8AC3E}">
        <p14:creationId xmlns:p14="http://schemas.microsoft.com/office/powerpoint/2010/main" val="10390214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5" name="Rectángulo 4">
            <a:extLst>
              <a:ext uri="{FF2B5EF4-FFF2-40B4-BE49-F238E27FC236}">
                <a16:creationId xmlns:a16="http://schemas.microsoft.com/office/drawing/2014/main" id="{DCAADCA0-7543-9849-A8B7-8875405A5D89}"/>
              </a:ext>
            </a:extLst>
          </p:cNvPr>
          <p:cNvSpPr/>
          <p:nvPr userDrawn="1"/>
        </p:nvSpPr>
        <p:spPr>
          <a:xfrm>
            <a:off x="0" y="0"/>
            <a:ext cx="4572000" cy="2571750"/>
          </a:xfrm>
          <a:prstGeom prst="rect">
            <a:avLst/>
          </a:prstGeom>
          <a:solidFill>
            <a:srgbClr val="E96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Rectángulo 5">
            <a:extLst>
              <a:ext uri="{FF2B5EF4-FFF2-40B4-BE49-F238E27FC236}">
                <a16:creationId xmlns:a16="http://schemas.microsoft.com/office/drawing/2014/main" id="{4C397E83-CF6B-EA44-B45D-232E4DACB288}"/>
              </a:ext>
            </a:extLst>
          </p:cNvPr>
          <p:cNvSpPr/>
          <p:nvPr userDrawn="1"/>
        </p:nvSpPr>
        <p:spPr>
          <a:xfrm>
            <a:off x="4572000" y="2571750"/>
            <a:ext cx="4572000" cy="2571750"/>
          </a:xfrm>
          <a:prstGeom prst="rect">
            <a:avLst/>
          </a:prstGeom>
          <a:solidFill>
            <a:srgbClr val="E96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Marcador de posición de imagen 15">
            <a:extLst>
              <a:ext uri="{FF2B5EF4-FFF2-40B4-BE49-F238E27FC236}">
                <a16:creationId xmlns:a16="http://schemas.microsoft.com/office/drawing/2014/main" id="{565461F1-7C05-B044-9577-EB6A9A89FDE2}"/>
              </a:ext>
            </a:extLst>
          </p:cNvPr>
          <p:cNvSpPr>
            <a:spLocks noGrp="1"/>
          </p:cNvSpPr>
          <p:nvPr>
            <p:ph type="pic" sz="quarter" idx="10"/>
          </p:nvPr>
        </p:nvSpPr>
        <p:spPr>
          <a:xfrm>
            <a:off x="2030269" y="340242"/>
            <a:ext cx="511463" cy="510363"/>
          </a:xfrm>
        </p:spPr>
        <p:txBody>
          <a:bodyPr>
            <a:normAutofit/>
          </a:bodyPr>
          <a:lstStyle>
            <a:lvl1pPr>
              <a:defRPr sz="1200"/>
            </a:lvl1pPr>
          </a:lstStyle>
          <a:p>
            <a:endParaRPr lang="es-CO" dirty="0"/>
          </a:p>
        </p:txBody>
      </p:sp>
      <p:sp>
        <p:nvSpPr>
          <p:cNvPr id="23" name="Marcador de posición de imagen 15">
            <a:extLst>
              <a:ext uri="{FF2B5EF4-FFF2-40B4-BE49-F238E27FC236}">
                <a16:creationId xmlns:a16="http://schemas.microsoft.com/office/drawing/2014/main" id="{6E44996C-1D78-DF48-97DB-C41442A7609A}"/>
              </a:ext>
            </a:extLst>
          </p:cNvPr>
          <p:cNvSpPr>
            <a:spLocks noGrp="1"/>
          </p:cNvSpPr>
          <p:nvPr>
            <p:ph type="pic" sz="quarter" idx="11"/>
          </p:nvPr>
        </p:nvSpPr>
        <p:spPr>
          <a:xfrm>
            <a:off x="6563283" y="336697"/>
            <a:ext cx="511463" cy="510363"/>
          </a:xfrm>
        </p:spPr>
        <p:txBody>
          <a:bodyPr>
            <a:normAutofit/>
          </a:bodyPr>
          <a:lstStyle>
            <a:lvl1pPr>
              <a:defRPr sz="1200"/>
            </a:lvl1pPr>
          </a:lstStyle>
          <a:p>
            <a:endParaRPr lang="es-CO" dirty="0"/>
          </a:p>
        </p:txBody>
      </p:sp>
      <p:sp>
        <p:nvSpPr>
          <p:cNvPr id="25" name="Marcador de posición de imagen 15">
            <a:extLst>
              <a:ext uri="{FF2B5EF4-FFF2-40B4-BE49-F238E27FC236}">
                <a16:creationId xmlns:a16="http://schemas.microsoft.com/office/drawing/2014/main" id="{C83B2123-050A-1D46-AF3C-EE188FB809DE}"/>
              </a:ext>
            </a:extLst>
          </p:cNvPr>
          <p:cNvSpPr>
            <a:spLocks noGrp="1"/>
          </p:cNvSpPr>
          <p:nvPr>
            <p:ph type="pic" sz="quarter" idx="12"/>
          </p:nvPr>
        </p:nvSpPr>
        <p:spPr>
          <a:xfrm>
            <a:off x="6573915" y="2977116"/>
            <a:ext cx="511463" cy="510363"/>
          </a:xfrm>
        </p:spPr>
        <p:txBody>
          <a:bodyPr>
            <a:normAutofit/>
          </a:bodyPr>
          <a:lstStyle>
            <a:lvl1pPr>
              <a:defRPr sz="1200"/>
            </a:lvl1pPr>
          </a:lstStyle>
          <a:p>
            <a:endParaRPr lang="es-CO" dirty="0"/>
          </a:p>
        </p:txBody>
      </p:sp>
      <p:sp>
        <p:nvSpPr>
          <p:cNvPr id="27" name="Marcador de posición de imagen 15">
            <a:extLst>
              <a:ext uri="{FF2B5EF4-FFF2-40B4-BE49-F238E27FC236}">
                <a16:creationId xmlns:a16="http://schemas.microsoft.com/office/drawing/2014/main" id="{5911ED72-051E-C946-9476-CFCB898391D4}"/>
              </a:ext>
            </a:extLst>
          </p:cNvPr>
          <p:cNvSpPr>
            <a:spLocks noGrp="1"/>
          </p:cNvSpPr>
          <p:nvPr>
            <p:ph type="pic" sz="quarter" idx="13"/>
          </p:nvPr>
        </p:nvSpPr>
        <p:spPr>
          <a:xfrm>
            <a:off x="1970018" y="2959395"/>
            <a:ext cx="511463" cy="510363"/>
          </a:xfrm>
        </p:spPr>
        <p:txBody>
          <a:bodyPr>
            <a:normAutofit/>
          </a:bodyPr>
          <a:lstStyle>
            <a:lvl1pPr>
              <a:defRPr sz="1200"/>
            </a:lvl1pPr>
          </a:lstStyle>
          <a:p>
            <a:endParaRPr lang="es-CO" dirty="0"/>
          </a:p>
        </p:txBody>
      </p:sp>
      <p:sp>
        <p:nvSpPr>
          <p:cNvPr id="18" name="Marcador de texto 17">
            <a:extLst>
              <a:ext uri="{FF2B5EF4-FFF2-40B4-BE49-F238E27FC236}">
                <a16:creationId xmlns:a16="http://schemas.microsoft.com/office/drawing/2014/main" id="{31593A5A-BAD1-FD44-AE7B-78E9193F6947}"/>
              </a:ext>
            </a:extLst>
          </p:cNvPr>
          <p:cNvSpPr>
            <a:spLocks noGrp="1"/>
          </p:cNvSpPr>
          <p:nvPr>
            <p:ph type="body" sz="quarter" idx="14"/>
          </p:nvPr>
        </p:nvSpPr>
        <p:spPr>
          <a:xfrm>
            <a:off x="5372395" y="1177186"/>
            <a:ext cx="3027363" cy="1035050"/>
          </a:xfrm>
        </p:spPr>
        <p:txBody>
          <a:bodyPr>
            <a:noAutofit/>
          </a:bodyPr>
          <a:lstStyle>
            <a:lvl1pPr marL="0" indent="0" algn="ctr">
              <a:buNone/>
              <a:defRPr sz="1400"/>
            </a:lvl1pPr>
          </a:lstStyle>
          <a:p>
            <a:r>
              <a:rPr lang="es-ES" dirty="0"/>
              <a:t>Editar los estilos de texto del patrón</a:t>
            </a:r>
            <a:endParaRPr lang="es-CO" dirty="0"/>
          </a:p>
        </p:txBody>
      </p:sp>
      <p:sp>
        <p:nvSpPr>
          <p:cNvPr id="29" name="Marcador de texto 17">
            <a:extLst>
              <a:ext uri="{FF2B5EF4-FFF2-40B4-BE49-F238E27FC236}">
                <a16:creationId xmlns:a16="http://schemas.microsoft.com/office/drawing/2014/main" id="{D7D75992-C738-5A4F-BD23-DA21BD4184A7}"/>
              </a:ext>
            </a:extLst>
          </p:cNvPr>
          <p:cNvSpPr>
            <a:spLocks noGrp="1"/>
          </p:cNvSpPr>
          <p:nvPr>
            <p:ph type="body" sz="quarter" idx="15"/>
          </p:nvPr>
        </p:nvSpPr>
        <p:spPr>
          <a:xfrm>
            <a:off x="5432647" y="3668749"/>
            <a:ext cx="3027363"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32" name="Marcador de texto 17">
            <a:extLst>
              <a:ext uri="{FF2B5EF4-FFF2-40B4-BE49-F238E27FC236}">
                <a16:creationId xmlns:a16="http://schemas.microsoft.com/office/drawing/2014/main" id="{B38516C7-E796-CC47-966F-6BE0D3773862}"/>
              </a:ext>
            </a:extLst>
          </p:cNvPr>
          <p:cNvSpPr>
            <a:spLocks noGrp="1"/>
          </p:cNvSpPr>
          <p:nvPr>
            <p:ph type="body" sz="quarter" idx="16"/>
          </p:nvPr>
        </p:nvSpPr>
        <p:spPr>
          <a:xfrm>
            <a:off x="775586" y="1109847"/>
            <a:ext cx="3027363"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33" name="Marcador de texto 17">
            <a:extLst>
              <a:ext uri="{FF2B5EF4-FFF2-40B4-BE49-F238E27FC236}">
                <a16:creationId xmlns:a16="http://schemas.microsoft.com/office/drawing/2014/main" id="{1884F887-FD94-AF4D-A38A-689FD43BA173}"/>
              </a:ext>
            </a:extLst>
          </p:cNvPr>
          <p:cNvSpPr>
            <a:spLocks noGrp="1"/>
          </p:cNvSpPr>
          <p:nvPr>
            <p:ph type="body" sz="quarter" idx="17"/>
          </p:nvPr>
        </p:nvSpPr>
        <p:spPr>
          <a:xfrm>
            <a:off x="835838" y="3601410"/>
            <a:ext cx="3027363" cy="1035050"/>
          </a:xfrm>
        </p:spPr>
        <p:txBody>
          <a:bodyPr>
            <a:noAutofit/>
          </a:bodyPr>
          <a:lstStyle>
            <a:lvl1pPr marL="0" indent="0" algn="ctr">
              <a:buNone/>
              <a:defRPr sz="1400">
                <a:solidFill>
                  <a:srgbClr val="0066CD"/>
                </a:solidFill>
              </a:defRPr>
            </a:lvl1pPr>
          </a:lstStyle>
          <a:p>
            <a:r>
              <a:rPr lang="es-ES" dirty="0"/>
              <a:t>Editar los estilos de texto del patrón</a:t>
            </a:r>
            <a:endParaRPr lang="es-CO" dirty="0"/>
          </a:p>
        </p:txBody>
      </p:sp>
    </p:spTree>
    <p:extLst>
      <p:ext uri="{BB962C8B-B14F-4D97-AF65-F5344CB8AC3E}">
        <p14:creationId xmlns:p14="http://schemas.microsoft.com/office/powerpoint/2010/main" val="64459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5" name="Rectángulo 4">
            <a:extLst>
              <a:ext uri="{FF2B5EF4-FFF2-40B4-BE49-F238E27FC236}">
                <a16:creationId xmlns:a16="http://schemas.microsoft.com/office/drawing/2014/main" id="{DCAADCA0-7543-9849-A8B7-8875405A5D89}"/>
              </a:ext>
            </a:extLst>
          </p:cNvPr>
          <p:cNvSpPr/>
          <p:nvPr userDrawn="1"/>
        </p:nvSpPr>
        <p:spPr>
          <a:xfrm>
            <a:off x="0" y="0"/>
            <a:ext cx="4572000" cy="2571750"/>
          </a:xfrm>
          <a:prstGeom prst="rect">
            <a:avLst/>
          </a:prstGeom>
          <a:solidFill>
            <a:srgbClr val="13BA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rgbClr val="0066CD"/>
              </a:solidFill>
            </a:endParaRPr>
          </a:p>
        </p:txBody>
      </p:sp>
      <p:sp>
        <p:nvSpPr>
          <p:cNvPr id="6" name="Rectángulo 5">
            <a:extLst>
              <a:ext uri="{FF2B5EF4-FFF2-40B4-BE49-F238E27FC236}">
                <a16:creationId xmlns:a16="http://schemas.microsoft.com/office/drawing/2014/main" id="{4C397E83-CF6B-EA44-B45D-232E4DACB288}"/>
              </a:ext>
            </a:extLst>
          </p:cNvPr>
          <p:cNvSpPr/>
          <p:nvPr userDrawn="1"/>
        </p:nvSpPr>
        <p:spPr>
          <a:xfrm>
            <a:off x="4572000" y="2571750"/>
            <a:ext cx="4572000" cy="2571750"/>
          </a:xfrm>
          <a:prstGeom prst="rect">
            <a:avLst/>
          </a:prstGeom>
          <a:solidFill>
            <a:srgbClr val="13BA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rgbClr val="0066CD"/>
              </a:solidFill>
            </a:endParaRPr>
          </a:p>
        </p:txBody>
      </p:sp>
      <p:sp>
        <p:nvSpPr>
          <p:cNvPr id="16" name="Marcador de posición de imagen 15">
            <a:extLst>
              <a:ext uri="{FF2B5EF4-FFF2-40B4-BE49-F238E27FC236}">
                <a16:creationId xmlns:a16="http://schemas.microsoft.com/office/drawing/2014/main" id="{565461F1-7C05-B044-9577-EB6A9A89FDE2}"/>
              </a:ext>
            </a:extLst>
          </p:cNvPr>
          <p:cNvSpPr>
            <a:spLocks noGrp="1"/>
          </p:cNvSpPr>
          <p:nvPr>
            <p:ph type="pic" sz="quarter" idx="10"/>
          </p:nvPr>
        </p:nvSpPr>
        <p:spPr>
          <a:xfrm>
            <a:off x="2030269" y="340242"/>
            <a:ext cx="511463" cy="510363"/>
          </a:xfrm>
        </p:spPr>
        <p:txBody>
          <a:bodyPr>
            <a:normAutofit/>
          </a:bodyPr>
          <a:lstStyle>
            <a:lvl1pPr>
              <a:defRPr sz="1200"/>
            </a:lvl1pPr>
          </a:lstStyle>
          <a:p>
            <a:endParaRPr lang="es-CO" dirty="0"/>
          </a:p>
        </p:txBody>
      </p:sp>
      <p:sp>
        <p:nvSpPr>
          <p:cNvPr id="23" name="Marcador de posición de imagen 15">
            <a:extLst>
              <a:ext uri="{FF2B5EF4-FFF2-40B4-BE49-F238E27FC236}">
                <a16:creationId xmlns:a16="http://schemas.microsoft.com/office/drawing/2014/main" id="{6E44996C-1D78-DF48-97DB-C41442A7609A}"/>
              </a:ext>
            </a:extLst>
          </p:cNvPr>
          <p:cNvSpPr>
            <a:spLocks noGrp="1"/>
          </p:cNvSpPr>
          <p:nvPr>
            <p:ph type="pic" sz="quarter" idx="11"/>
          </p:nvPr>
        </p:nvSpPr>
        <p:spPr>
          <a:xfrm>
            <a:off x="6563283" y="336697"/>
            <a:ext cx="511463" cy="510363"/>
          </a:xfrm>
        </p:spPr>
        <p:txBody>
          <a:bodyPr>
            <a:normAutofit/>
          </a:bodyPr>
          <a:lstStyle>
            <a:lvl1pPr>
              <a:defRPr sz="1200"/>
            </a:lvl1pPr>
          </a:lstStyle>
          <a:p>
            <a:endParaRPr lang="es-CO" dirty="0"/>
          </a:p>
        </p:txBody>
      </p:sp>
      <p:sp>
        <p:nvSpPr>
          <p:cNvPr id="25" name="Marcador de posición de imagen 15">
            <a:extLst>
              <a:ext uri="{FF2B5EF4-FFF2-40B4-BE49-F238E27FC236}">
                <a16:creationId xmlns:a16="http://schemas.microsoft.com/office/drawing/2014/main" id="{C83B2123-050A-1D46-AF3C-EE188FB809DE}"/>
              </a:ext>
            </a:extLst>
          </p:cNvPr>
          <p:cNvSpPr>
            <a:spLocks noGrp="1"/>
          </p:cNvSpPr>
          <p:nvPr>
            <p:ph type="pic" sz="quarter" idx="12"/>
          </p:nvPr>
        </p:nvSpPr>
        <p:spPr>
          <a:xfrm>
            <a:off x="6573915" y="2977116"/>
            <a:ext cx="511463" cy="510363"/>
          </a:xfrm>
        </p:spPr>
        <p:txBody>
          <a:bodyPr>
            <a:normAutofit/>
          </a:bodyPr>
          <a:lstStyle>
            <a:lvl1pPr>
              <a:defRPr sz="1200"/>
            </a:lvl1pPr>
          </a:lstStyle>
          <a:p>
            <a:endParaRPr lang="es-CO" dirty="0"/>
          </a:p>
        </p:txBody>
      </p:sp>
      <p:sp>
        <p:nvSpPr>
          <p:cNvPr id="27" name="Marcador de posición de imagen 15">
            <a:extLst>
              <a:ext uri="{FF2B5EF4-FFF2-40B4-BE49-F238E27FC236}">
                <a16:creationId xmlns:a16="http://schemas.microsoft.com/office/drawing/2014/main" id="{5911ED72-051E-C946-9476-CFCB898391D4}"/>
              </a:ext>
            </a:extLst>
          </p:cNvPr>
          <p:cNvSpPr>
            <a:spLocks noGrp="1"/>
          </p:cNvSpPr>
          <p:nvPr>
            <p:ph type="pic" sz="quarter" idx="13"/>
          </p:nvPr>
        </p:nvSpPr>
        <p:spPr>
          <a:xfrm>
            <a:off x="1970018" y="2959395"/>
            <a:ext cx="511463" cy="510363"/>
          </a:xfrm>
        </p:spPr>
        <p:txBody>
          <a:bodyPr>
            <a:normAutofit/>
          </a:bodyPr>
          <a:lstStyle>
            <a:lvl1pPr>
              <a:defRPr sz="1200"/>
            </a:lvl1pPr>
          </a:lstStyle>
          <a:p>
            <a:endParaRPr lang="es-CO" dirty="0"/>
          </a:p>
        </p:txBody>
      </p:sp>
      <p:sp>
        <p:nvSpPr>
          <p:cNvPr id="18" name="Marcador de texto 17">
            <a:extLst>
              <a:ext uri="{FF2B5EF4-FFF2-40B4-BE49-F238E27FC236}">
                <a16:creationId xmlns:a16="http://schemas.microsoft.com/office/drawing/2014/main" id="{31593A5A-BAD1-FD44-AE7B-78E9193F6947}"/>
              </a:ext>
            </a:extLst>
          </p:cNvPr>
          <p:cNvSpPr>
            <a:spLocks noGrp="1"/>
          </p:cNvSpPr>
          <p:nvPr>
            <p:ph type="body" sz="quarter" idx="14"/>
          </p:nvPr>
        </p:nvSpPr>
        <p:spPr>
          <a:xfrm>
            <a:off x="5372395" y="1177186"/>
            <a:ext cx="3027363" cy="1035050"/>
          </a:xfrm>
        </p:spPr>
        <p:txBody>
          <a:bodyPr>
            <a:noAutofit/>
          </a:bodyPr>
          <a:lstStyle>
            <a:lvl1pPr marL="0" indent="0" algn="ctr">
              <a:buNone/>
              <a:defRPr sz="1400"/>
            </a:lvl1pPr>
          </a:lstStyle>
          <a:p>
            <a:r>
              <a:rPr lang="es-ES" dirty="0"/>
              <a:t>Editar los estilos de texto del patrón</a:t>
            </a:r>
            <a:endParaRPr lang="es-CO" dirty="0"/>
          </a:p>
        </p:txBody>
      </p:sp>
      <p:sp>
        <p:nvSpPr>
          <p:cNvPr id="29" name="Marcador de texto 17">
            <a:extLst>
              <a:ext uri="{FF2B5EF4-FFF2-40B4-BE49-F238E27FC236}">
                <a16:creationId xmlns:a16="http://schemas.microsoft.com/office/drawing/2014/main" id="{D7D75992-C738-5A4F-BD23-DA21BD4184A7}"/>
              </a:ext>
            </a:extLst>
          </p:cNvPr>
          <p:cNvSpPr>
            <a:spLocks noGrp="1"/>
          </p:cNvSpPr>
          <p:nvPr>
            <p:ph type="body" sz="quarter" idx="15"/>
          </p:nvPr>
        </p:nvSpPr>
        <p:spPr>
          <a:xfrm>
            <a:off x="5432647" y="3668749"/>
            <a:ext cx="3027363"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32" name="Marcador de texto 17">
            <a:extLst>
              <a:ext uri="{FF2B5EF4-FFF2-40B4-BE49-F238E27FC236}">
                <a16:creationId xmlns:a16="http://schemas.microsoft.com/office/drawing/2014/main" id="{B38516C7-E796-CC47-966F-6BE0D3773862}"/>
              </a:ext>
            </a:extLst>
          </p:cNvPr>
          <p:cNvSpPr>
            <a:spLocks noGrp="1"/>
          </p:cNvSpPr>
          <p:nvPr>
            <p:ph type="body" sz="quarter" idx="16"/>
          </p:nvPr>
        </p:nvSpPr>
        <p:spPr>
          <a:xfrm>
            <a:off x="775586" y="1109847"/>
            <a:ext cx="3027363"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33" name="Marcador de texto 17">
            <a:extLst>
              <a:ext uri="{FF2B5EF4-FFF2-40B4-BE49-F238E27FC236}">
                <a16:creationId xmlns:a16="http://schemas.microsoft.com/office/drawing/2014/main" id="{1884F887-FD94-AF4D-A38A-689FD43BA173}"/>
              </a:ext>
            </a:extLst>
          </p:cNvPr>
          <p:cNvSpPr>
            <a:spLocks noGrp="1"/>
          </p:cNvSpPr>
          <p:nvPr>
            <p:ph type="body" sz="quarter" idx="17"/>
          </p:nvPr>
        </p:nvSpPr>
        <p:spPr>
          <a:xfrm>
            <a:off x="835838" y="3601410"/>
            <a:ext cx="3027363" cy="1035050"/>
          </a:xfrm>
        </p:spPr>
        <p:txBody>
          <a:bodyPr>
            <a:noAutofit/>
          </a:bodyPr>
          <a:lstStyle>
            <a:lvl1pPr marL="0" indent="0" algn="ctr">
              <a:buNone/>
              <a:defRPr sz="1400">
                <a:solidFill>
                  <a:srgbClr val="0066CD"/>
                </a:solidFill>
              </a:defRPr>
            </a:lvl1pPr>
          </a:lstStyle>
          <a:p>
            <a:r>
              <a:rPr lang="es-ES" dirty="0"/>
              <a:t>Editar los estilos de texto del patrón</a:t>
            </a:r>
            <a:endParaRPr lang="es-CO" dirty="0"/>
          </a:p>
        </p:txBody>
      </p:sp>
    </p:spTree>
    <p:extLst>
      <p:ext uri="{BB962C8B-B14F-4D97-AF65-F5344CB8AC3E}">
        <p14:creationId xmlns:p14="http://schemas.microsoft.com/office/powerpoint/2010/main" val="167128542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5" name="Rectángulo 4">
            <a:extLst>
              <a:ext uri="{FF2B5EF4-FFF2-40B4-BE49-F238E27FC236}">
                <a16:creationId xmlns:a16="http://schemas.microsoft.com/office/drawing/2014/main" id="{DCAADCA0-7543-9849-A8B7-8875405A5D89}"/>
              </a:ext>
            </a:extLst>
          </p:cNvPr>
          <p:cNvSpPr/>
          <p:nvPr userDrawn="1"/>
        </p:nvSpPr>
        <p:spPr>
          <a:xfrm>
            <a:off x="0" y="0"/>
            <a:ext cx="4572000" cy="2571750"/>
          </a:xfrm>
          <a:prstGeom prst="rect">
            <a:avLst/>
          </a:prstGeom>
          <a:solidFill>
            <a:srgbClr val="0066CD">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rgbClr val="0066CD"/>
              </a:solidFill>
            </a:endParaRPr>
          </a:p>
        </p:txBody>
      </p:sp>
      <p:sp>
        <p:nvSpPr>
          <p:cNvPr id="6" name="Rectángulo 5">
            <a:extLst>
              <a:ext uri="{FF2B5EF4-FFF2-40B4-BE49-F238E27FC236}">
                <a16:creationId xmlns:a16="http://schemas.microsoft.com/office/drawing/2014/main" id="{4C397E83-CF6B-EA44-B45D-232E4DACB288}"/>
              </a:ext>
            </a:extLst>
          </p:cNvPr>
          <p:cNvSpPr/>
          <p:nvPr userDrawn="1"/>
        </p:nvSpPr>
        <p:spPr>
          <a:xfrm>
            <a:off x="4572000" y="2571750"/>
            <a:ext cx="4572000" cy="2571750"/>
          </a:xfrm>
          <a:prstGeom prst="rect">
            <a:avLst/>
          </a:prstGeom>
          <a:solidFill>
            <a:srgbClr val="0066CD">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rgbClr val="0066CD"/>
              </a:solidFill>
            </a:endParaRPr>
          </a:p>
        </p:txBody>
      </p:sp>
      <p:sp>
        <p:nvSpPr>
          <p:cNvPr id="16" name="Marcador de posición de imagen 15">
            <a:extLst>
              <a:ext uri="{FF2B5EF4-FFF2-40B4-BE49-F238E27FC236}">
                <a16:creationId xmlns:a16="http://schemas.microsoft.com/office/drawing/2014/main" id="{565461F1-7C05-B044-9577-EB6A9A89FDE2}"/>
              </a:ext>
            </a:extLst>
          </p:cNvPr>
          <p:cNvSpPr>
            <a:spLocks noGrp="1"/>
          </p:cNvSpPr>
          <p:nvPr>
            <p:ph type="pic" sz="quarter" idx="10"/>
          </p:nvPr>
        </p:nvSpPr>
        <p:spPr>
          <a:xfrm>
            <a:off x="2030269" y="340242"/>
            <a:ext cx="511463" cy="510363"/>
          </a:xfrm>
        </p:spPr>
        <p:txBody>
          <a:bodyPr>
            <a:normAutofit/>
          </a:bodyPr>
          <a:lstStyle>
            <a:lvl1pPr>
              <a:defRPr sz="1200"/>
            </a:lvl1pPr>
          </a:lstStyle>
          <a:p>
            <a:endParaRPr lang="es-CO" dirty="0"/>
          </a:p>
        </p:txBody>
      </p:sp>
      <p:sp>
        <p:nvSpPr>
          <p:cNvPr id="23" name="Marcador de posición de imagen 15">
            <a:extLst>
              <a:ext uri="{FF2B5EF4-FFF2-40B4-BE49-F238E27FC236}">
                <a16:creationId xmlns:a16="http://schemas.microsoft.com/office/drawing/2014/main" id="{6E44996C-1D78-DF48-97DB-C41442A7609A}"/>
              </a:ext>
            </a:extLst>
          </p:cNvPr>
          <p:cNvSpPr>
            <a:spLocks noGrp="1"/>
          </p:cNvSpPr>
          <p:nvPr>
            <p:ph type="pic" sz="quarter" idx="11"/>
          </p:nvPr>
        </p:nvSpPr>
        <p:spPr>
          <a:xfrm>
            <a:off x="6563283" y="336697"/>
            <a:ext cx="511463" cy="510363"/>
          </a:xfrm>
        </p:spPr>
        <p:txBody>
          <a:bodyPr>
            <a:normAutofit/>
          </a:bodyPr>
          <a:lstStyle>
            <a:lvl1pPr>
              <a:defRPr sz="1200"/>
            </a:lvl1pPr>
          </a:lstStyle>
          <a:p>
            <a:endParaRPr lang="es-CO" dirty="0"/>
          </a:p>
        </p:txBody>
      </p:sp>
      <p:sp>
        <p:nvSpPr>
          <p:cNvPr id="25" name="Marcador de posición de imagen 15">
            <a:extLst>
              <a:ext uri="{FF2B5EF4-FFF2-40B4-BE49-F238E27FC236}">
                <a16:creationId xmlns:a16="http://schemas.microsoft.com/office/drawing/2014/main" id="{C83B2123-050A-1D46-AF3C-EE188FB809DE}"/>
              </a:ext>
            </a:extLst>
          </p:cNvPr>
          <p:cNvSpPr>
            <a:spLocks noGrp="1"/>
          </p:cNvSpPr>
          <p:nvPr>
            <p:ph type="pic" sz="quarter" idx="12"/>
          </p:nvPr>
        </p:nvSpPr>
        <p:spPr>
          <a:xfrm>
            <a:off x="6573915" y="2977116"/>
            <a:ext cx="511463" cy="510363"/>
          </a:xfrm>
        </p:spPr>
        <p:txBody>
          <a:bodyPr>
            <a:normAutofit/>
          </a:bodyPr>
          <a:lstStyle>
            <a:lvl1pPr>
              <a:defRPr sz="1200"/>
            </a:lvl1pPr>
          </a:lstStyle>
          <a:p>
            <a:endParaRPr lang="es-CO" dirty="0"/>
          </a:p>
        </p:txBody>
      </p:sp>
      <p:sp>
        <p:nvSpPr>
          <p:cNvPr id="27" name="Marcador de posición de imagen 15">
            <a:extLst>
              <a:ext uri="{FF2B5EF4-FFF2-40B4-BE49-F238E27FC236}">
                <a16:creationId xmlns:a16="http://schemas.microsoft.com/office/drawing/2014/main" id="{5911ED72-051E-C946-9476-CFCB898391D4}"/>
              </a:ext>
            </a:extLst>
          </p:cNvPr>
          <p:cNvSpPr>
            <a:spLocks noGrp="1"/>
          </p:cNvSpPr>
          <p:nvPr>
            <p:ph type="pic" sz="quarter" idx="13"/>
          </p:nvPr>
        </p:nvSpPr>
        <p:spPr>
          <a:xfrm>
            <a:off x="1970018" y="2959395"/>
            <a:ext cx="511463" cy="510363"/>
          </a:xfrm>
        </p:spPr>
        <p:txBody>
          <a:bodyPr>
            <a:normAutofit/>
          </a:bodyPr>
          <a:lstStyle>
            <a:lvl1pPr>
              <a:defRPr sz="1200"/>
            </a:lvl1pPr>
          </a:lstStyle>
          <a:p>
            <a:endParaRPr lang="es-CO" dirty="0"/>
          </a:p>
        </p:txBody>
      </p:sp>
      <p:sp>
        <p:nvSpPr>
          <p:cNvPr id="18" name="Marcador de texto 17">
            <a:extLst>
              <a:ext uri="{FF2B5EF4-FFF2-40B4-BE49-F238E27FC236}">
                <a16:creationId xmlns:a16="http://schemas.microsoft.com/office/drawing/2014/main" id="{31593A5A-BAD1-FD44-AE7B-78E9193F6947}"/>
              </a:ext>
            </a:extLst>
          </p:cNvPr>
          <p:cNvSpPr>
            <a:spLocks noGrp="1"/>
          </p:cNvSpPr>
          <p:nvPr>
            <p:ph type="body" sz="quarter" idx="14"/>
          </p:nvPr>
        </p:nvSpPr>
        <p:spPr>
          <a:xfrm>
            <a:off x="5372395" y="1177186"/>
            <a:ext cx="3027363" cy="1035050"/>
          </a:xfrm>
        </p:spPr>
        <p:txBody>
          <a:bodyPr>
            <a:noAutofit/>
          </a:bodyPr>
          <a:lstStyle>
            <a:lvl1pPr marL="0" indent="0" algn="ctr">
              <a:buNone/>
              <a:defRPr sz="1400"/>
            </a:lvl1pPr>
          </a:lstStyle>
          <a:p>
            <a:r>
              <a:rPr lang="es-ES" dirty="0"/>
              <a:t>Editar los estilos de texto del patrón</a:t>
            </a:r>
            <a:endParaRPr lang="es-CO" dirty="0"/>
          </a:p>
        </p:txBody>
      </p:sp>
      <p:sp>
        <p:nvSpPr>
          <p:cNvPr id="29" name="Marcador de texto 17">
            <a:extLst>
              <a:ext uri="{FF2B5EF4-FFF2-40B4-BE49-F238E27FC236}">
                <a16:creationId xmlns:a16="http://schemas.microsoft.com/office/drawing/2014/main" id="{D7D75992-C738-5A4F-BD23-DA21BD4184A7}"/>
              </a:ext>
            </a:extLst>
          </p:cNvPr>
          <p:cNvSpPr>
            <a:spLocks noGrp="1"/>
          </p:cNvSpPr>
          <p:nvPr>
            <p:ph type="body" sz="quarter" idx="15"/>
          </p:nvPr>
        </p:nvSpPr>
        <p:spPr>
          <a:xfrm>
            <a:off x="5432647" y="3668749"/>
            <a:ext cx="3027363"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32" name="Marcador de texto 17">
            <a:extLst>
              <a:ext uri="{FF2B5EF4-FFF2-40B4-BE49-F238E27FC236}">
                <a16:creationId xmlns:a16="http://schemas.microsoft.com/office/drawing/2014/main" id="{B38516C7-E796-CC47-966F-6BE0D3773862}"/>
              </a:ext>
            </a:extLst>
          </p:cNvPr>
          <p:cNvSpPr>
            <a:spLocks noGrp="1"/>
          </p:cNvSpPr>
          <p:nvPr>
            <p:ph type="body" sz="quarter" idx="16"/>
          </p:nvPr>
        </p:nvSpPr>
        <p:spPr>
          <a:xfrm>
            <a:off x="775586" y="1109847"/>
            <a:ext cx="3027363"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33" name="Marcador de texto 17">
            <a:extLst>
              <a:ext uri="{FF2B5EF4-FFF2-40B4-BE49-F238E27FC236}">
                <a16:creationId xmlns:a16="http://schemas.microsoft.com/office/drawing/2014/main" id="{1884F887-FD94-AF4D-A38A-689FD43BA173}"/>
              </a:ext>
            </a:extLst>
          </p:cNvPr>
          <p:cNvSpPr>
            <a:spLocks noGrp="1"/>
          </p:cNvSpPr>
          <p:nvPr>
            <p:ph type="body" sz="quarter" idx="17"/>
          </p:nvPr>
        </p:nvSpPr>
        <p:spPr>
          <a:xfrm>
            <a:off x="835838" y="3601410"/>
            <a:ext cx="3027363" cy="1035050"/>
          </a:xfrm>
        </p:spPr>
        <p:txBody>
          <a:bodyPr>
            <a:noAutofit/>
          </a:bodyPr>
          <a:lstStyle>
            <a:lvl1pPr marL="0" indent="0" algn="ctr">
              <a:buNone/>
              <a:defRPr sz="1400">
                <a:solidFill>
                  <a:srgbClr val="0066CD"/>
                </a:solidFill>
              </a:defRPr>
            </a:lvl1pPr>
          </a:lstStyle>
          <a:p>
            <a:r>
              <a:rPr lang="es-ES" dirty="0"/>
              <a:t>Editar los estilos de texto del patrón</a:t>
            </a:r>
            <a:endParaRPr lang="es-CO" dirty="0"/>
          </a:p>
        </p:txBody>
      </p:sp>
    </p:spTree>
    <p:extLst>
      <p:ext uri="{BB962C8B-B14F-4D97-AF65-F5344CB8AC3E}">
        <p14:creationId xmlns:p14="http://schemas.microsoft.com/office/powerpoint/2010/main" val="16559101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12" name="Rectángulo 11">
            <a:extLst>
              <a:ext uri="{FF2B5EF4-FFF2-40B4-BE49-F238E27FC236}">
                <a16:creationId xmlns:a16="http://schemas.microsoft.com/office/drawing/2014/main" id="{7B13968A-8D38-024F-80AC-493263EB7A43}"/>
              </a:ext>
            </a:extLst>
          </p:cNvPr>
          <p:cNvSpPr/>
          <p:nvPr userDrawn="1"/>
        </p:nvSpPr>
        <p:spPr>
          <a:xfrm>
            <a:off x="0" y="0"/>
            <a:ext cx="3072064" cy="257175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algn="ctr"/>
            <a:endParaRPr lang="es-CO" dirty="0"/>
          </a:p>
        </p:txBody>
      </p:sp>
      <p:sp>
        <p:nvSpPr>
          <p:cNvPr id="16" name="Marcador de posición de imagen 15">
            <a:extLst>
              <a:ext uri="{FF2B5EF4-FFF2-40B4-BE49-F238E27FC236}">
                <a16:creationId xmlns:a16="http://schemas.microsoft.com/office/drawing/2014/main" id="{565461F1-7C05-B044-9577-EB6A9A89FDE2}"/>
              </a:ext>
            </a:extLst>
          </p:cNvPr>
          <p:cNvSpPr>
            <a:spLocks noGrp="1"/>
          </p:cNvSpPr>
          <p:nvPr>
            <p:ph type="pic" sz="quarter" idx="10"/>
          </p:nvPr>
        </p:nvSpPr>
        <p:spPr>
          <a:xfrm>
            <a:off x="1280301" y="373913"/>
            <a:ext cx="511463" cy="510363"/>
          </a:xfrm>
        </p:spPr>
        <p:txBody>
          <a:bodyPr>
            <a:normAutofit/>
          </a:bodyPr>
          <a:lstStyle>
            <a:lvl1pPr>
              <a:defRPr sz="1200"/>
            </a:lvl1pPr>
          </a:lstStyle>
          <a:p>
            <a:endParaRPr lang="es-CO" dirty="0"/>
          </a:p>
        </p:txBody>
      </p:sp>
      <p:sp>
        <p:nvSpPr>
          <p:cNvPr id="32" name="Marcador de texto 17">
            <a:extLst>
              <a:ext uri="{FF2B5EF4-FFF2-40B4-BE49-F238E27FC236}">
                <a16:creationId xmlns:a16="http://schemas.microsoft.com/office/drawing/2014/main" id="{B38516C7-E796-CC47-966F-6BE0D3773862}"/>
              </a:ext>
            </a:extLst>
          </p:cNvPr>
          <p:cNvSpPr>
            <a:spLocks noGrp="1"/>
          </p:cNvSpPr>
          <p:nvPr>
            <p:ph type="body" sz="quarter" idx="16"/>
          </p:nvPr>
        </p:nvSpPr>
        <p:spPr>
          <a:xfrm>
            <a:off x="321854" y="1166557"/>
            <a:ext cx="2428357"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33" name="Marcador de texto 17">
            <a:extLst>
              <a:ext uri="{FF2B5EF4-FFF2-40B4-BE49-F238E27FC236}">
                <a16:creationId xmlns:a16="http://schemas.microsoft.com/office/drawing/2014/main" id="{1884F887-FD94-AF4D-A38A-689FD43BA173}"/>
              </a:ext>
            </a:extLst>
          </p:cNvPr>
          <p:cNvSpPr>
            <a:spLocks noGrp="1"/>
          </p:cNvSpPr>
          <p:nvPr>
            <p:ph type="body" sz="quarter" idx="17"/>
          </p:nvPr>
        </p:nvSpPr>
        <p:spPr>
          <a:xfrm>
            <a:off x="344891" y="3760894"/>
            <a:ext cx="2382283" cy="1035050"/>
          </a:xfrm>
        </p:spPr>
        <p:txBody>
          <a:bodyPr>
            <a:noAutofit/>
          </a:bodyPr>
          <a:lstStyle>
            <a:lvl1pPr marL="0" indent="0" algn="ctr">
              <a:buNone/>
              <a:defRPr sz="1400">
                <a:solidFill>
                  <a:srgbClr val="0066CD"/>
                </a:solidFill>
              </a:defRPr>
            </a:lvl1pPr>
          </a:lstStyle>
          <a:p>
            <a:r>
              <a:rPr lang="es-ES" dirty="0"/>
              <a:t>Editar los estilos de texto del patrón</a:t>
            </a:r>
            <a:endParaRPr lang="es-CO" dirty="0"/>
          </a:p>
        </p:txBody>
      </p:sp>
      <p:sp>
        <p:nvSpPr>
          <p:cNvPr id="13" name="Rectángulo 12">
            <a:extLst>
              <a:ext uri="{FF2B5EF4-FFF2-40B4-BE49-F238E27FC236}">
                <a16:creationId xmlns:a16="http://schemas.microsoft.com/office/drawing/2014/main" id="{02459D4F-0D64-9B47-A515-FD369993123C}"/>
              </a:ext>
            </a:extLst>
          </p:cNvPr>
          <p:cNvSpPr/>
          <p:nvPr userDrawn="1"/>
        </p:nvSpPr>
        <p:spPr>
          <a:xfrm>
            <a:off x="3072064" y="2571750"/>
            <a:ext cx="3007894" cy="2571750"/>
          </a:xfrm>
          <a:prstGeom prst="rect">
            <a:avLst/>
          </a:prstGeom>
          <a:solidFill>
            <a:srgbClr val="13BAC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algn="ctr"/>
            <a:endParaRPr lang="es-CO" dirty="0"/>
          </a:p>
        </p:txBody>
      </p:sp>
      <p:sp>
        <p:nvSpPr>
          <p:cNvPr id="14" name="Rectángulo 13">
            <a:extLst>
              <a:ext uri="{FF2B5EF4-FFF2-40B4-BE49-F238E27FC236}">
                <a16:creationId xmlns:a16="http://schemas.microsoft.com/office/drawing/2014/main" id="{E31F1DE6-9A99-DC41-AA71-A120A87AFA85}"/>
              </a:ext>
            </a:extLst>
          </p:cNvPr>
          <p:cNvSpPr/>
          <p:nvPr userDrawn="1"/>
        </p:nvSpPr>
        <p:spPr>
          <a:xfrm>
            <a:off x="6071936" y="0"/>
            <a:ext cx="3072064" cy="257175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algn="ctr"/>
            <a:endParaRPr lang="es-CO" dirty="0"/>
          </a:p>
        </p:txBody>
      </p:sp>
      <p:sp>
        <p:nvSpPr>
          <p:cNvPr id="15" name="Marcador de posición de imagen 15">
            <a:extLst>
              <a:ext uri="{FF2B5EF4-FFF2-40B4-BE49-F238E27FC236}">
                <a16:creationId xmlns:a16="http://schemas.microsoft.com/office/drawing/2014/main" id="{F2CFDB0F-62A7-CD49-971C-38FB5683227D}"/>
              </a:ext>
            </a:extLst>
          </p:cNvPr>
          <p:cNvSpPr>
            <a:spLocks noGrp="1"/>
          </p:cNvSpPr>
          <p:nvPr>
            <p:ph type="pic" sz="quarter" idx="18"/>
          </p:nvPr>
        </p:nvSpPr>
        <p:spPr>
          <a:xfrm>
            <a:off x="1280301" y="2962940"/>
            <a:ext cx="511463" cy="510363"/>
          </a:xfrm>
        </p:spPr>
        <p:txBody>
          <a:bodyPr>
            <a:normAutofit/>
          </a:bodyPr>
          <a:lstStyle>
            <a:lvl1pPr>
              <a:defRPr sz="1200"/>
            </a:lvl1pPr>
          </a:lstStyle>
          <a:p>
            <a:endParaRPr lang="es-CO" dirty="0"/>
          </a:p>
        </p:txBody>
      </p:sp>
      <p:sp>
        <p:nvSpPr>
          <p:cNvPr id="17" name="Marcador de posición de imagen 15">
            <a:extLst>
              <a:ext uri="{FF2B5EF4-FFF2-40B4-BE49-F238E27FC236}">
                <a16:creationId xmlns:a16="http://schemas.microsoft.com/office/drawing/2014/main" id="{663A4DFF-1A7D-D14E-A108-7B3DDBBF06D9}"/>
              </a:ext>
            </a:extLst>
          </p:cNvPr>
          <p:cNvSpPr>
            <a:spLocks noGrp="1"/>
          </p:cNvSpPr>
          <p:nvPr>
            <p:ph type="pic" sz="quarter" idx="19"/>
          </p:nvPr>
        </p:nvSpPr>
        <p:spPr>
          <a:xfrm>
            <a:off x="7379845" y="373913"/>
            <a:ext cx="511463" cy="510363"/>
          </a:xfrm>
        </p:spPr>
        <p:txBody>
          <a:bodyPr>
            <a:normAutofit/>
          </a:bodyPr>
          <a:lstStyle>
            <a:lvl1pPr>
              <a:defRPr sz="1200"/>
            </a:lvl1pPr>
          </a:lstStyle>
          <a:p>
            <a:endParaRPr lang="es-CO" dirty="0"/>
          </a:p>
        </p:txBody>
      </p:sp>
      <p:sp>
        <p:nvSpPr>
          <p:cNvPr id="19" name="Marcador de texto 17">
            <a:extLst>
              <a:ext uri="{FF2B5EF4-FFF2-40B4-BE49-F238E27FC236}">
                <a16:creationId xmlns:a16="http://schemas.microsoft.com/office/drawing/2014/main" id="{8D7901CE-5A3C-5445-9E1B-0D6A2F068A90}"/>
              </a:ext>
            </a:extLst>
          </p:cNvPr>
          <p:cNvSpPr>
            <a:spLocks noGrp="1"/>
          </p:cNvSpPr>
          <p:nvPr>
            <p:ph type="body" sz="quarter" idx="20"/>
          </p:nvPr>
        </p:nvSpPr>
        <p:spPr>
          <a:xfrm>
            <a:off x="6421398" y="1173645"/>
            <a:ext cx="2428357"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
        <p:nvSpPr>
          <p:cNvPr id="20" name="Marcador de texto 17">
            <a:extLst>
              <a:ext uri="{FF2B5EF4-FFF2-40B4-BE49-F238E27FC236}">
                <a16:creationId xmlns:a16="http://schemas.microsoft.com/office/drawing/2014/main" id="{6495F761-6068-7949-BB73-80BE92ED3BD1}"/>
              </a:ext>
            </a:extLst>
          </p:cNvPr>
          <p:cNvSpPr>
            <a:spLocks noGrp="1"/>
          </p:cNvSpPr>
          <p:nvPr>
            <p:ph type="body" sz="quarter" idx="21"/>
          </p:nvPr>
        </p:nvSpPr>
        <p:spPr>
          <a:xfrm>
            <a:off x="6444435" y="3760894"/>
            <a:ext cx="2382283" cy="1035050"/>
          </a:xfrm>
        </p:spPr>
        <p:txBody>
          <a:bodyPr>
            <a:noAutofit/>
          </a:bodyPr>
          <a:lstStyle>
            <a:lvl1pPr marL="0" indent="0" algn="ctr">
              <a:buNone/>
              <a:defRPr sz="1400">
                <a:solidFill>
                  <a:srgbClr val="0066CD"/>
                </a:solidFill>
              </a:defRPr>
            </a:lvl1pPr>
          </a:lstStyle>
          <a:p>
            <a:r>
              <a:rPr lang="es-ES" dirty="0"/>
              <a:t>Editar los estilos de texto del patrón</a:t>
            </a:r>
            <a:endParaRPr lang="es-CO" dirty="0"/>
          </a:p>
        </p:txBody>
      </p:sp>
      <p:sp>
        <p:nvSpPr>
          <p:cNvPr id="21" name="Marcador de posición de imagen 15">
            <a:extLst>
              <a:ext uri="{FF2B5EF4-FFF2-40B4-BE49-F238E27FC236}">
                <a16:creationId xmlns:a16="http://schemas.microsoft.com/office/drawing/2014/main" id="{F833A059-A4FD-2047-BBA3-B8ED3A290499}"/>
              </a:ext>
            </a:extLst>
          </p:cNvPr>
          <p:cNvSpPr>
            <a:spLocks noGrp="1"/>
          </p:cNvSpPr>
          <p:nvPr>
            <p:ph type="pic" sz="quarter" idx="22"/>
          </p:nvPr>
        </p:nvSpPr>
        <p:spPr>
          <a:xfrm>
            <a:off x="7379845" y="2962940"/>
            <a:ext cx="511463" cy="510363"/>
          </a:xfrm>
        </p:spPr>
        <p:txBody>
          <a:bodyPr>
            <a:normAutofit/>
          </a:bodyPr>
          <a:lstStyle>
            <a:lvl1pPr>
              <a:defRPr sz="1200"/>
            </a:lvl1pPr>
          </a:lstStyle>
          <a:p>
            <a:endParaRPr lang="es-CO" dirty="0"/>
          </a:p>
        </p:txBody>
      </p:sp>
      <p:sp>
        <p:nvSpPr>
          <p:cNvPr id="22" name="Marcador de texto 17">
            <a:extLst>
              <a:ext uri="{FF2B5EF4-FFF2-40B4-BE49-F238E27FC236}">
                <a16:creationId xmlns:a16="http://schemas.microsoft.com/office/drawing/2014/main" id="{CE730C60-3C12-CA47-9418-0525B8FF4841}"/>
              </a:ext>
            </a:extLst>
          </p:cNvPr>
          <p:cNvSpPr>
            <a:spLocks noGrp="1"/>
          </p:cNvSpPr>
          <p:nvPr>
            <p:ph type="body" sz="quarter" idx="23"/>
          </p:nvPr>
        </p:nvSpPr>
        <p:spPr>
          <a:xfrm>
            <a:off x="3382669" y="1173645"/>
            <a:ext cx="2382283" cy="1035050"/>
          </a:xfrm>
        </p:spPr>
        <p:txBody>
          <a:bodyPr>
            <a:noAutofit/>
          </a:bodyPr>
          <a:lstStyle>
            <a:lvl1pPr marL="0" indent="0" algn="ctr">
              <a:buNone/>
              <a:defRPr sz="1400">
                <a:solidFill>
                  <a:srgbClr val="0066CD"/>
                </a:solidFill>
              </a:defRPr>
            </a:lvl1pPr>
          </a:lstStyle>
          <a:p>
            <a:r>
              <a:rPr lang="es-ES" dirty="0"/>
              <a:t>Editar los estilos de texto del patrón</a:t>
            </a:r>
            <a:endParaRPr lang="es-CO" dirty="0"/>
          </a:p>
        </p:txBody>
      </p:sp>
      <p:sp>
        <p:nvSpPr>
          <p:cNvPr id="24" name="Marcador de posición de imagen 15">
            <a:extLst>
              <a:ext uri="{FF2B5EF4-FFF2-40B4-BE49-F238E27FC236}">
                <a16:creationId xmlns:a16="http://schemas.microsoft.com/office/drawing/2014/main" id="{8F219821-F8F5-0549-BE37-10050D8DE967}"/>
              </a:ext>
            </a:extLst>
          </p:cNvPr>
          <p:cNvSpPr>
            <a:spLocks noGrp="1"/>
          </p:cNvSpPr>
          <p:nvPr>
            <p:ph type="pic" sz="quarter" idx="24"/>
          </p:nvPr>
        </p:nvSpPr>
        <p:spPr>
          <a:xfrm>
            <a:off x="4318079" y="373913"/>
            <a:ext cx="511463" cy="510363"/>
          </a:xfrm>
        </p:spPr>
        <p:txBody>
          <a:bodyPr>
            <a:normAutofit/>
          </a:bodyPr>
          <a:lstStyle>
            <a:lvl1pPr>
              <a:defRPr sz="1200"/>
            </a:lvl1pPr>
          </a:lstStyle>
          <a:p>
            <a:endParaRPr lang="es-CO" dirty="0"/>
          </a:p>
        </p:txBody>
      </p:sp>
      <p:sp>
        <p:nvSpPr>
          <p:cNvPr id="26" name="Marcador de posición de imagen 15">
            <a:extLst>
              <a:ext uri="{FF2B5EF4-FFF2-40B4-BE49-F238E27FC236}">
                <a16:creationId xmlns:a16="http://schemas.microsoft.com/office/drawing/2014/main" id="{BC422D48-475E-D344-B638-F7E03AC293A7}"/>
              </a:ext>
            </a:extLst>
          </p:cNvPr>
          <p:cNvSpPr>
            <a:spLocks noGrp="1"/>
          </p:cNvSpPr>
          <p:nvPr>
            <p:ph type="pic" sz="quarter" idx="25"/>
          </p:nvPr>
        </p:nvSpPr>
        <p:spPr>
          <a:xfrm>
            <a:off x="4318079" y="2962940"/>
            <a:ext cx="511463" cy="510363"/>
          </a:xfrm>
        </p:spPr>
        <p:txBody>
          <a:bodyPr>
            <a:normAutofit/>
          </a:bodyPr>
          <a:lstStyle>
            <a:lvl1pPr>
              <a:defRPr sz="1200"/>
            </a:lvl1pPr>
          </a:lstStyle>
          <a:p>
            <a:endParaRPr lang="es-CO" dirty="0"/>
          </a:p>
        </p:txBody>
      </p:sp>
      <p:sp>
        <p:nvSpPr>
          <p:cNvPr id="28" name="Marcador de texto 17">
            <a:extLst>
              <a:ext uri="{FF2B5EF4-FFF2-40B4-BE49-F238E27FC236}">
                <a16:creationId xmlns:a16="http://schemas.microsoft.com/office/drawing/2014/main" id="{55BF51A9-4067-FA49-BC37-B00B88E2AE0E}"/>
              </a:ext>
            </a:extLst>
          </p:cNvPr>
          <p:cNvSpPr>
            <a:spLocks noGrp="1"/>
          </p:cNvSpPr>
          <p:nvPr>
            <p:ph type="body" sz="quarter" idx="26"/>
          </p:nvPr>
        </p:nvSpPr>
        <p:spPr>
          <a:xfrm>
            <a:off x="3359632" y="3760894"/>
            <a:ext cx="2428357" cy="1035050"/>
          </a:xfrm>
        </p:spPr>
        <p:txBody>
          <a:bodyPr>
            <a:noAutofit/>
          </a:bodyPr>
          <a:lstStyle>
            <a:lvl1pPr marL="0" indent="0" algn="ctr">
              <a:buNone/>
              <a:defRPr sz="1400">
                <a:solidFill>
                  <a:schemeClr val="bg1"/>
                </a:solidFill>
              </a:defRPr>
            </a:lvl1pPr>
          </a:lstStyle>
          <a:p>
            <a:r>
              <a:rPr lang="es-ES" dirty="0"/>
              <a:t>Editar los estilos de texto del patrón</a:t>
            </a:r>
            <a:endParaRPr lang="es-CO" dirty="0"/>
          </a:p>
        </p:txBody>
      </p:sp>
    </p:spTree>
    <p:extLst>
      <p:ext uri="{BB962C8B-B14F-4D97-AF65-F5344CB8AC3E}">
        <p14:creationId xmlns:p14="http://schemas.microsoft.com/office/powerpoint/2010/main" val="11814000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39" name="Rectángulo 38">
            <a:extLst>
              <a:ext uri="{FF2B5EF4-FFF2-40B4-BE49-F238E27FC236}">
                <a16:creationId xmlns:a16="http://schemas.microsoft.com/office/drawing/2014/main" id="{6F947989-63A4-EB41-9ACA-0BB8D7328FE9}"/>
              </a:ext>
            </a:extLst>
          </p:cNvPr>
          <p:cNvSpPr/>
          <p:nvPr userDrawn="1"/>
        </p:nvSpPr>
        <p:spPr>
          <a:xfrm flipV="1">
            <a:off x="0" y="2980944"/>
            <a:ext cx="2255520" cy="2160000"/>
          </a:xfrm>
          <a:prstGeom prst="rect">
            <a:avLst/>
          </a:prstGeom>
          <a:solidFill>
            <a:srgbClr val="61C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Rectángulo 39">
            <a:extLst>
              <a:ext uri="{FF2B5EF4-FFF2-40B4-BE49-F238E27FC236}">
                <a16:creationId xmlns:a16="http://schemas.microsoft.com/office/drawing/2014/main" id="{5BF741D6-BFE6-3A48-8C1C-7CA2D1AF1C9B}"/>
              </a:ext>
            </a:extLst>
          </p:cNvPr>
          <p:cNvSpPr/>
          <p:nvPr userDrawn="1"/>
        </p:nvSpPr>
        <p:spPr>
          <a:xfrm>
            <a:off x="2255520" y="2980944"/>
            <a:ext cx="6888480" cy="216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Marcador de texto 2">
            <a:extLst>
              <a:ext uri="{FF2B5EF4-FFF2-40B4-BE49-F238E27FC236}">
                <a16:creationId xmlns:a16="http://schemas.microsoft.com/office/drawing/2014/main" id="{D0540CF6-A654-6149-8950-CD4686041782}"/>
              </a:ext>
            </a:extLst>
          </p:cNvPr>
          <p:cNvSpPr>
            <a:spLocks noGrp="1"/>
          </p:cNvSpPr>
          <p:nvPr>
            <p:ph type="body" idx="1"/>
          </p:nvPr>
        </p:nvSpPr>
        <p:spPr>
          <a:xfrm>
            <a:off x="395288" y="1347077"/>
            <a:ext cx="8011095" cy="1042555"/>
          </a:xfrm>
        </p:spPr>
        <p:txBody>
          <a:bodyPr/>
          <a:lstStyle/>
          <a:p>
            <a:endParaRPr lang="es-CO" dirty="0"/>
          </a:p>
        </p:txBody>
      </p:sp>
      <p:sp>
        <p:nvSpPr>
          <p:cNvPr id="44" name="Título 2">
            <a:extLst>
              <a:ext uri="{FF2B5EF4-FFF2-40B4-BE49-F238E27FC236}">
                <a16:creationId xmlns:a16="http://schemas.microsoft.com/office/drawing/2014/main" id="{E6321F70-5486-8446-8B14-0A6F2E90F995}"/>
              </a:ext>
            </a:extLst>
          </p:cNvPr>
          <p:cNvSpPr>
            <a:spLocks noGrp="1"/>
          </p:cNvSpPr>
          <p:nvPr>
            <p:ph type="title"/>
          </p:nvPr>
        </p:nvSpPr>
        <p:spPr>
          <a:xfrm>
            <a:off x="395288" y="484188"/>
            <a:ext cx="6544552" cy="411924"/>
          </a:xfrm>
        </p:spPr>
        <p:txBody>
          <a:bodyPr>
            <a:normAutofit fontScale="90000"/>
          </a:bodyPr>
          <a:lstStyle/>
          <a:p>
            <a:pPr>
              <a:lnSpc>
                <a:spcPct val="110000"/>
              </a:lnSpc>
            </a:pPr>
            <a:endParaRPr lang="es-CO" sz="3200" dirty="0"/>
          </a:p>
        </p:txBody>
      </p:sp>
      <p:sp>
        <p:nvSpPr>
          <p:cNvPr id="45" name="Marcador de texto 3">
            <a:extLst>
              <a:ext uri="{FF2B5EF4-FFF2-40B4-BE49-F238E27FC236}">
                <a16:creationId xmlns:a16="http://schemas.microsoft.com/office/drawing/2014/main" id="{F8F8A843-D3CC-AC4F-8E78-5F7C8F78BC4D}"/>
              </a:ext>
            </a:extLst>
          </p:cNvPr>
          <p:cNvSpPr>
            <a:spLocks noGrp="1"/>
          </p:cNvSpPr>
          <p:nvPr>
            <p:ph type="body" sz="quarter" idx="10"/>
          </p:nvPr>
        </p:nvSpPr>
        <p:spPr>
          <a:xfrm>
            <a:off x="2868324" y="3377243"/>
            <a:ext cx="5557874" cy="1225550"/>
          </a:xfrm>
        </p:spPr>
        <p:txBody>
          <a:bodyPr/>
          <a:lstStyle/>
          <a:p>
            <a:endParaRPr lang="es-CO" dirty="0"/>
          </a:p>
        </p:txBody>
      </p:sp>
      <p:sp>
        <p:nvSpPr>
          <p:cNvPr id="8" name="Marcador de posición de imagen 7">
            <a:extLst>
              <a:ext uri="{FF2B5EF4-FFF2-40B4-BE49-F238E27FC236}">
                <a16:creationId xmlns:a16="http://schemas.microsoft.com/office/drawing/2014/main" id="{6FD72BAF-9CA4-B04A-998E-370F5FF4B38C}"/>
              </a:ext>
            </a:extLst>
          </p:cNvPr>
          <p:cNvSpPr>
            <a:spLocks noGrp="1"/>
          </p:cNvSpPr>
          <p:nvPr>
            <p:ph type="pic" sz="quarter" idx="11"/>
          </p:nvPr>
        </p:nvSpPr>
        <p:spPr>
          <a:xfrm>
            <a:off x="623150" y="3529752"/>
            <a:ext cx="979487" cy="977900"/>
          </a:xfrm>
        </p:spPr>
        <p:txBody>
          <a:bodyPr/>
          <a:lstStyle/>
          <a:p>
            <a:endParaRPr lang="es-CO"/>
          </a:p>
        </p:txBody>
      </p:sp>
    </p:spTree>
    <p:extLst>
      <p:ext uri="{BB962C8B-B14F-4D97-AF65-F5344CB8AC3E}">
        <p14:creationId xmlns:p14="http://schemas.microsoft.com/office/powerpoint/2010/main" val="312957935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18" name="Rectángulo 17">
            <a:extLst>
              <a:ext uri="{FF2B5EF4-FFF2-40B4-BE49-F238E27FC236}">
                <a16:creationId xmlns:a16="http://schemas.microsoft.com/office/drawing/2014/main" id="{2F994CC5-7568-6C45-BD2B-0BA4E444A5ED}"/>
              </a:ext>
            </a:extLst>
          </p:cNvPr>
          <p:cNvSpPr/>
          <p:nvPr userDrawn="1"/>
        </p:nvSpPr>
        <p:spPr>
          <a:xfrm>
            <a:off x="0" y="0"/>
            <a:ext cx="1402080" cy="5143500"/>
          </a:xfrm>
          <a:prstGeom prst="rect">
            <a:avLst/>
          </a:prstGeom>
          <a:solidFill>
            <a:srgbClr val="006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Marcador de texto 1">
            <a:extLst>
              <a:ext uri="{FF2B5EF4-FFF2-40B4-BE49-F238E27FC236}">
                <a16:creationId xmlns:a16="http://schemas.microsoft.com/office/drawing/2014/main" id="{FBD90EB7-025C-214C-8D67-E46A31FA7E5D}"/>
              </a:ext>
            </a:extLst>
          </p:cNvPr>
          <p:cNvSpPr>
            <a:spLocks noGrp="1"/>
          </p:cNvSpPr>
          <p:nvPr>
            <p:ph type="body" idx="1"/>
          </p:nvPr>
        </p:nvSpPr>
        <p:spPr>
          <a:xfrm>
            <a:off x="1663474" y="1492689"/>
            <a:ext cx="6133310" cy="1443791"/>
          </a:xfrm>
        </p:spPr>
        <p:txBody>
          <a:bodyPr/>
          <a:lstStyle>
            <a:lvl1pPr marL="0" indent="0">
              <a:buNone/>
              <a:defRPr/>
            </a:lvl1pPr>
          </a:lstStyle>
          <a:p>
            <a:endParaRPr lang="es-CO" dirty="0"/>
          </a:p>
        </p:txBody>
      </p:sp>
      <p:sp>
        <p:nvSpPr>
          <p:cNvPr id="25" name="Título 2">
            <a:extLst>
              <a:ext uri="{FF2B5EF4-FFF2-40B4-BE49-F238E27FC236}">
                <a16:creationId xmlns:a16="http://schemas.microsoft.com/office/drawing/2014/main" id="{BB7A02E4-2BC0-7941-A176-1CB0C9858F0F}"/>
              </a:ext>
            </a:extLst>
          </p:cNvPr>
          <p:cNvSpPr>
            <a:spLocks noGrp="1"/>
          </p:cNvSpPr>
          <p:nvPr>
            <p:ph type="title"/>
          </p:nvPr>
        </p:nvSpPr>
        <p:spPr>
          <a:xfrm>
            <a:off x="1612849" y="654876"/>
            <a:ext cx="6544552" cy="411924"/>
          </a:xfrm>
        </p:spPr>
        <p:txBody>
          <a:bodyPr>
            <a:normAutofit fontScale="90000"/>
          </a:bodyPr>
          <a:lstStyle/>
          <a:p>
            <a:pPr>
              <a:lnSpc>
                <a:spcPct val="110000"/>
              </a:lnSpc>
            </a:pPr>
            <a:endParaRPr lang="es-CO" sz="3200" dirty="0"/>
          </a:p>
        </p:txBody>
      </p:sp>
      <p:sp>
        <p:nvSpPr>
          <p:cNvPr id="27" name="Marcador de texto 3">
            <a:extLst>
              <a:ext uri="{FF2B5EF4-FFF2-40B4-BE49-F238E27FC236}">
                <a16:creationId xmlns:a16="http://schemas.microsoft.com/office/drawing/2014/main" id="{158834CA-2196-274A-B33B-2E697583DF4D}"/>
              </a:ext>
            </a:extLst>
          </p:cNvPr>
          <p:cNvSpPr>
            <a:spLocks noGrp="1"/>
          </p:cNvSpPr>
          <p:nvPr>
            <p:ph type="body" idx="10"/>
          </p:nvPr>
        </p:nvSpPr>
        <p:spPr>
          <a:xfrm>
            <a:off x="1679962" y="2674722"/>
            <a:ext cx="6613036" cy="956796"/>
          </a:xfrm>
        </p:spPr>
        <p:txBody>
          <a:bodyPr>
            <a:normAutofit lnSpcReduction="10000"/>
          </a:bodyPr>
          <a:lstStyle/>
          <a:p>
            <a:endParaRPr lang="es-CO" dirty="0"/>
          </a:p>
        </p:txBody>
      </p:sp>
      <p:sp>
        <p:nvSpPr>
          <p:cNvPr id="31" name="Marcador de posición de imagen 2">
            <a:extLst>
              <a:ext uri="{FF2B5EF4-FFF2-40B4-BE49-F238E27FC236}">
                <a16:creationId xmlns:a16="http://schemas.microsoft.com/office/drawing/2014/main" id="{848DA43F-3BB1-E64E-861B-00ACB9ADDDBF}"/>
              </a:ext>
            </a:extLst>
          </p:cNvPr>
          <p:cNvSpPr>
            <a:spLocks noGrp="1"/>
          </p:cNvSpPr>
          <p:nvPr>
            <p:ph type="pic" sz="quarter" idx="11"/>
          </p:nvPr>
        </p:nvSpPr>
        <p:spPr>
          <a:xfrm>
            <a:off x="382588" y="454025"/>
            <a:ext cx="779462" cy="779463"/>
          </a:xfrm>
        </p:spPr>
        <p:txBody>
          <a:bodyPr/>
          <a:lstStyle/>
          <a:p>
            <a:endParaRPr lang="es-CO"/>
          </a:p>
        </p:txBody>
      </p:sp>
    </p:spTree>
    <p:extLst>
      <p:ext uri="{BB962C8B-B14F-4D97-AF65-F5344CB8AC3E}">
        <p14:creationId xmlns:p14="http://schemas.microsoft.com/office/powerpoint/2010/main" val="81130669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7" name="Marcador de texto 1">
            <a:extLst>
              <a:ext uri="{FF2B5EF4-FFF2-40B4-BE49-F238E27FC236}">
                <a16:creationId xmlns:a16="http://schemas.microsoft.com/office/drawing/2014/main" id="{87B16A34-FFE1-4E4D-921F-81A171420A03}"/>
              </a:ext>
            </a:extLst>
          </p:cNvPr>
          <p:cNvSpPr>
            <a:spLocks noGrp="1"/>
          </p:cNvSpPr>
          <p:nvPr>
            <p:ph type="body" idx="1"/>
          </p:nvPr>
        </p:nvSpPr>
        <p:spPr>
          <a:xfrm>
            <a:off x="4288525" y="1474381"/>
            <a:ext cx="4460188" cy="1633267"/>
          </a:xfrm>
        </p:spPr>
        <p:txBody>
          <a:bodyPr/>
          <a:lstStyle>
            <a:lvl1pPr marL="0" indent="0">
              <a:buNone/>
              <a:defRPr/>
            </a:lvl1pPr>
          </a:lstStyle>
          <a:p>
            <a:endParaRPr lang="es-CO" dirty="0"/>
          </a:p>
        </p:txBody>
      </p:sp>
      <p:sp>
        <p:nvSpPr>
          <p:cNvPr id="8" name="Título 2">
            <a:extLst>
              <a:ext uri="{FF2B5EF4-FFF2-40B4-BE49-F238E27FC236}">
                <a16:creationId xmlns:a16="http://schemas.microsoft.com/office/drawing/2014/main" id="{AFC4B664-02D8-BB4A-8810-363BB47DA110}"/>
              </a:ext>
            </a:extLst>
          </p:cNvPr>
          <p:cNvSpPr>
            <a:spLocks noGrp="1"/>
          </p:cNvSpPr>
          <p:nvPr>
            <p:ph type="title"/>
          </p:nvPr>
        </p:nvSpPr>
        <p:spPr>
          <a:xfrm>
            <a:off x="4302642" y="484188"/>
            <a:ext cx="4446071" cy="460160"/>
          </a:xfrm>
        </p:spPr>
        <p:txBody>
          <a:bodyPr>
            <a:normAutofit fontScale="90000"/>
          </a:bodyPr>
          <a:lstStyle/>
          <a:p>
            <a:endParaRPr lang="es-CO" dirty="0"/>
          </a:p>
        </p:txBody>
      </p:sp>
      <p:sp>
        <p:nvSpPr>
          <p:cNvPr id="9" name="Marcador de texto 3">
            <a:extLst>
              <a:ext uri="{FF2B5EF4-FFF2-40B4-BE49-F238E27FC236}">
                <a16:creationId xmlns:a16="http://schemas.microsoft.com/office/drawing/2014/main" id="{6BFAF976-8260-4547-BBB8-CBA854299DFA}"/>
              </a:ext>
            </a:extLst>
          </p:cNvPr>
          <p:cNvSpPr>
            <a:spLocks noGrp="1"/>
          </p:cNvSpPr>
          <p:nvPr>
            <p:ph type="body" idx="10"/>
          </p:nvPr>
        </p:nvSpPr>
        <p:spPr>
          <a:xfrm>
            <a:off x="4269223" y="3241577"/>
            <a:ext cx="3617454" cy="956796"/>
          </a:xfrm>
        </p:spPr>
        <p:txBody>
          <a:bodyPr>
            <a:normAutofit lnSpcReduction="10000"/>
          </a:bodyPr>
          <a:lstStyle/>
          <a:p>
            <a:endParaRPr lang="es-CO" dirty="0"/>
          </a:p>
        </p:txBody>
      </p:sp>
      <p:sp>
        <p:nvSpPr>
          <p:cNvPr id="3" name="Marcador de posición de imagen 2">
            <a:extLst>
              <a:ext uri="{FF2B5EF4-FFF2-40B4-BE49-F238E27FC236}">
                <a16:creationId xmlns:a16="http://schemas.microsoft.com/office/drawing/2014/main" id="{1D0A5524-3EE4-7F4C-B8CF-B11DC9A3F629}"/>
              </a:ext>
            </a:extLst>
          </p:cNvPr>
          <p:cNvSpPr>
            <a:spLocks noGrp="1"/>
          </p:cNvSpPr>
          <p:nvPr>
            <p:ph type="pic" sz="quarter" idx="11"/>
          </p:nvPr>
        </p:nvSpPr>
        <p:spPr>
          <a:xfrm>
            <a:off x="0" y="0"/>
            <a:ext cx="3721100" cy="5143500"/>
          </a:xfrm>
        </p:spPr>
        <p:txBody>
          <a:bodyPr/>
          <a:lstStyle/>
          <a:p>
            <a:endParaRPr lang="es-CO" dirty="0"/>
          </a:p>
        </p:txBody>
      </p:sp>
    </p:spTree>
    <p:extLst>
      <p:ext uri="{BB962C8B-B14F-4D97-AF65-F5344CB8AC3E}">
        <p14:creationId xmlns:p14="http://schemas.microsoft.com/office/powerpoint/2010/main" val="113907973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1D0A5524-3EE4-7F4C-B8CF-B11DC9A3F629}"/>
              </a:ext>
            </a:extLst>
          </p:cNvPr>
          <p:cNvSpPr>
            <a:spLocks noGrp="1"/>
          </p:cNvSpPr>
          <p:nvPr>
            <p:ph type="pic" sz="quarter" idx="11"/>
          </p:nvPr>
        </p:nvSpPr>
        <p:spPr>
          <a:xfrm>
            <a:off x="5224130" y="0"/>
            <a:ext cx="3919870" cy="5143500"/>
          </a:xfrm>
        </p:spPr>
        <p:txBody>
          <a:bodyPr/>
          <a:lstStyle/>
          <a:p>
            <a:endParaRPr lang="es-CO"/>
          </a:p>
        </p:txBody>
      </p:sp>
      <p:sp>
        <p:nvSpPr>
          <p:cNvPr id="13" name="Marcador de texto 1">
            <a:extLst>
              <a:ext uri="{FF2B5EF4-FFF2-40B4-BE49-F238E27FC236}">
                <a16:creationId xmlns:a16="http://schemas.microsoft.com/office/drawing/2014/main" id="{DE8BC22B-CEB2-5B43-9283-15D3D3EF06C8}"/>
              </a:ext>
            </a:extLst>
          </p:cNvPr>
          <p:cNvSpPr>
            <a:spLocks noGrp="1"/>
          </p:cNvSpPr>
          <p:nvPr>
            <p:ph type="body" idx="1"/>
          </p:nvPr>
        </p:nvSpPr>
        <p:spPr>
          <a:xfrm>
            <a:off x="395288" y="1357025"/>
            <a:ext cx="3860455" cy="1443791"/>
          </a:xfrm>
        </p:spPr>
        <p:txBody>
          <a:bodyPr>
            <a:normAutofit lnSpcReduction="10000"/>
          </a:bodyPr>
          <a:lstStyle>
            <a:lvl1pPr marL="0" indent="0">
              <a:buNone/>
              <a:defRPr/>
            </a:lvl1pPr>
          </a:lstStyle>
          <a:p>
            <a:endParaRPr lang="es-CO" dirty="0"/>
          </a:p>
        </p:txBody>
      </p:sp>
      <p:sp>
        <p:nvSpPr>
          <p:cNvPr id="14" name="Título 30">
            <a:extLst>
              <a:ext uri="{FF2B5EF4-FFF2-40B4-BE49-F238E27FC236}">
                <a16:creationId xmlns:a16="http://schemas.microsoft.com/office/drawing/2014/main" id="{29920A84-1C71-734A-854F-0C60569B67D4}"/>
              </a:ext>
            </a:extLst>
          </p:cNvPr>
          <p:cNvSpPr>
            <a:spLocks noGrp="1"/>
          </p:cNvSpPr>
          <p:nvPr>
            <p:ph type="title"/>
          </p:nvPr>
        </p:nvSpPr>
        <p:spPr>
          <a:xfrm>
            <a:off x="395288" y="496556"/>
            <a:ext cx="4682267" cy="460160"/>
          </a:xfrm>
        </p:spPr>
        <p:txBody>
          <a:bodyPr/>
          <a:lstStyle/>
          <a:p>
            <a:endParaRPr lang="es-CO" dirty="0"/>
          </a:p>
        </p:txBody>
      </p:sp>
      <p:sp>
        <p:nvSpPr>
          <p:cNvPr id="15" name="Marcador de texto 3">
            <a:extLst>
              <a:ext uri="{FF2B5EF4-FFF2-40B4-BE49-F238E27FC236}">
                <a16:creationId xmlns:a16="http://schemas.microsoft.com/office/drawing/2014/main" id="{3BC69E81-A951-134F-81FC-BDEB78172866}"/>
              </a:ext>
            </a:extLst>
          </p:cNvPr>
          <p:cNvSpPr>
            <a:spLocks noGrp="1"/>
          </p:cNvSpPr>
          <p:nvPr>
            <p:ph type="body" idx="10"/>
          </p:nvPr>
        </p:nvSpPr>
        <p:spPr>
          <a:xfrm>
            <a:off x="395288" y="3284107"/>
            <a:ext cx="3617454" cy="956796"/>
          </a:xfrm>
        </p:spPr>
        <p:txBody>
          <a:bodyPr>
            <a:normAutofit lnSpcReduction="10000"/>
          </a:bodyPr>
          <a:lstStyle/>
          <a:p>
            <a:endParaRPr lang="es-CO" dirty="0"/>
          </a:p>
        </p:txBody>
      </p:sp>
    </p:spTree>
    <p:extLst>
      <p:ext uri="{BB962C8B-B14F-4D97-AF65-F5344CB8AC3E}">
        <p14:creationId xmlns:p14="http://schemas.microsoft.com/office/powerpoint/2010/main" val="1097590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n blanco" preserve="1" userDrawn="1">
  <p:cSld name="1_En blanco">
    <p:bg>
      <p:bgPr>
        <a:solidFill>
          <a:srgbClr val="DCEAFB"/>
        </a:solidFill>
        <a:effectLst/>
      </p:bgPr>
    </p:bg>
    <p:spTree>
      <p:nvGrpSpPr>
        <p:cNvPr id="1" name="Shape 92"/>
        <p:cNvGrpSpPr/>
        <p:nvPr/>
      </p:nvGrpSpPr>
      <p:grpSpPr>
        <a:xfrm>
          <a:off x="0" y="0"/>
          <a:ext cx="0" cy="0"/>
          <a:chOff x="0" y="0"/>
          <a:chExt cx="0" cy="0"/>
        </a:xfrm>
      </p:grpSpPr>
      <p:sp>
        <p:nvSpPr>
          <p:cNvPr id="6" name="Rectángulo 5">
            <a:extLst>
              <a:ext uri="{FF2B5EF4-FFF2-40B4-BE49-F238E27FC236}">
                <a16:creationId xmlns:a16="http://schemas.microsoft.com/office/drawing/2014/main" id="{446579B4-82F2-5246-A7B5-DDE66D055329}"/>
              </a:ext>
            </a:extLst>
          </p:cNvPr>
          <p:cNvSpPr/>
          <p:nvPr userDrawn="1"/>
        </p:nvSpPr>
        <p:spPr>
          <a:xfrm>
            <a:off x="0" y="0"/>
            <a:ext cx="9144000" cy="935665"/>
          </a:xfrm>
          <a:prstGeom prst="rect">
            <a:avLst/>
          </a:prstGeom>
          <a:solidFill>
            <a:srgbClr val="FFC00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19">
            <a:extLst>
              <a:ext uri="{FF2B5EF4-FFF2-40B4-BE49-F238E27FC236}">
                <a16:creationId xmlns:a16="http://schemas.microsoft.com/office/drawing/2014/main" id="{30C83958-9F5C-F849-963D-F9555F9ACAEA}"/>
              </a:ext>
            </a:extLst>
          </p:cNvPr>
          <p:cNvPicPr>
            <a:picLocks noChangeAspect="1"/>
          </p:cNvPicPr>
          <p:nvPr userDrawn="1"/>
        </p:nvPicPr>
        <p:blipFill>
          <a:blip r:embed="rId2"/>
          <a:stretch>
            <a:fillRect/>
          </a:stretch>
        </p:blipFill>
        <p:spPr>
          <a:xfrm>
            <a:off x="430823" y="-4508"/>
            <a:ext cx="1327093" cy="1370872"/>
          </a:xfrm>
          <a:prstGeom prst="rect">
            <a:avLst/>
          </a:prstGeom>
        </p:spPr>
      </p:pic>
      <p:sp>
        <p:nvSpPr>
          <p:cNvPr id="10" name="Marcador de posición de imagen 9">
            <a:extLst>
              <a:ext uri="{FF2B5EF4-FFF2-40B4-BE49-F238E27FC236}">
                <a16:creationId xmlns:a16="http://schemas.microsoft.com/office/drawing/2014/main" id="{9F561EF9-9A81-6E4B-B180-491194BDF089}"/>
              </a:ext>
            </a:extLst>
          </p:cNvPr>
          <p:cNvSpPr>
            <a:spLocks noGrp="1"/>
          </p:cNvSpPr>
          <p:nvPr>
            <p:ph type="pic" sz="quarter" idx="10"/>
          </p:nvPr>
        </p:nvSpPr>
        <p:spPr>
          <a:xfrm>
            <a:off x="772633" y="177025"/>
            <a:ext cx="615950" cy="617537"/>
          </a:xfrm>
        </p:spPr>
        <p:txBody>
          <a:bodyPr/>
          <a:lstStyle/>
          <a:p>
            <a:endParaRPr lang="es-CO"/>
          </a:p>
        </p:txBody>
      </p:sp>
      <p:sp>
        <p:nvSpPr>
          <p:cNvPr id="11" name="Título 10">
            <a:extLst>
              <a:ext uri="{FF2B5EF4-FFF2-40B4-BE49-F238E27FC236}">
                <a16:creationId xmlns:a16="http://schemas.microsoft.com/office/drawing/2014/main" id="{2150F238-4D71-834F-AFA7-2CFBFF6D132A}"/>
              </a:ext>
            </a:extLst>
          </p:cNvPr>
          <p:cNvSpPr>
            <a:spLocks noGrp="1"/>
          </p:cNvSpPr>
          <p:nvPr>
            <p:ph type="title"/>
          </p:nvPr>
        </p:nvSpPr>
        <p:spPr>
          <a:xfrm>
            <a:off x="2006009" y="77972"/>
            <a:ext cx="6495164" cy="793899"/>
          </a:xfrm>
        </p:spPr>
        <p:txBody>
          <a:bodyPr/>
          <a:lstStyle/>
          <a:p>
            <a:endParaRPr lang="es-CO" dirty="0"/>
          </a:p>
        </p:txBody>
      </p:sp>
      <p:sp>
        <p:nvSpPr>
          <p:cNvPr id="12" name="Marcador de texto 1">
            <a:extLst>
              <a:ext uri="{FF2B5EF4-FFF2-40B4-BE49-F238E27FC236}">
                <a16:creationId xmlns:a16="http://schemas.microsoft.com/office/drawing/2014/main" id="{A38B5900-E854-3743-A689-CD299642F6AC}"/>
              </a:ext>
            </a:extLst>
          </p:cNvPr>
          <p:cNvSpPr>
            <a:spLocks noGrp="1"/>
          </p:cNvSpPr>
          <p:nvPr>
            <p:ph type="body" idx="11"/>
          </p:nvPr>
        </p:nvSpPr>
        <p:spPr>
          <a:xfrm>
            <a:off x="462182" y="1915898"/>
            <a:ext cx="5570023" cy="1486521"/>
          </a:xfrm>
          <a:prstGeom prst="rect">
            <a:avLst/>
          </a:prstGeom>
        </p:spPr>
        <p:txBody>
          <a:bodyPr/>
          <a:lstStyle>
            <a:lvl1pPr marL="95250" indent="0">
              <a:buNone/>
              <a:defRPr lang="es-CO" sz="1600" b="0" i="0" u="none" strike="noStrike" cap="none" dirty="0">
                <a:solidFill>
                  <a:srgbClr val="0054BC"/>
                </a:solidFill>
                <a:latin typeface="Work Sans"/>
                <a:ea typeface="Work Sans"/>
                <a:cs typeface="Work Sans"/>
                <a:sym typeface="Work Sans"/>
              </a:defRPr>
            </a:lvl1pPr>
          </a:lstStyle>
          <a:p>
            <a:r>
              <a:rPr lang="es-CO" dirty="0"/>
              <a:t>La presentación es una guía, recuerda desarrollar la idea en una extensión no mayor a seis líneas de texto. Usa las listas para mejorar y resaltar lo importante.</a:t>
            </a:r>
          </a:p>
          <a:p>
            <a:endParaRPr lang="es-CO" dirty="0"/>
          </a:p>
        </p:txBody>
      </p:sp>
      <p:sp>
        <p:nvSpPr>
          <p:cNvPr id="13" name="Marcador de texto 3">
            <a:extLst>
              <a:ext uri="{FF2B5EF4-FFF2-40B4-BE49-F238E27FC236}">
                <a16:creationId xmlns:a16="http://schemas.microsoft.com/office/drawing/2014/main" id="{7F1DEB0E-C229-0141-B91C-36D10C569CD3}"/>
              </a:ext>
            </a:extLst>
          </p:cNvPr>
          <p:cNvSpPr>
            <a:spLocks noGrp="1"/>
          </p:cNvSpPr>
          <p:nvPr>
            <p:ph type="body" idx="12"/>
          </p:nvPr>
        </p:nvSpPr>
        <p:spPr>
          <a:xfrm>
            <a:off x="462182" y="3678865"/>
            <a:ext cx="5798308" cy="1519767"/>
          </a:xfrm>
          <a:prstGeom prst="rect">
            <a:avLst/>
          </a:prstGeom>
        </p:spPr>
        <p:txBody>
          <a:bodyPr/>
          <a:lstStyle/>
          <a:p>
            <a:r>
              <a:rPr lang="es-CO" dirty="0"/>
              <a:t>Viñeta 1</a:t>
            </a:r>
          </a:p>
          <a:p>
            <a:r>
              <a:rPr lang="es-CO" dirty="0"/>
              <a:t>Viñeta 2</a:t>
            </a:r>
          </a:p>
          <a:p>
            <a:r>
              <a:rPr lang="es-CO" dirty="0"/>
              <a:t>Viñeta 3</a:t>
            </a:r>
          </a:p>
        </p:txBody>
      </p:sp>
    </p:spTree>
    <p:extLst>
      <p:ext uri="{BB962C8B-B14F-4D97-AF65-F5344CB8AC3E}">
        <p14:creationId xmlns:p14="http://schemas.microsoft.com/office/powerpoint/2010/main" val="3838492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ítulo y texto" preserve="1" userDrawn="1">
  <p:cSld name="1_Título y texto">
    <p:bg>
      <p:bgPr>
        <a:solidFill>
          <a:srgbClr val="DCEAFB"/>
        </a:solidFill>
        <a:effectLst/>
      </p:bgPr>
    </p:bg>
    <p:spTree>
      <p:nvGrpSpPr>
        <p:cNvPr id="1" name="Shape 66"/>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1D0A5524-3EE4-7F4C-B8CF-B11DC9A3F629}"/>
              </a:ext>
            </a:extLst>
          </p:cNvPr>
          <p:cNvSpPr>
            <a:spLocks noGrp="1"/>
          </p:cNvSpPr>
          <p:nvPr>
            <p:ph type="pic" sz="quarter" idx="11"/>
          </p:nvPr>
        </p:nvSpPr>
        <p:spPr>
          <a:xfrm>
            <a:off x="6251944" y="0"/>
            <a:ext cx="2892056" cy="5143500"/>
          </a:xfrm>
        </p:spPr>
        <p:txBody>
          <a:bodyPr/>
          <a:lstStyle/>
          <a:p>
            <a:endParaRPr lang="es-CO"/>
          </a:p>
        </p:txBody>
      </p:sp>
      <p:sp>
        <p:nvSpPr>
          <p:cNvPr id="7" name="Rectángulo 6">
            <a:extLst>
              <a:ext uri="{FF2B5EF4-FFF2-40B4-BE49-F238E27FC236}">
                <a16:creationId xmlns:a16="http://schemas.microsoft.com/office/drawing/2014/main" id="{BEB1B3EE-0291-ED43-9545-AF292E822793}"/>
              </a:ext>
            </a:extLst>
          </p:cNvPr>
          <p:cNvSpPr/>
          <p:nvPr userDrawn="1"/>
        </p:nvSpPr>
        <p:spPr>
          <a:xfrm>
            <a:off x="0" y="2196066"/>
            <a:ext cx="7137991" cy="1589124"/>
          </a:xfrm>
          <a:prstGeom prst="rect">
            <a:avLst/>
          </a:prstGeom>
          <a:solidFill>
            <a:srgbClr val="006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Marcador de texto 1">
            <a:extLst>
              <a:ext uri="{FF2B5EF4-FFF2-40B4-BE49-F238E27FC236}">
                <a16:creationId xmlns:a16="http://schemas.microsoft.com/office/drawing/2014/main" id="{F964C517-F429-3946-8DEF-219FB5E7BE3A}"/>
              </a:ext>
            </a:extLst>
          </p:cNvPr>
          <p:cNvSpPr>
            <a:spLocks noGrp="1"/>
          </p:cNvSpPr>
          <p:nvPr>
            <p:ph type="body" idx="1"/>
          </p:nvPr>
        </p:nvSpPr>
        <p:spPr>
          <a:xfrm>
            <a:off x="395288" y="2533096"/>
            <a:ext cx="6367019" cy="915065"/>
          </a:xfrm>
        </p:spPr>
        <p:txBody>
          <a:bodyPr>
            <a:normAutofit lnSpcReduction="10000"/>
          </a:bodyPr>
          <a:lstStyle>
            <a:lvl1pPr marL="0" indent="0">
              <a:buNone/>
              <a:defRPr/>
            </a:lvl1pPr>
          </a:lstStyle>
          <a:p>
            <a:endParaRPr lang="es-CO" dirty="0">
              <a:solidFill>
                <a:schemeClr val="bg1"/>
              </a:solidFill>
            </a:endParaRPr>
          </a:p>
        </p:txBody>
      </p:sp>
      <p:sp>
        <p:nvSpPr>
          <p:cNvPr id="11" name="Título 1">
            <a:extLst>
              <a:ext uri="{FF2B5EF4-FFF2-40B4-BE49-F238E27FC236}">
                <a16:creationId xmlns:a16="http://schemas.microsoft.com/office/drawing/2014/main" id="{A4AA52F1-44B6-E044-B15C-29F659E1C556}"/>
              </a:ext>
            </a:extLst>
          </p:cNvPr>
          <p:cNvSpPr>
            <a:spLocks noGrp="1"/>
          </p:cNvSpPr>
          <p:nvPr>
            <p:ph type="title"/>
          </p:nvPr>
        </p:nvSpPr>
        <p:spPr>
          <a:xfrm>
            <a:off x="288408" y="969298"/>
            <a:ext cx="5587852" cy="993775"/>
          </a:xfrm>
        </p:spPr>
        <p:txBody>
          <a:bodyPr/>
          <a:lstStyle/>
          <a:p>
            <a:endParaRPr lang="es-CO" dirty="0"/>
          </a:p>
        </p:txBody>
      </p:sp>
    </p:spTree>
    <p:extLst>
      <p:ext uri="{BB962C8B-B14F-4D97-AF65-F5344CB8AC3E}">
        <p14:creationId xmlns:p14="http://schemas.microsoft.com/office/powerpoint/2010/main" val="418972206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bg>
      <p:bgPr>
        <a:solidFill>
          <a:srgbClr val="DCEAFB"/>
        </a:solidFill>
        <a:effectLst/>
      </p:bgPr>
    </p:bg>
    <p:spTree>
      <p:nvGrpSpPr>
        <p:cNvPr id="1" name="Shape 92"/>
        <p:cNvGrpSpPr/>
        <p:nvPr/>
      </p:nvGrpSpPr>
      <p:grpSpPr>
        <a:xfrm>
          <a:off x="0" y="0"/>
          <a:ext cx="0" cy="0"/>
          <a:chOff x="0" y="0"/>
          <a:chExt cx="0" cy="0"/>
        </a:xfrm>
      </p:grpSpPr>
    </p:spTree>
    <p:extLst>
      <p:ext uri="{BB962C8B-B14F-4D97-AF65-F5344CB8AC3E}">
        <p14:creationId xmlns:p14="http://schemas.microsoft.com/office/powerpoint/2010/main" val="36711862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iapositiva de título 1" preserve="1">
  <p:cSld name="1_Diapositiva de título 1">
    <p:bg>
      <p:bgPr>
        <a:solidFill>
          <a:srgbClr val="FFAB00"/>
        </a:solidFill>
        <a:effectLst/>
      </p:bgPr>
    </p:bg>
    <p:spTree>
      <p:nvGrpSpPr>
        <p:cNvPr id="1" name="Shape 17"/>
        <p:cNvGrpSpPr/>
        <p:nvPr/>
      </p:nvGrpSpPr>
      <p:grpSpPr>
        <a:xfrm>
          <a:off x="0" y="0"/>
          <a:ext cx="0" cy="0"/>
          <a:chOff x="0" y="0"/>
          <a:chExt cx="0" cy="0"/>
        </a:xfrm>
      </p:grpSpPr>
      <p:sp>
        <p:nvSpPr>
          <p:cNvPr id="21" name="Google Shape;21;p3"/>
          <p:cNvSpPr txBox="1"/>
          <p:nvPr/>
        </p:nvSpPr>
        <p:spPr>
          <a:xfrm>
            <a:off x="0" y="4856142"/>
            <a:ext cx="6368522" cy="340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00"/>
              <a:buFont typeface="Arial"/>
              <a:buNone/>
            </a:pPr>
            <a:r>
              <a:rPr lang="es-CO" sz="600" b="0" i="0" u="none" strike="noStrike" cap="none" dirty="0">
                <a:solidFill>
                  <a:schemeClr val="lt1"/>
                </a:solidFill>
                <a:latin typeface="Work Sans"/>
                <a:ea typeface="Work Sans"/>
                <a:cs typeface="Work Sans"/>
                <a:sym typeface="Work Sans"/>
              </a:rPr>
              <a:t>Esta presentación es propiedad intelectual controlada y producida por Función Pública.</a:t>
            </a:r>
            <a:endParaRPr sz="600" b="0" i="0" u="none" strike="noStrike" cap="none" dirty="0">
              <a:solidFill>
                <a:schemeClr val="lt1"/>
              </a:solidFill>
              <a:latin typeface="Work Sans"/>
              <a:ea typeface="Work Sans"/>
              <a:cs typeface="Work Sans"/>
              <a:sym typeface="Work Sans"/>
            </a:endParaRPr>
          </a:p>
        </p:txBody>
      </p:sp>
      <p:grpSp>
        <p:nvGrpSpPr>
          <p:cNvPr id="9" name="Grupo 8">
            <a:extLst>
              <a:ext uri="{FF2B5EF4-FFF2-40B4-BE49-F238E27FC236}">
                <a16:creationId xmlns:a16="http://schemas.microsoft.com/office/drawing/2014/main" id="{DA1EA076-2D5E-8F43-82EF-40C497B36141}"/>
              </a:ext>
            </a:extLst>
          </p:cNvPr>
          <p:cNvGrpSpPr/>
          <p:nvPr userDrawn="1"/>
        </p:nvGrpSpPr>
        <p:grpSpPr>
          <a:xfrm>
            <a:off x="3911428" y="-105508"/>
            <a:ext cx="5232572" cy="5354516"/>
            <a:chOff x="5494962" y="355985"/>
            <a:chExt cx="6697038" cy="6853110"/>
          </a:xfrm>
        </p:grpSpPr>
        <p:sp>
          <p:nvSpPr>
            <p:cNvPr id="10" name="Google Shape;20;p3">
              <a:extLst>
                <a:ext uri="{FF2B5EF4-FFF2-40B4-BE49-F238E27FC236}">
                  <a16:creationId xmlns:a16="http://schemas.microsoft.com/office/drawing/2014/main" id="{F73B593B-BFC5-1041-8337-25557BD7ED6F}"/>
                </a:ext>
              </a:extLst>
            </p:cNvPr>
            <p:cNvSpPr/>
            <p:nvPr/>
          </p:nvSpPr>
          <p:spPr>
            <a:xfrm>
              <a:off x="8639735" y="355985"/>
              <a:ext cx="3552265" cy="6853110"/>
            </a:xfrm>
            <a:prstGeom prst="rect">
              <a:avLst/>
            </a:prstGeom>
            <a:solidFill>
              <a:srgbClr val="DCEAFB"/>
            </a:solidFill>
            <a:ln>
              <a:noFill/>
            </a:ln>
          </p:spPr>
          <p:txBody>
            <a:bodyPr spcFirstLastPara="1" wrap="square" lIns="68533" tIns="34257" rIns="68533" bIns="34257" anchor="ctr" anchorCtr="0">
              <a:noAutofit/>
            </a:bodyPr>
            <a:lstStyle/>
            <a:p>
              <a:pPr algn="ctr"/>
              <a:endParaRPr sz="1050">
                <a:solidFill>
                  <a:schemeClr val="lt1"/>
                </a:solidFill>
              </a:endParaRPr>
            </a:p>
          </p:txBody>
        </p:sp>
        <p:pic>
          <p:nvPicPr>
            <p:cNvPr id="11" name="Imagen 10">
              <a:extLst>
                <a:ext uri="{FF2B5EF4-FFF2-40B4-BE49-F238E27FC236}">
                  <a16:creationId xmlns:a16="http://schemas.microsoft.com/office/drawing/2014/main" id="{7A6C232E-74A4-AF48-9B6F-4F6B0E7AF6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4962" y="1944065"/>
              <a:ext cx="4352654" cy="831579"/>
            </a:xfrm>
            <a:prstGeom prst="rect">
              <a:avLst/>
            </a:prstGeom>
          </p:spPr>
        </p:pic>
      </p:grpSp>
      <p:sp>
        <p:nvSpPr>
          <p:cNvPr id="12" name="CuadroTexto 9">
            <a:extLst>
              <a:ext uri="{FF2B5EF4-FFF2-40B4-BE49-F238E27FC236}">
                <a16:creationId xmlns:a16="http://schemas.microsoft.com/office/drawing/2014/main" id="{6508292A-5721-0448-A5F3-C720366B6098}"/>
              </a:ext>
            </a:extLst>
          </p:cNvPr>
          <p:cNvSpPr txBox="1"/>
          <p:nvPr userDrawn="1"/>
        </p:nvSpPr>
        <p:spPr>
          <a:xfrm>
            <a:off x="1742172" y="1892935"/>
            <a:ext cx="4452566" cy="258532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s-ES" sz="4800" b="1" dirty="0">
                <a:solidFill>
                  <a:schemeClr val="bg1"/>
                </a:solidFill>
                <a:latin typeface="Work Sans SemiBold" pitchFamily="2" charset="77"/>
                <a:ea typeface="MS PGothic" pitchFamily="34" charset="-128"/>
                <a:cs typeface="Calibri" pitchFamily="34" charset="0"/>
              </a:rPr>
              <a:t>Gracias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ES_tradnl" sz="1200" u="none" strike="noStrike" kern="1200" cap="none" spc="0" normalizeH="0" baseline="0" noProof="0" dirty="0">
                <a:ln>
                  <a:noFill/>
                </a:ln>
                <a:solidFill>
                  <a:srgbClr val="FFFFFF"/>
                </a:solidFill>
                <a:effectLst/>
                <a:uLnTx/>
                <a:uFillTx/>
                <a:latin typeface="Work Sans Light" pitchFamily="2" charset="77"/>
                <a:ea typeface="Arial" charset="0"/>
                <a:cs typeface="Arial" charset="0"/>
                <a:sym typeface="Arial"/>
              </a:rPr>
              <a:t>Carrera 6 No 12-62, Bogotá D.C., Colombia</a:t>
            </a:r>
          </a:p>
          <a:p>
            <a:pPr marL="285750" marR="0" lvl="0" indent="-285750" defTabSz="914400" rtl="0" eaLnBrk="1" fontAlgn="auto" latinLnBrk="0" hangingPunct="1">
              <a:lnSpc>
                <a:spcPct val="150000"/>
              </a:lnSpc>
              <a:spcBef>
                <a:spcPts val="0"/>
              </a:spcBef>
              <a:spcAft>
                <a:spcPts val="0"/>
              </a:spcAft>
              <a:buClr>
                <a:srgbClr val="FFFFFF"/>
              </a:buClr>
              <a:buSzPct val="125000"/>
              <a:buFont typeface="Wingdings" panose="05000000000000000000" pitchFamily="2" charset="2"/>
              <a:buChar char="("/>
              <a:tabLst/>
              <a:defRPr/>
            </a:pPr>
            <a:r>
              <a:rPr kumimoji="0" lang="es-ES_tradnl" sz="1200" u="none" strike="noStrike" kern="1200" cap="none" spc="0" normalizeH="0" baseline="0" noProof="0" dirty="0">
                <a:ln>
                  <a:noFill/>
                </a:ln>
                <a:solidFill>
                  <a:srgbClr val="FFFFFF"/>
                </a:solidFill>
                <a:effectLst/>
                <a:uLnTx/>
                <a:uFillTx/>
                <a:latin typeface="Work Sans Light" pitchFamily="2" charset="77"/>
                <a:ea typeface="Arial" charset="0"/>
                <a:cs typeface="Arial" charset="0"/>
                <a:sym typeface="Arial"/>
              </a:rPr>
              <a:t>7395656 Fax: 7395657</a:t>
            </a:r>
          </a:p>
          <a:p>
            <a:pPr marL="285750" marR="0" lvl="0" indent="-285750" defTabSz="914400" rtl="0" eaLnBrk="1" fontAlgn="auto" latinLnBrk="0" hangingPunct="1">
              <a:lnSpc>
                <a:spcPct val="150000"/>
              </a:lnSpc>
              <a:spcBef>
                <a:spcPts val="0"/>
              </a:spcBef>
              <a:spcAft>
                <a:spcPts val="0"/>
              </a:spcAft>
              <a:buClr>
                <a:srgbClr val="FFFFFF"/>
              </a:buClr>
              <a:buSzPct val="125000"/>
              <a:buFont typeface="Wingdings" panose="05000000000000000000" pitchFamily="2" charset="2"/>
              <a:buChar char="("/>
              <a:tabLst/>
              <a:defRPr/>
            </a:pPr>
            <a:r>
              <a:rPr kumimoji="0" lang="es-CO" sz="1200" u="none" strike="noStrike" kern="1200" cap="none" spc="0" normalizeH="0" baseline="0" noProof="0" dirty="0">
                <a:ln>
                  <a:noFill/>
                </a:ln>
                <a:solidFill>
                  <a:srgbClr val="FFFFFF"/>
                </a:solidFill>
                <a:effectLst/>
                <a:uLnTx/>
                <a:uFillTx/>
                <a:latin typeface="Work Sans Light" pitchFamily="2" charset="77"/>
                <a:ea typeface="Arial" charset="0"/>
                <a:cs typeface="Arial" charset="0"/>
                <a:sym typeface="Arial"/>
              </a:rPr>
              <a:t>Línea gratuita de atención al usuario: 018000 917770</a:t>
            </a:r>
          </a:p>
          <a:p>
            <a:pPr marL="285750" marR="0" lvl="0" indent="-285750" defTabSz="914400" rtl="0" eaLnBrk="1" fontAlgn="auto" latinLnBrk="0" hangingPunct="1">
              <a:lnSpc>
                <a:spcPct val="150000"/>
              </a:lnSpc>
              <a:spcBef>
                <a:spcPts val="0"/>
              </a:spcBef>
              <a:spcAft>
                <a:spcPts val="0"/>
              </a:spcAft>
              <a:buClr>
                <a:srgbClr val="FFFFFF"/>
              </a:buClr>
              <a:buSzPct val="125000"/>
              <a:buFont typeface="Wingdings" panose="05000000000000000000" pitchFamily="2" charset="2"/>
              <a:buChar char="8"/>
              <a:tabLst/>
              <a:defRPr/>
            </a:pPr>
            <a:r>
              <a:rPr kumimoji="0" lang="es-ES_tradnl" sz="1200" u="none" strike="noStrike" kern="1200" cap="none" spc="0" normalizeH="0" baseline="0" noProof="0" dirty="0">
                <a:ln>
                  <a:noFill/>
                </a:ln>
                <a:solidFill>
                  <a:srgbClr val="FFFFFF"/>
                </a:solidFill>
                <a:effectLst/>
                <a:uLnTx/>
                <a:uFillTx/>
                <a:latin typeface="Work Sans Light" pitchFamily="2" charset="77"/>
                <a:ea typeface="Arial" charset="0"/>
                <a:cs typeface="Arial" charset="0"/>
                <a:sym typeface="Arial"/>
              </a:rPr>
              <a:t>www.funcionpublica.gov.co</a:t>
            </a:r>
          </a:p>
          <a:p>
            <a:pPr marL="285750" marR="0" lvl="0" indent="-285750" defTabSz="914400" rtl="0" eaLnBrk="1" fontAlgn="auto" latinLnBrk="0" hangingPunct="1">
              <a:lnSpc>
                <a:spcPct val="150000"/>
              </a:lnSpc>
              <a:spcBef>
                <a:spcPts val="0"/>
              </a:spcBef>
              <a:spcAft>
                <a:spcPts val="0"/>
              </a:spcAft>
              <a:buClr>
                <a:srgbClr val="FFFFFF"/>
              </a:buClr>
              <a:buSzPct val="125000"/>
              <a:buFont typeface="Wingdings" panose="05000000000000000000" pitchFamily="2" charset="2"/>
              <a:buChar char="*"/>
              <a:tabLst/>
              <a:defRPr/>
            </a:pPr>
            <a:r>
              <a:rPr kumimoji="0" lang="es-ES_tradnl" sz="1200" u="none" strike="noStrike" kern="1200" cap="none" spc="0" normalizeH="0" baseline="0" noProof="0" dirty="0">
                <a:ln>
                  <a:noFill/>
                </a:ln>
                <a:solidFill>
                  <a:srgbClr val="FFFFFF"/>
                </a:solidFill>
                <a:effectLst/>
                <a:uLnTx/>
                <a:uFillTx/>
                <a:latin typeface="Work Sans Light" pitchFamily="2" charset="77"/>
                <a:ea typeface="Arial" charset="0"/>
                <a:cs typeface="Arial" charset="0"/>
                <a:sym typeface="Arial"/>
              </a:rPr>
              <a:t>eva@funcionpublica.gov.co</a:t>
            </a:r>
          </a:p>
        </p:txBody>
      </p:sp>
    </p:spTree>
    <p:extLst>
      <p:ext uri="{BB962C8B-B14F-4D97-AF65-F5344CB8AC3E}">
        <p14:creationId xmlns:p14="http://schemas.microsoft.com/office/powerpoint/2010/main" val="41487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8" name="Google Shape;8;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E9D"/>
                </a:solidFill>
                <a:latin typeface="Work Sans"/>
                <a:ea typeface="Work Sans"/>
                <a:cs typeface="Work Sans"/>
                <a:sym typeface="Work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9pPr>
          </a:lstStyle>
          <a:p>
            <a:endParaRPr/>
          </a:p>
        </p:txBody>
      </p:sp>
      <p:sp>
        <p:nvSpPr>
          <p:cNvPr id="9" name="Google Shape;9;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E9D"/>
                </a:solidFill>
                <a:latin typeface="Work Sans"/>
                <a:ea typeface="Work Sans"/>
                <a:cs typeface="Work Sans"/>
                <a:sym typeface="Work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Work Sans"/>
                <a:ea typeface="Work Sans"/>
                <a:cs typeface="Work Sans"/>
                <a:sym typeface="Work Sans"/>
              </a:defRPr>
            </a:lvl9pPr>
          </a:lstStyle>
          <a:p>
            <a:endParaRPr/>
          </a:p>
        </p:txBody>
      </p:sp>
      <p:sp>
        <p:nvSpPr>
          <p:cNvPr id="10" name="Google Shape;10;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E9D"/>
                </a:solidFill>
                <a:latin typeface="Work Sans"/>
                <a:ea typeface="Work Sans"/>
                <a:cs typeface="Work Sans"/>
                <a:sym typeface="Work Sans"/>
              </a:defRPr>
            </a:lvl9pPr>
          </a:lstStyle>
          <a:p>
            <a:pPr marL="0" lvl="0" indent="0" algn="r" rtl="0">
              <a:spcBef>
                <a:spcPts val="0"/>
              </a:spcBef>
              <a:spcAft>
                <a:spcPts val="0"/>
              </a:spcAft>
              <a:buNone/>
            </a:pPr>
            <a:fld id="{00000000-1234-1234-1234-123412341234}" type="slidenum">
              <a:rPr lang="es-CO"/>
              <a:t>‹Nº›</a:t>
            </a:fld>
            <a:endParaRPr/>
          </a:p>
        </p:txBody>
      </p:sp>
      <p:sp>
        <p:nvSpPr>
          <p:cNvPr id="2" name="Marcador de texto 1">
            <a:extLst>
              <a:ext uri="{FF2B5EF4-FFF2-40B4-BE49-F238E27FC236}">
                <a16:creationId xmlns:a16="http://schemas.microsoft.com/office/drawing/2014/main" id="{3F7159FF-800E-974A-97AF-9EEF12028D99}"/>
              </a:ext>
            </a:extLst>
          </p:cNvPr>
          <p:cNvSpPr>
            <a:spLocks noGrp="1"/>
          </p:cNvSpPr>
          <p:nvPr>
            <p:ph type="body" idx="1"/>
          </p:nvPr>
        </p:nvSpPr>
        <p:spPr>
          <a:xfrm>
            <a:off x="628650" y="1370013"/>
            <a:ext cx="7886700" cy="2046582"/>
          </a:xfrm>
          <a:prstGeom prst="rect">
            <a:avLst/>
          </a:prstGeom>
        </p:spPr>
        <p:txBody>
          <a:bodyPr vert="horz" lIns="91440" tIns="45720" rIns="91440" bIns="45720" rtlCol="0">
            <a:normAutofit/>
          </a:bodyPr>
          <a:lstStyle/>
          <a:p>
            <a:r>
              <a:rPr lang="es-ES" dirty="0"/>
              <a:t>Editar los estilos de texto del patrón Editar los estilos de texto del patrón Editar los estilos de texto del patrón 
Segundo nivel
Tercer nivel
Cuarto nivel
Quinto nivel</a:t>
            </a:r>
            <a:endParaRPr lang="es-CO" dirty="0"/>
          </a:p>
        </p:txBody>
      </p:sp>
      <p:sp>
        <p:nvSpPr>
          <p:cNvPr id="3" name="Marcador de título 2">
            <a:extLst>
              <a:ext uri="{FF2B5EF4-FFF2-40B4-BE49-F238E27FC236}">
                <a16:creationId xmlns:a16="http://schemas.microsoft.com/office/drawing/2014/main" id="{BA4428C0-27A3-814B-BA00-B9F03877DFC8}"/>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Tree>
  </p:cSld>
  <p:clrMap bg1="lt1" tx1="dk1" bg2="dk2" tx2="lt2" accent1="accent1" accent2="accent2" accent3="accent3" accent4="accent4" accent5="accent5" accent6="accent6" hlink="hlink" folHlink="folHlink"/>
  <p:sldLayoutIdLst>
    <p:sldLayoutId id="2147483652" r:id="rId1"/>
    <p:sldLayoutId id="2147483687" r:id="rId2"/>
    <p:sldLayoutId id="2147483688" r:id="rId3"/>
    <p:sldLayoutId id="2147483689" r:id="rId4"/>
    <p:sldLayoutId id="2147483655" r:id="rId5"/>
    <p:sldLayoutId id="2147483668" r:id="rId6"/>
    <p:sldLayoutId id="2147483669" r:id="rId7"/>
    <p:sldLayoutId id="2147483681" r:id="rId8"/>
    <p:sldLayoutId id="2147483670" r:id="rId9"/>
    <p:sldLayoutId id="2147483671" r:id="rId10"/>
    <p:sldLayoutId id="2147483672" r:id="rId11"/>
    <p:sldLayoutId id="2147483673" r:id="rId12"/>
    <p:sldLayoutId id="2147483674" r:id="rId13"/>
    <p:sldLayoutId id="2147483675" r:id="rId14"/>
    <p:sldLayoutId id="2147483677" r:id="rId15"/>
    <p:sldLayoutId id="2147483676" r:id="rId16"/>
    <p:sldLayoutId id="2147483678" r:id="rId17"/>
    <p:sldLayoutId id="2147483679" r:id="rId18"/>
    <p:sldLayoutId id="2147483666" r:id="rId19"/>
    <p:sldLayoutId id="2147483680" r:id="rId20"/>
    <p:sldLayoutId id="2147483667" r:id="rId21"/>
    <p:sldLayoutId id="2147483665"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66CD"/>
          </a:solidFill>
          <a:latin typeface="Work Sans SemiBold" pitchFamily="2" charset="77"/>
          <a:ea typeface="Work Sans SemiBold"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225425" marR="0" lvl="0" indent="-225425" algn="l" rtl="0">
        <a:lnSpc>
          <a:spcPct val="120000"/>
        </a:lnSpc>
        <a:spcBef>
          <a:spcPts val="0"/>
        </a:spcBef>
        <a:spcAft>
          <a:spcPts val="300"/>
        </a:spcAft>
        <a:buClr>
          <a:srgbClr val="0066CD"/>
        </a:buClr>
        <a:buFont typeface="Arial" panose="020B0604020202020204" pitchFamily="34" charset="0"/>
        <a:buChar char="•"/>
        <a:tabLst/>
        <a:defRPr sz="1600" b="0" i="0" u="none" strike="noStrike" cap="none">
          <a:solidFill>
            <a:srgbClr val="0066CD"/>
          </a:solidFill>
          <a:latin typeface="Work Sans" pitchFamily="2" charset="77"/>
          <a:ea typeface="Work Sans"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2.svg"/><Relationship Id="rId9"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24.wmf"/></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6CF2"/>
        </a:solidFill>
        <a:effectLst/>
      </p:bgPr>
    </p:bg>
    <p:spTree>
      <p:nvGrpSpPr>
        <p:cNvPr id="1" name="Shape 125"/>
        <p:cNvGrpSpPr/>
        <p:nvPr/>
      </p:nvGrpSpPr>
      <p:grpSpPr>
        <a:xfrm>
          <a:off x="0" y="0"/>
          <a:ext cx="0" cy="0"/>
          <a:chOff x="0" y="0"/>
          <a:chExt cx="0" cy="0"/>
        </a:xfrm>
      </p:grpSpPr>
      <p:sp>
        <p:nvSpPr>
          <p:cNvPr id="127" name="Google Shape;127;p20"/>
          <p:cNvSpPr txBox="1">
            <a:spLocks noGrp="1"/>
          </p:cNvSpPr>
          <p:nvPr>
            <p:ph type="title"/>
          </p:nvPr>
        </p:nvSpPr>
        <p:spPr>
          <a:xfrm>
            <a:off x="3761125" y="1072282"/>
            <a:ext cx="5224746" cy="1499468"/>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0"/>
              </a:spcBef>
              <a:spcAft>
                <a:spcPts val="0"/>
              </a:spcAft>
              <a:buSzPts val="1400"/>
              <a:buNone/>
            </a:pPr>
            <a:r>
              <a:rPr lang="es-MX" dirty="0"/>
              <a:t>ANALÍTICA DE DATOS: EL PODER DE LOS DATOS</a:t>
            </a:r>
            <a:endParaRPr sz="3000" dirty="0">
              <a:solidFill>
                <a:srgbClr val="FFFFFF"/>
              </a:solidFill>
            </a:endParaRPr>
          </a:p>
        </p:txBody>
      </p:sp>
      <p:sp>
        <p:nvSpPr>
          <p:cNvPr id="126" name="Google Shape;126;p20"/>
          <p:cNvSpPr txBox="1">
            <a:spLocks noGrp="1"/>
          </p:cNvSpPr>
          <p:nvPr>
            <p:ph type="body" idx="1"/>
          </p:nvPr>
        </p:nvSpPr>
        <p:spPr>
          <a:xfrm>
            <a:off x="3768725" y="2890234"/>
            <a:ext cx="4097804" cy="1328400"/>
          </a:xfrm>
          <a:prstGeom prst="rect">
            <a:avLst/>
          </a:prstGeom>
          <a:noFill/>
          <a:ln>
            <a:noFill/>
          </a:ln>
        </p:spPr>
        <p:txBody>
          <a:bodyPr spcFirstLastPara="1" wrap="square" lIns="68575" tIns="34275" rIns="68575" bIns="34275" anchor="t" anchorCtr="0">
            <a:noAutofit/>
          </a:bodyPr>
          <a:lstStyle/>
          <a:p>
            <a:pPr marL="0" marR="0" lvl="0" indent="0" algn="l" rtl="0">
              <a:lnSpc>
                <a:spcPct val="115000"/>
              </a:lnSpc>
              <a:spcBef>
                <a:spcPts val="800"/>
              </a:spcBef>
              <a:spcAft>
                <a:spcPts val="0"/>
              </a:spcAft>
              <a:buClr>
                <a:srgbClr val="0054BC"/>
              </a:buClr>
              <a:buSzPts val="2100"/>
              <a:buFont typeface="Arial"/>
              <a:buNone/>
            </a:pPr>
            <a:r>
              <a:rPr lang="es-MX" dirty="0">
                <a:latin typeface="Work Sans SemiBold"/>
                <a:ea typeface="Work Sans SemiBold"/>
                <a:cs typeface="Work Sans SemiBold"/>
                <a:sym typeface="Work Sans SemiBold"/>
              </a:rPr>
              <a:t>Autor: José Ramón Iglesias, </a:t>
            </a:r>
            <a:r>
              <a:rPr lang="es-MX" dirty="0" err="1">
                <a:latin typeface="Work Sans SemiBold"/>
                <a:ea typeface="Work Sans SemiBold"/>
                <a:cs typeface="Work Sans SemiBold"/>
                <a:sym typeface="Work Sans SemiBold"/>
              </a:rPr>
              <a:t>MSc</a:t>
            </a:r>
            <a:r>
              <a:rPr lang="es-MX" dirty="0">
                <a:latin typeface="Work Sans SemiBold"/>
                <a:ea typeface="Work Sans SemiBold"/>
                <a:cs typeface="Work Sans SemiBold"/>
                <a:sym typeface="Work Sans SemiBold"/>
              </a:rPr>
              <a:t>. PhD.</a:t>
            </a:r>
            <a:endParaRPr lang="es-MX" sz="1500" b="0" i="0" u="none" strike="noStrike" cap="none" dirty="0">
              <a:solidFill>
                <a:srgbClr val="FFFFFF"/>
              </a:solidFill>
              <a:latin typeface="Work Sans SemiBold"/>
              <a:ea typeface="Work Sans SemiBold"/>
              <a:cs typeface="Work Sans SemiBold"/>
              <a:sym typeface="Work Sans SemiBold"/>
            </a:endParaRPr>
          </a:p>
          <a:p>
            <a:pPr marL="0" marR="0" lvl="0" indent="0" algn="l" rtl="0">
              <a:lnSpc>
                <a:spcPct val="115000"/>
              </a:lnSpc>
              <a:spcBef>
                <a:spcPts val="800"/>
              </a:spcBef>
              <a:spcAft>
                <a:spcPts val="0"/>
              </a:spcAft>
              <a:buClr>
                <a:srgbClr val="0054BC"/>
              </a:buClr>
              <a:buSzPts val="2100"/>
              <a:buFont typeface="Arial"/>
              <a:buNone/>
            </a:pPr>
            <a:r>
              <a:rPr lang="es-ES" sz="1500" b="0" i="0" u="none" strike="noStrike" cap="none">
                <a:solidFill>
                  <a:srgbClr val="FFFFFF"/>
                </a:solidFill>
                <a:latin typeface="Work Sans SemiBold"/>
                <a:ea typeface="Work Sans SemiBold"/>
                <a:cs typeface="Work Sans SemiBold"/>
                <a:sym typeface="Work Sans SemiBold"/>
              </a:rPr>
              <a:t>Mayo </a:t>
            </a:r>
            <a:r>
              <a:rPr lang="es-ES" sz="1500" b="0" i="0" u="none" strike="noStrike" cap="none" dirty="0">
                <a:solidFill>
                  <a:srgbClr val="FFFFFF"/>
                </a:solidFill>
                <a:latin typeface="Work Sans SemiBold"/>
                <a:ea typeface="Work Sans SemiBold"/>
                <a:cs typeface="Work Sans SemiBold"/>
                <a:sym typeface="Work Sans SemiBold"/>
              </a:rPr>
              <a:t>2026</a:t>
            </a:r>
            <a:endParaRPr sz="1500" b="0" i="0" u="none" strike="noStrike" cap="none" dirty="0">
              <a:solidFill>
                <a:srgbClr val="FFFFFF"/>
              </a:solidFill>
              <a:latin typeface="Work Sans SemiBold"/>
              <a:ea typeface="Work Sans SemiBold"/>
              <a:cs typeface="Work Sans SemiBold"/>
              <a:sym typeface="Work Sans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1" name="Google Shape;141;p22"/>
          <p:cNvSpPr txBox="1">
            <a:spLocks noGrp="1"/>
          </p:cNvSpPr>
          <p:nvPr>
            <p:ph type="title"/>
          </p:nvPr>
        </p:nvSpPr>
        <p:spPr>
          <a:xfrm>
            <a:off x="3761125" y="1733025"/>
            <a:ext cx="4752600" cy="643800"/>
          </a:xfrm>
          <a:prstGeom prst="rect">
            <a:avLst/>
          </a:prstGeom>
          <a:noFill/>
          <a:ln>
            <a:noFill/>
          </a:ln>
        </p:spPr>
        <p:txBody>
          <a:bodyPr spcFirstLastPara="1" wrap="square" lIns="68575" tIns="34275" rIns="68575" bIns="34275" anchor="ctr" anchorCtr="0">
            <a:noAutofit/>
          </a:bodyPr>
          <a:lstStyle/>
          <a:p>
            <a:pPr lvl="0">
              <a:lnSpc>
                <a:spcPct val="115000"/>
              </a:lnSpc>
            </a:pPr>
            <a:r>
              <a:rPr lang="es-ES" dirty="0"/>
              <a:t>Introducción</a:t>
            </a:r>
            <a:endParaRPr sz="3000" dirty="0">
              <a:solidFill>
                <a:srgbClr val="FFFFFF"/>
              </a:solidFill>
              <a:latin typeface="Work Sans Medium"/>
              <a:ea typeface="Work Sans Medium"/>
              <a:cs typeface="Work Sans Medium"/>
              <a:sym typeface="Work Sans Medium"/>
            </a:endParaRPr>
          </a:p>
        </p:txBody>
      </p:sp>
      <p:sp>
        <p:nvSpPr>
          <p:cNvPr id="140" name="Google Shape;140;p22"/>
          <p:cNvSpPr txBox="1">
            <a:spLocks noGrp="1"/>
          </p:cNvSpPr>
          <p:nvPr>
            <p:ph type="body" idx="1"/>
          </p:nvPr>
        </p:nvSpPr>
        <p:spPr>
          <a:xfrm>
            <a:off x="3768725" y="2553350"/>
            <a:ext cx="4447718" cy="1328400"/>
          </a:xfrm>
          <a:prstGeom prst="rect">
            <a:avLst/>
          </a:prstGeom>
          <a:noFill/>
          <a:ln>
            <a:noFill/>
          </a:ln>
        </p:spPr>
        <p:txBody>
          <a:bodyPr spcFirstLastPara="1" wrap="square" lIns="68575" tIns="34275" rIns="68575" bIns="34275" anchor="t" anchorCtr="0">
            <a:noAutofit/>
          </a:bodyPr>
          <a:lstStyle/>
          <a:p>
            <a:pPr marL="0" lvl="0" indent="0">
              <a:lnSpc>
                <a:spcPct val="115000"/>
              </a:lnSpc>
              <a:buNone/>
            </a:pPr>
            <a:r>
              <a:rPr lang="es-ES" sz="1600" b="0" i="0" u="none" strike="noStrike" cap="none" dirty="0">
                <a:latin typeface="Work Sans Light"/>
                <a:ea typeface="Work Sans"/>
                <a:cs typeface="Work Sans"/>
                <a:sym typeface="Work Sans Light"/>
              </a:rPr>
              <a:t>Datos que transforman desde la gestión del conocimiento</a:t>
            </a:r>
            <a:endParaRPr sz="1500" b="0" i="0" u="none" strike="noStrike" cap="none" dirty="0">
              <a:solidFill>
                <a:srgbClr val="FFFFFF"/>
              </a:solidFill>
              <a:latin typeface="Work Sans"/>
              <a:ea typeface="Work Sans"/>
              <a:cs typeface="Work Sans"/>
              <a:sym typeface="Work Sans"/>
            </a:endParaRPr>
          </a:p>
        </p:txBody>
      </p:sp>
      <p:sp>
        <p:nvSpPr>
          <p:cNvPr id="142" name="Google Shape;142;p22"/>
          <p:cNvSpPr txBox="1">
            <a:spLocks noGrp="1"/>
          </p:cNvSpPr>
          <p:nvPr>
            <p:ph type="title" idx="4294967295"/>
          </p:nvPr>
        </p:nvSpPr>
        <p:spPr>
          <a:xfrm>
            <a:off x="0" y="1317625"/>
            <a:ext cx="2709863" cy="642938"/>
          </a:xfrm>
          <a:prstGeom prst="rect">
            <a:avLst/>
          </a:prstGeom>
          <a:noFill/>
          <a:ln>
            <a:noFill/>
          </a:ln>
        </p:spPr>
        <p:txBody>
          <a:bodyPr spcFirstLastPara="1" wrap="square" lIns="68575" tIns="34275" rIns="68575" bIns="34275" anchor="ctr" anchorCtr="0">
            <a:noAutofit/>
          </a:bodyPr>
          <a:lstStyle/>
          <a:p>
            <a:pPr marL="0" lvl="0" indent="0" algn="r" rtl="0">
              <a:lnSpc>
                <a:spcPct val="90000"/>
              </a:lnSpc>
              <a:spcBef>
                <a:spcPts val="0"/>
              </a:spcBef>
              <a:spcAft>
                <a:spcPts val="0"/>
              </a:spcAft>
              <a:buSzPts val="1400"/>
              <a:buNone/>
            </a:pPr>
            <a:r>
              <a:rPr lang="es-CO" sz="7200" b="1" dirty="0">
                <a:solidFill>
                  <a:schemeClr val="bg1"/>
                </a:solidFill>
                <a:latin typeface="Work Sans"/>
                <a:ea typeface="Work Sans"/>
                <a:cs typeface="Work Sans"/>
                <a:sym typeface="Work Sans"/>
              </a:rPr>
              <a:t>01.</a:t>
            </a:r>
            <a:endParaRPr sz="7200" b="1" dirty="0">
              <a:solidFill>
                <a:schemeClr val="bg1"/>
              </a:solidFill>
              <a:latin typeface="Work Sans"/>
              <a:ea typeface="Work Sans"/>
              <a:cs typeface="Work Sans"/>
              <a:sym typeface="Work Sans"/>
            </a:endParaRPr>
          </a:p>
        </p:txBody>
      </p:sp>
    </p:spTree>
    <p:extLst>
      <p:ext uri="{BB962C8B-B14F-4D97-AF65-F5344CB8AC3E}">
        <p14:creationId xmlns:p14="http://schemas.microsoft.com/office/powerpoint/2010/main" val="3478711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25124F8-6359-1442-8260-6607515DEA6C}"/>
              </a:ext>
            </a:extLst>
          </p:cNvPr>
          <p:cNvSpPr>
            <a:spLocks noGrp="1"/>
          </p:cNvSpPr>
          <p:nvPr>
            <p:ph type="body" idx="1"/>
          </p:nvPr>
        </p:nvSpPr>
        <p:spPr>
          <a:xfrm>
            <a:off x="395288" y="1382390"/>
            <a:ext cx="4887912" cy="3761110"/>
          </a:xfrm>
        </p:spPr>
        <p:txBody>
          <a:bodyPr>
            <a:noAutofit/>
          </a:bodyPr>
          <a:lstStyle/>
          <a:p>
            <a:pPr marL="279400" indent="-285750">
              <a:buFont typeface="Arial" panose="020B0604020202020204" pitchFamily="34" charset="0"/>
              <a:buChar char="•"/>
            </a:pPr>
            <a:r>
              <a:rPr lang="es-MX" dirty="0"/>
              <a:t>Tipo de Datos</a:t>
            </a:r>
          </a:p>
          <a:p>
            <a:pPr marL="279400" indent="-285750">
              <a:buFont typeface="Arial" panose="020B0604020202020204" pitchFamily="34" charset="0"/>
              <a:buChar char="•"/>
            </a:pPr>
            <a:r>
              <a:rPr lang="es-MX" dirty="0"/>
              <a:t>Estacionalidad</a:t>
            </a:r>
          </a:p>
          <a:p>
            <a:pPr marL="279400" indent="-285750">
              <a:buFont typeface="Arial" panose="020B0604020202020204" pitchFamily="34" charset="0"/>
              <a:buChar char="•"/>
            </a:pPr>
            <a:r>
              <a:rPr lang="es-MX" dirty="0"/>
              <a:t>Causalidad y Correlación</a:t>
            </a:r>
          </a:p>
          <a:p>
            <a:pPr marL="279400" indent="-285750">
              <a:buFont typeface="Arial" panose="020B0604020202020204" pitchFamily="34" charset="0"/>
              <a:buChar char="•"/>
            </a:pPr>
            <a:r>
              <a:rPr lang="es-MX" dirty="0"/>
              <a:t>Propósito, proceso y acción</a:t>
            </a:r>
          </a:p>
          <a:p>
            <a:pPr marL="279400" indent="-285750">
              <a:buFont typeface="Arial" panose="020B0604020202020204" pitchFamily="34" charset="0"/>
              <a:buChar char="•"/>
            </a:pPr>
            <a:r>
              <a:rPr lang="es-MX" dirty="0"/>
              <a:t>Cómo apoya mis procesos</a:t>
            </a:r>
          </a:p>
          <a:p>
            <a:pPr marL="279400" indent="-285750">
              <a:buFont typeface="Arial" panose="020B0604020202020204" pitchFamily="34" charset="0"/>
              <a:buChar char="•"/>
            </a:pPr>
            <a:r>
              <a:rPr lang="es-MX" dirty="0" err="1"/>
              <a:t>KPIs</a:t>
            </a:r>
            <a:endParaRPr lang="es-MX" dirty="0"/>
          </a:p>
          <a:p>
            <a:pPr marL="279400" indent="-285750">
              <a:buFont typeface="Arial" panose="020B0604020202020204" pitchFamily="34" charset="0"/>
              <a:buChar char="•"/>
            </a:pPr>
            <a:r>
              <a:rPr lang="es-MX" dirty="0"/>
              <a:t>Gestión y gobierno de los datos</a:t>
            </a:r>
          </a:p>
          <a:p>
            <a:pPr marL="279400" indent="-285750">
              <a:buFont typeface="Arial" panose="020B0604020202020204" pitchFamily="34" charset="0"/>
              <a:buChar char="•"/>
            </a:pPr>
            <a:r>
              <a:rPr lang="es-MX" dirty="0"/>
              <a:t>Retroalimentación a los procesos</a:t>
            </a:r>
          </a:p>
          <a:p>
            <a:pPr marL="279400" indent="-285750">
              <a:buFont typeface="Arial" panose="020B0604020202020204" pitchFamily="34" charset="0"/>
              <a:buChar char="•"/>
            </a:pPr>
            <a:r>
              <a:rPr lang="es-MX" dirty="0"/>
              <a:t>Entendimiento más allá del dato</a:t>
            </a:r>
            <a:endParaRPr lang="es-CO" dirty="0"/>
          </a:p>
        </p:txBody>
      </p:sp>
      <p:sp>
        <p:nvSpPr>
          <p:cNvPr id="3" name="Título 2">
            <a:extLst>
              <a:ext uri="{FF2B5EF4-FFF2-40B4-BE49-F238E27FC236}">
                <a16:creationId xmlns:a16="http://schemas.microsoft.com/office/drawing/2014/main" id="{196F23DC-152A-3241-BEB3-47CA52D2EF0C}"/>
              </a:ext>
            </a:extLst>
          </p:cNvPr>
          <p:cNvSpPr>
            <a:spLocks noGrp="1"/>
          </p:cNvSpPr>
          <p:nvPr>
            <p:ph type="title"/>
          </p:nvPr>
        </p:nvSpPr>
        <p:spPr/>
        <p:txBody>
          <a:bodyPr/>
          <a:lstStyle/>
          <a:p>
            <a:r>
              <a:rPr lang="es-CO" dirty="0"/>
              <a:t>¡A tener en cuenta!</a:t>
            </a:r>
          </a:p>
        </p:txBody>
      </p:sp>
      <p:sp>
        <p:nvSpPr>
          <p:cNvPr id="7" name="Rectángulo 6">
            <a:extLst>
              <a:ext uri="{FF2B5EF4-FFF2-40B4-BE49-F238E27FC236}">
                <a16:creationId xmlns:a16="http://schemas.microsoft.com/office/drawing/2014/main" id="{C123A5DF-A017-9041-A45A-8CD32F5347E9}"/>
              </a:ext>
            </a:extLst>
          </p:cNvPr>
          <p:cNvSpPr/>
          <p:nvPr/>
        </p:nvSpPr>
        <p:spPr>
          <a:xfrm>
            <a:off x="5381145" y="0"/>
            <a:ext cx="3762855" cy="5143500"/>
          </a:xfrm>
          <a:prstGeom prst="rect">
            <a:avLst/>
          </a:prstGeom>
          <a:solidFill>
            <a:srgbClr val="0066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Rectángulo 16">
            <a:extLst>
              <a:ext uri="{FF2B5EF4-FFF2-40B4-BE49-F238E27FC236}">
                <a16:creationId xmlns:a16="http://schemas.microsoft.com/office/drawing/2014/main" id="{1E280ADC-58F8-9641-8A11-E7F1A4E22894}"/>
              </a:ext>
            </a:extLst>
          </p:cNvPr>
          <p:cNvSpPr/>
          <p:nvPr/>
        </p:nvSpPr>
        <p:spPr>
          <a:xfrm>
            <a:off x="6197674" y="3056515"/>
            <a:ext cx="2830512" cy="400110"/>
          </a:xfrm>
          <a:prstGeom prst="rect">
            <a:avLst/>
          </a:prstGeom>
        </p:spPr>
        <p:txBody>
          <a:bodyPr wrap="square">
            <a:spAutoFit/>
          </a:bodyPr>
          <a:lstStyle/>
          <a:p>
            <a:pPr algn="ctr"/>
            <a:r>
              <a:rPr lang="es-CO" sz="2000" dirty="0">
                <a:solidFill>
                  <a:schemeClr val="bg1"/>
                </a:solidFill>
                <a:latin typeface="Work Sans"/>
                <a:sym typeface="Work Sans"/>
              </a:rPr>
              <a:t>Operación</a:t>
            </a:r>
          </a:p>
        </p:txBody>
      </p:sp>
      <p:grpSp>
        <p:nvGrpSpPr>
          <p:cNvPr id="8" name="Group 11">
            <a:extLst>
              <a:ext uri="{FF2B5EF4-FFF2-40B4-BE49-F238E27FC236}">
                <a16:creationId xmlns:a16="http://schemas.microsoft.com/office/drawing/2014/main" id="{DC8949DB-4882-4278-A175-9447DF92C54B}"/>
              </a:ext>
            </a:extLst>
          </p:cNvPr>
          <p:cNvGrpSpPr/>
          <p:nvPr/>
        </p:nvGrpSpPr>
        <p:grpSpPr>
          <a:xfrm>
            <a:off x="-90534" y="0"/>
            <a:ext cx="6019800" cy="5143500"/>
            <a:chOff x="6096000" y="1079346"/>
            <a:chExt cx="5984147" cy="4792652"/>
          </a:xfrm>
          <a:effectLst>
            <a:outerShdw blurRad="50800" dist="38100" dir="10800000" algn="r" rotWithShape="0">
              <a:prstClr val="black">
                <a:alpha val="40000"/>
              </a:prstClr>
            </a:outerShdw>
          </a:effectLst>
        </p:grpSpPr>
        <p:sp>
          <p:nvSpPr>
            <p:cNvPr id="9" name="Rectangle 12">
              <a:extLst>
                <a:ext uri="{FF2B5EF4-FFF2-40B4-BE49-F238E27FC236}">
                  <a16:creationId xmlns:a16="http://schemas.microsoft.com/office/drawing/2014/main" id="{8203EB27-8890-4C77-8AA8-2049BCEAD589}"/>
                </a:ext>
              </a:extLst>
            </p:cNvPr>
            <p:cNvSpPr/>
            <p:nvPr/>
          </p:nvSpPr>
          <p:spPr>
            <a:xfrm>
              <a:off x="6096000" y="1079346"/>
              <a:ext cx="5984147" cy="4792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S"/>
            </a:p>
          </p:txBody>
        </p:sp>
        <p:grpSp>
          <p:nvGrpSpPr>
            <p:cNvPr id="11" name="Group 13">
              <a:extLst>
                <a:ext uri="{FF2B5EF4-FFF2-40B4-BE49-F238E27FC236}">
                  <a16:creationId xmlns:a16="http://schemas.microsoft.com/office/drawing/2014/main" id="{8EA7A2DE-ACDF-43C0-B94B-7A8B125E7E61}"/>
                </a:ext>
              </a:extLst>
            </p:cNvPr>
            <p:cNvGrpSpPr/>
            <p:nvPr/>
          </p:nvGrpSpPr>
          <p:grpSpPr>
            <a:xfrm>
              <a:off x="6170932" y="1079346"/>
              <a:ext cx="5834283" cy="4726799"/>
              <a:chOff x="5114928" y="814654"/>
              <a:chExt cx="7535210" cy="5116763"/>
            </a:xfrm>
          </p:grpSpPr>
          <p:pic>
            <p:nvPicPr>
              <p:cNvPr id="12" name="Picture 2">
                <a:extLst>
                  <a:ext uri="{FF2B5EF4-FFF2-40B4-BE49-F238E27FC236}">
                    <a16:creationId xmlns:a16="http://schemas.microsoft.com/office/drawing/2014/main" id="{BBC85611-1BB1-4822-B5FE-09B7C85DD2D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p:blipFill>
            <p:spPr bwMode="auto">
              <a:xfrm>
                <a:off x="5114928" y="1008644"/>
                <a:ext cx="7535210" cy="3748111"/>
              </a:xfrm>
              <a:prstGeom prst="rect">
                <a:avLst/>
              </a:prstGeom>
              <a:noFill/>
              <a:ln w="9525">
                <a:noFill/>
                <a:miter lim="800000"/>
                <a:headEnd/>
                <a:tailEnd/>
              </a:ln>
            </p:spPr>
          </p:pic>
          <p:sp>
            <p:nvSpPr>
              <p:cNvPr id="13" name="Flecha derecha 8">
                <a:extLst>
                  <a:ext uri="{FF2B5EF4-FFF2-40B4-BE49-F238E27FC236}">
                    <a16:creationId xmlns:a16="http://schemas.microsoft.com/office/drawing/2014/main" id="{1CB2F896-9738-444C-AE89-B01F4CA10600}"/>
                  </a:ext>
                </a:extLst>
              </p:cNvPr>
              <p:cNvSpPr/>
              <p:nvPr/>
            </p:nvSpPr>
            <p:spPr>
              <a:xfrm rot="2713357">
                <a:off x="6193746" y="981303"/>
                <a:ext cx="889799" cy="556502"/>
              </a:xfrm>
              <a:prstGeom prst="rightArrow">
                <a:avLst/>
              </a:prstGeom>
              <a:solidFill>
                <a:srgbClr val="FF545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_tradnl" sz="1800" b="0" i="0" u="none" strike="noStrike" kern="0" cap="none" spc="0" normalizeH="0" baseline="0" noProof="0" dirty="0">
                  <a:ln>
                    <a:noFill/>
                  </a:ln>
                  <a:solidFill>
                    <a:prstClr val="white"/>
                  </a:solidFill>
                  <a:effectLst/>
                  <a:uLnTx/>
                  <a:uFillTx/>
                  <a:latin typeface="Arial" panose="020B0604020202020204"/>
                  <a:ea typeface="+mn-ea"/>
                  <a:cs typeface="Arial" panose="020B0604020202020204" pitchFamily="34" charset="0"/>
                </a:endParaRPr>
              </a:p>
            </p:txBody>
          </p:sp>
          <p:sp>
            <p:nvSpPr>
              <p:cNvPr id="14" name="CuadroTexto 3">
                <a:extLst>
                  <a:ext uri="{FF2B5EF4-FFF2-40B4-BE49-F238E27FC236}">
                    <a16:creationId xmlns:a16="http://schemas.microsoft.com/office/drawing/2014/main" id="{4AFFB010-03B9-416E-BE01-FEDDF9E3FD5D}"/>
                  </a:ext>
                </a:extLst>
              </p:cNvPr>
              <p:cNvSpPr txBox="1"/>
              <p:nvPr/>
            </p:nvSpPr>
            <p:spPr>
              <a:xfrm>
                <a:off x="5114928" y="4534227"/>
                <a:ext cx="1876916" cy="747390"/>
              </a:xfrm>
              <a:prstGeom prst="rect">
                <a:avLst/>
              </a:prstGeom>
              <a:noFill/>
              <a:ln>
                <a:no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b="1" i="0" u="none" strike="noStrike" kern="0" cap="none" spc="0" normalizeH="0" baseline="0" noProof="0" dirty="0">
                    <a:ln>
                      <a:noFill/>
                    </a:ln>
                    <a:effectLst/>
                    <a:uLnTx/>
                    <a:uFillTx/>
                  </a:rPr>
                  <a:t>Derechos Problemas Necesidades</a:t>
                </a:r>
              </a:p>
            </p:txBody>
          </p:sp>
          <p:sp>
            <p:nvSpPr>
              <p:cNvPr id="15" name="CuadroTexto 22">
                <a:extLst>
                  <a:ext uri="{FF2B5EF4-FFF2-40B4-BE49-F238E27FC236}">
                    <a16:creationId xmlns:a16="http://schemas.microsoft.com/office/drawing/2014/main" id="{51C2713A-9366-4BF1-9D97-25D05642452D}"/>
                  </a:ext>
                </a:extLst>
              </p:cNvPr>
              <p:cNvSpPr txBox="1"/>
              <p:nvPr/>
            </p:nvSpPr>
            <p:spPr>
              <a:xfrm>
                <a:off x="8093983" y="4730697"/>
                <a:ext cx="4556155" cy="1200720"/>
              </a:xfrm>
              <a:prstGeom prst="rect">
                <a:avLst/>
              </a:prstGeom>
              <a:noFill/>
              <a:ln>
                <a:no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b="1" i="0" u="sng" strike="noStrike" kern="0" cap="none" spc="0" normalizeH="0" baseline="0" noProof="0" dirty="0">
                    <a:ln>
                      <a:noFill/>
                    </a:ln>
                    <a:effectLst/>
                    <a:uLnTx/>
                    <a:uFillTx/>
                  </a:rPr>
                  <a:t>Generar resultados </a:t>
                </a:r>
                <a:r>
                  <a:rPr kumimoji="0" lang="es-ES" b="0" i="0" u="none" strike="noStrike" kern="0" cap="none" spc="0" normalizeH="0" baseline="0" noProof="0" dirty="0">
                    <a:ln>
                      <a:noFill/>
                    </a:ln>
                    <a:effectLst/>
                    <a:uLnTx/>
                    <a:uFillTx/>
                  </a:rPr>
                  <a:t>que atiendan los planes de desarrollo y garanticen los derechos, resuelvan las necesidades y problemas  de los ciudadanos con </a:t>
                </a:r>
                <a:r>
                  <a:rPr kumimoji="0" lang="es-ES" b="1" i="0" u="sng" strike="noStrike" kern="0" cap="none" spc="0" normalizeH="0" baseline="0" noProof="0" dirty="0">
                    <a:ln>
                      <a:noFill/>
                    </a:ln>
                    <a:effectLst/>
                    <a:uLnTx/>
                    <a:uFillTx/>
                  </a:rPr>
                  <a:t>integridad y calidad en el servicio</a:t>
                </a:r>
              </a:p>
            </p:txBody>
          </p:sp>
        </p:grpSp>
      </p:grpSp>
      <p:pic>
        <p:nvPicPr>
          <p:cNvPr id="16" name="Picture 19">
            <a:extLst>
              <a:ext uri="{FF2B5EF4-FFF2-40B4-BE49-F238E27FC236}">
                <a16:creationId xmlns:a16="http://schemas.microsoft.com/office/drawing/2014/main" id="{7F9F075F-629B-47C5-A346-50A4DE5772EB}"/>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571096" y="783472"/>
            <a:ext cx="1950686" cy="1950686"/>
          </a:xfrm>
          <a:prstGeom prst="rect">
            <a:avLst/>
          </a:prstGeom>
        </p:spPr>
      </p:pic>
    </p:spTree>
    <p:extLst>
      <p:ext uri="{BB962C8B-B14F-4D97-AF65-F5344CB8AC3E}">
        <p14:creationId xmlns:p14="http://schemas.microsoft.com/office/powerpoint/2010/main" val="2058809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MX" dirty="0"/>
              <a:t>Analítica Institucional</a:t>
            </a:r>
            <a:endParaRPr lang="es-CO" dirty="0"/>
          </a:p>
        </p:txBody>
      </p:sp>
      <p:sp>
        <p:nvSpPr>
          <p:cNvPr id="6" name="CuadroTexto 5">
            <a:extLst>
              <a:ext uri="{FF2B5EF4-FFF2-40B4-BE49-F238E27FC236}">
                <a16:creationId xmlns:a16="http://schemas.microsoft.com/office/drawing/2014/main" id="{4B252254-A0C3-4EBB-AB1F-40508FCD8A23}"/>
              </a:ext>
            </a:extLst>
          </p:cNvPr>
          <p:cNvSpPr txBox="1"/>
          <p:nvPr/>
        </p:nvSpPr>
        <p:spPr>
          <a:xfrm>
            <a:off x="1447801" y="1351453"/>
            <a:ext cx="7150182" cy="830997"/>
          </a:xfrm>
          <a:prstGeom prst="rect">
            <a:avLst/>
          </a:prstGeom>
          <a:noFill/>
        </p:spPr>
        <p:txBody>
          <a:bodyPr wrap="square">
            <a:spAutoFit/>
          </a:bodyPr>
          <a:lstStyle/>
          <a:p>
            <a:pPr algn="l"/>
            <a:r>
              <a:rPr lang="es-MX" sz="1600" b="1" i="0" u="none" strike="noStrike" baseline="0" dirty="0">
                <a:latin typeface="Work Sans" pitchFamily="2" charset="0"/>
              </a:rPr>
              <a:t>Profundizar en los análisis de la información y los datos que genera la entidad para fortalecer el conocimiento de su desempeño y de su propósito fundamental</a:t>
            </a:r>
            <a:endParaRPr lang="es-CO" sz="1600" b="1" dirty="0">
              <a:latin typeface="Work Sans" pitchFamily="2" charset="0"/>
            </a:endParaRPr>
          </a:p>
        </p:txBody>
      </p:sp>
      <p:sp>
        <p:nvSpPr>
          <p:cNvPr id="11" name="CuadroTexto 10">
            <a:extLst>
              <a:ext uri="{FF2B5EF4-FFF2-40B4-BE49-F238E27FC236}">
                <a16:creationId xmlns:a16="http://schemas.microsoft.com/office/drawing/2014/main" id="{CB50162D-2CB7-42A5-84D9-C986B0135A88}"/>
              </a:ext>
            </a:extLst>
          </p:cNvPr>
          <p:cNvSpPr txBox="1"/>
          <p:nvPr/>
        </p:nvSpPr>
        <p:spPr>
          <a:xfrm>
            <a:off x="1914525" y="2664645"/>
            <a:ext cx="2657475" cy="830997"/>
          </a:xfrm>
          <a:prstGeom prst="rect">
            <a:avLst/>
          </a:prstGeom>
          <a:noFill/>
        </p:spPr>
        <p:txBody>
          <a:bodyPr wrap="square">
            <a:spAutoFit/>
          </a:bodyPr>
          <a:lstStyle/>
          <a:p>
            <a:r>
              <a:rPr lang="es-CO" sz="1200" b="1" i="0" u="none" strike="noStrike" baseline="0" dirty="0">
                <a:solidFill>
                  <a:srgbClr val="393939"/>
                </a:solidFill>
                <a:latin typeface="Work Sans" pitchFamily="2" charset="0"/>
              </a:rPr>
              <a:t>Diagnóstico de datos:</a:t>
            </a:r>
          </a:p>
          <a:p>
            <a:pPr algn="l"/>
            <a:r>
              <a:rPr lang="es-CO" sz="1200" b="0" i="0" u="none" strike="noStrike" baseline="0" dirty="0">
                <a:solidFill>
                  <a:srgbClr val="393939"/>
                </a:solidFill>
                <a:latin typeface="Work Sans" pitchFamily="2" charset="0"/>
              </a:rPr>
              <a:t>Identificación, organización </a:t>
            </a:r>
            <a:r>
              <a:rPr lang="es-MX" sz="1200" b="0" i="0" u="none" strike="noStrike" baseline="0" dirty="0">
                <a:solidFill>
                  <a:srgbClr val="393939"/>
                </a:solidFill>
                <a:latin typeface="Work Sans" pitchFamily="2" charset="0"/>
              </a:rPr>
              <a:t>y actualización de los datos producidos por la entidad</a:t>
            </a:r>
            <a:endParaRPr lang="es-CO" sz="1050" dirty="0">
              <a:latin typeface="Work Sans" pitchFamily="2" charset="0"/>
            </a:endParaRPr>
          </a:p>
        </p:txBody>
      </p:sp>
      <p:sp>
        <p:nvSpPr>
          <p:cNvPr id="12" name="CuadroTexto 11">
            <a:extLst>
              <a:ext uri="{FF2B5EF4-FFF2-40B4-BE49-F238E27FC236}">
                <a16:creationId xmlns:a16="http://schemas.microsoft.com/office/drawing/2014/main" id="{4D5551D4-4A47-4CE5-B7A4-94E297A09706}"/>
              </a:ext>
            </a:extLst>
          </p:cNvPr>
          <p:cNvSpPr txBox="1"/>
          <p:nvPr/>
        </p:nvSpPr>
        <p:spPr>
          <a:xfrm>
            <a:off x="1914525" y="4035175"/>
            <a:ext cx="2657475" cy="1084912"/>
          </a:xfrm>
          <a:prstGeom prst="rect">
            <a:avLst/>
          </a:prstGeom>
          <a:noFill/>
        </p:spPr>
        <p:txBody>
          <a:bodyPr wrap="square">
            <a:spAutoFit/>
          </a:bodyPr>
          <a:lstStyle/>
          <a:p>
            <a:pPr algn="l"/>
            <a:r>
              <a:rPr lang="es-CO" sz="1200" b="1" i="0" u="none" strike="noStrike" baseline="0" dirty="0">
                <a:solidFill>
                  <a:srgbClr val="393939"/>
                </a:solidFill>
                <a:latin typeface="Work Sans" pitchFamily="2" charset="0"/>
              </a:rPr>
              <a:t>Análisis de datos:</a:t>
            </a:r>
          </a:p>
          <a:p>
            <a:pPr algn="l"/>
            <a:r>
              <a:rPr lang="es-MX" sz="1050" b="0" i="0" u="none" strike="noStrike" baseline="0" dirty="0">
                <a:solidFill>
                  <a:srgbClr val="393939"/>
                </a:solidFill>
                <a:latin typeface="Work Sans" pitchFamily="2" charset="0"/>
              </a:rPr>
              <a:t>Profundizar en los análisis de datos internos y externos, haciendo cruces que permitan extraer nuevas perspectivas de los datos y de la información</a:t>
            </a:r>
            <a:endParaRPr lang="es-CO" sz="1050" dirty="0">
              <a:latin typeface="Work Sans" pitchFamily="2" charset="0"/>
            </a:endParaRPr>
          </a:p>
        </p:txBody>
      </p:sp>
      <p:sp>
        <p:nvSpPr>
          <p:cNvPr id="14" name="CuadroTexto 13">
            <a:extLst>
              <a:ext uri="{FF2B5EF4-FFF2-40B4-BE49-F238E27FC236}">
                <a16:creationId xmlns:a16="http://schemas.microsoft.com/office/drawing/2014/main" id="{3E0320C5-CD2C-4534-809C-9E65E871BED8}"/>
              </a:ext>
            </a:extLst>
          </p:cNvPr>
          <p:cNvSpPr txBox="1"/>
          <p:nvPr/>
        </p:nvSpPr>
        <p:spPr>
          <a:xfrm>
            <a:off x="6318167" y="4031075"/>
            <a:ext cx="2454358" cy="923330"/>
          </a:xfrm>
          <a:prstGeom prst="rect">
            <a:avLst/>
          </a:prstGeom>
          <a:noFill/>
        </p:spPr>
        <p:txBody>
          <a:bodyPr wrap="square">
            <a:spAutoFit/>
          </a:bodyPr>
          <a:lstStyle/>
          <a:p>
            <a:pPr algn="l"/>
            <a:r>
              <a:rPr lang="es-CO" sz="1200" b="1" i="0" u="none" strike="noStrike" baseline="0" dirty="0">
                <a:solidFill>
                  <a:srgbClr val="393939"/>
                </a:solidFill>
                <a:latin typeface="Work Sans" pitchFamily="2" charset="0"/>
              </a:rPr>
              <a:t>Visualizaciones:</a:t>
            </a:r>
          </a:p>
          <a:p>
            <a:pPr algn="l"/>
            <a:r>
              <a:rPr lang="es-CO" sz="1050" b="0" i="0" u="none" strike="noStrike" baseline="0" dirty="0">
                <a:solidFill>
                  <a:srgbClr val="393939"/>
                </a:solidFill>
                <a:latin typeface="Work Sans" pitchFamily="2" charset="0"/>
              </a:rPr>
              <a:t>Visualización de datos para formular preguntas diferentes y contar historias a través de los datos</a:t>
            </a:r>
            <a:endParaRPr lang="es-CO" sz="1050" dirty="0">
              <a:latin typeface="Work Sans" pitchFamily="2" charset="0"/>
            </a:endParaRPr>
          </a:p>
        </p:txBody>
      </p:sp>
      <p:sp>
        <p:nvSpPr>
          <p:cNvPr id="16" name="CuadroTexto 15">
            <a:extLst>
              <a:ext uri="{FF2B5EF4-FFF2-40B4-BE49-F238E27FC236}">
                <a16:creationId xmlns:a16="http://schemas.microsoft.com/office/drawing/2014/main" id="{33855D50-C417-4815-991E-408CBD0399CD}"/>
              </a:ext>
            </a:extLst>
          </p:cNvPr>
          <p:cNvSpPr txBox="1"/>
          <p:nvPr/>
        </p:nvSpPr>
        <p:spPr>
          <a:xfrm>
            <a:off x="6318167" y="2695550"/>
            <a:ext cx="2111458" cy="761747"/>
          </a:xfrm>
          <a:prstGeom prst="rect">
            <a:avLst/>
          </a:prstGeom>
          <a:noFill/>
        </p:spPr>
        <p:txBody>
          <a:bodyPr wrap="square">
            <a:spAutoFit/>
          </a:bodyPr>
          <a:lstStyle/>
          <a:p>
            <a:pPr algn="l"/>
            <a:r>
              <a:rPr lang="es-CO" sz="1200" b="1" i="0" u="none" strike="noStrike" baseline="0" dirty="0">
                <a:solidFill>
                  <a:srgbClr val="393939"/>
                </a:solidFill>
                <a:latin typeface="Work Sans" pitchFamily="2" charset="0"/>
              </a:rPr>
              <a:t>Tableros de indicadores:</a:t>
            </a:r>
            <a:endParaRPr lang="es-CO" sz="1050" b="0" i="0" u="none" strike="noStrike" baseline="0" dirty="0">
              <a:solidFill>
                <a:srgbClr val="393939"/>
              </a:solidFill>
              <a:latin typeface="Work Sans" pitchFamily="2" charset="0"/>
            </a:endParaRPr>
          </a:p>
          <a:p>
            <a:pPr algn="l"/>
            <a:r>
              <a:rPr lang="es-CO" sz="1050" b="0" i="0" u="none" strike="noStrike" baseline="0" dirty="0">
                <a:solidFill>
                  <a:srgbClr val="393939"/>
                </a:solidFill>
                <a:latin typeface="Work Sans" pitchFamily="2" charset="0"/>
              </a:rPr>
              <a:t>Generación de indicadores </a:t>
            </a:r>
            <a:r>
              <a:rPr lang="es-MX" sz="1050" b="0" i="0" u="none" strike="noStrike" baseline="0" dirty="0">
                <a:solidFill>
                  <a:srgbClr val="393939"/>
                </a:solidFill>
                <a:latin typeface="Work Sans" pitchFamily="2" charset="0"/>
              </a:rPr>
              <a:t>y monitoreo de la gestión </a:t>
            </a:r>
            <a:r>
              <a:rPr lang="es-CO" sz="1050" b="0" i="0" u="none" strike="noStrike" baseline="0" dirty="0">
                <a:solidFill>
                  <a:srgbClr val="393939"/>
                </a:solidFill>
                <a:latin typeface="Work Sans" pitchFamily="2" charset="0"/>
              </a:rPr>
              <a:t>de la entidad</a:t>
            </a:r>
            <a:endParaRPr lang="es-CO" sz="1050" dirty="0">
              <a:latin typeface="Work Sans" pitchFamily="2" charset="0"/>
            </a:endParaRPr>
          </a:p>
        </p:txBody>
      </p:sp>
      <p:pic>
        <p:nvPicPr>
          <p:cNvPr id="20" name="Imagen 19">
            <a:extLst>
              <a:ext uri="{FF2B5EF4-FFF2-40B4-BE49-F238E27FC236}">
                <a16:creationId xmlns:a16="http://schemas.microsoft.com/office/drawing/2014/main" id="{5B0252DC-02BD-4038-8880-C7800975FB4A}"/>
              </a:ext>
            </a:extLst>
          </p:cNvPr>
          <p:cNvPicPr>
            <a:picLocks noChangeAspect="1"/>
          </p:cNvPicPr>
          <p:nvPr/>
        </p:nvPicPr>
        <p:blipFill>
          <a:blip r:embed="rId3"/>
          <a:stretch>
            <a:fillRect/>
          </a:stretch>
        </p:blipFill>
        <p:spPr>
          <a:xfrm>
            <a:off x="0" y="1119696"/>
            <a:ext cx="1228725" cy="1405158"/>
          </a:xfrm>
          <a:prstGeom prst="rect">
            <a:avLst/>
          </a:prstGeom>
        </p:spPr>
      </p:pic>
      <p:pic>
        <p:nvPicPr>
          <p:cNvPr id="22" name="Imagen 21">
            <a:extLst>
              <a:ext uri="{FF2B5EF4-FFF2-40B4-BE49-F238E27FC236}">
                <a16:creationId xmlns:a16="http://schemas.microsoft.com/office/drawing/2014/main" id="{B88C4AD2-DF79-415D-9498-F15D339634AC}"/>
              </a:ext>
            </a:extLst>
          </p:cNvPr>
          <p:cNvPicPr>
            <a:picLocks noChangeAspect="1"/>
          </p:cNvPicPr>
          <p:nvPr/>
        </p:nvPicPr>
        <p:blipFill>
          <a:blip r:embed="rId4"/>
          <a:stretch>
            <a:fillRect/>
          </a:stretch>
        </p:blipFill>
        <p:spPr>
          <a:xfrm>
            <a:off x="1044296" y="2610208"/>
            <a:ext cx="962866" cy="1099392"/>
          </a:xfrm>
          <a:prstGeom prst="rect">
            <a:avLst/>
          </a:prstGeom>
        </p:spPr>
      </p:pic>
      <p:pic>
        <p:nvPicPr>
          <p:cNvPr id="24" name="Imagen 23">
            <a:extLst>
              <a:ext uri="{FF2B5EF4-FFF2-40B4-BE49-F238E27FC236}">
                <a16:creationId xmlns:a16="http://schemas.microsoft.com/office/drawing/2014/main" id="{394B89E5-1ADF-4037-A098-DC37901F8C78}"/>
              </a:ext>
            </a:extLst>
          </p:cNvPr>
          <p:cNvPicPr>
            <a:picLocks noChangeAspect="1"/>
          </p:cNvPicPr>
          <p:nvPr/>
        </p:nvPicPr>
        <p:blipFill>
          <a:blip r:embed="rId5"/>
          <a:stretch>
            <a:fillRect/>
          </a:stretch>
        </p:blipFill>
        <p:spPr>
          <a:xfrm>
            <a:off x="1044296" y="3955251"/>
            <a:ext cx="807010" cy="1082495"/>
          </a:xfrm>
          <a:prstGeom prst="rect">
            <a:avLst/>
          </a:prstGeom>
        </p:spPr>
      </p:pic>
      <p:pic>
        <p:nvPicPr>
          <p:cNvPr id="26" name="Imagen 25">
            <a:extLst>
              <a:ext uri="{FF2B5EF4-FFF2-40B4-BE49-F238E27FC236}">
                <a16:creationId xmlns:a16="http://schemas.microsoft.com/office/drawing/2014/main" id="{E6A28DC6-07BB-4CCC-9391-587E5F8B9F8F}"/>
              </a:ext>
            </a:extLst>
          </p:cNvPr>
          <p:cNvPicPr>
            <a:picLocks noChangeAspect="1"/>
          </p:cNvPicPr>
          <p:nvPr/>
        </p:nvPicPr>
        <p:blipFill>
          <a:blip r:embed="rId6"/>
          <a:stretch>
            <a:fillRect/>
          </a:stretch>
        </p:blipFill>
        <p:spPr>
          <a:xfrm>
            <a:off x="4928544" y="2678061"/>
            <a:ext cx="1319856" cy="834561"/>
          </a:xfrm>
          <a:prstGeom prst="rect">
            <a:avLst/>
          </a:prstGeom>
        </p:spPr>
      </p:pic>
      <p:pic>
        <p:nvPicPr>
          <p:cNvPr id="28" name="Imagen 27">
            <a:extLst>
              <a:ext uri="{FF2B5EF4-FFF2-40B4-BE49-F238E27FC236}">
                <a16:creationId xmlns:a16="http://schemas.microsoft.com/office/drawing/2014/main" id="{18B45676-C036-4721-A837-5BCE02181BFA}"/>
              </a:ext>
            </a:extLst>
          </p:cNvPr>
          <p:cNvPicPr>
            <a:picLocks noChangeAspect="1"/>
          </p:cNvPicPr>
          <p:nvPr/>
        </p:nvPicPr>
        <p:blipFill>
          <a:blip r:embed="rId7"/>
          <a:stretch>
            <a:fillRect/>
          </a:stretch>
        </p:blipFill>
        <p:spPr>
          <a:xfrm>
            <a:off x="5141381" y="4035175"/>
            <a:ext cx="1034571" cy="987214"/>
          </a:xfrm>
          <a:prstGeom prst="rect">
            <a:avLst/>
          </a:prstGeom>
        </p:spPr>
      </p:pic>
    </p:spTree>
    <p:extLst>
      <p:ext uri="{BB962C8B-B14F-4D97-AF65-F5344CB8AC3E}">
        <p14:creationId xmlns:p14="http://schemas.microsoft.com/office/powerpoint/2010/main" val="1687778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1" name="Google Shape;141;p22"/>
          <p:cNvSpPr txBox="1">
            <a:spLocks noGrp="1"/>
          </p:cNvSpPr>
          <p:nvPr>
            <p:ph type="title"/>
          </p:nvPr>
        </p:nvSpPr>
        <p:spPr>
          <a:xfrm>
            <a:off x="3761125" y="1733025"/>
            <a:ext cx="4752600" cy="643800"/>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0"/>
              </a:spcBef>
              <a:spcAft>
                <a:spcPts val="0"/>
              </a:spcAft>
              <a:buSzPts val="1400"/>
              <a:buNone/>
            </a:pPr>
            <a:r>
              <a:rPr lang="es-MX" sz="3000" dirty="0">
                <a:solidFill>
                  <a:srgbClr val="FFFFFF"/>
                </a:solidFill>
                <a:latin typeface="Work Sans Light"/>
                <a:ea typeface="Work Sans Light"/>
                <a:cs typeface="Work Sans Light"/>
                <a:sym typeface="Work Sans Light"/>
              </a:rPr>
              <a:t>Analítica de datos </a:t>
            </a:r>
          </a:p>
        </p:txBody>
      </p:sp>
      <p:sp>
        <p:nvSpPr>
          <p:cNvPr id="140" name="Google Shape;140;p22"/>
          <p:cNvSpPr txBox="1">
            <a:spLocks noGrp="1"/>
          </p:cNvSpPr>
          <p:nvPr>
            <p:ph type="body" idx="1"/>
          </p:nvPr>
        </p:nvSpPr>
        <p:spPr>
          <a:xfrm>
            <a:off x="3768725" y="2553350"/>
            <a:ext cx="4447718" cy="1328400"/>
          </a:xfrm>
          <a:prstGeom prst="rect">
            <a:avLst/>
          </a:prstGeom>
          <a:noFill/>
          <a:ln>
            <a:noFill/>
          </a:ln>
        </p:spPr>
        <p:txBody>
          <a:bodyPr spcFirstLastPara="1" wrap="square" lIns="68575" tIns="34275" rIns="68575" bIns="34275" anchor="t" anchorCtr="0">
            <a:noAutofit/>
          </a:bodyPr>
          <a:lstStyle/>
          <a:p>
            <a:pPr marL="0" lvl="0" indent="0">
              <a:lnSpc>
                <a:spcPct val="115000"/>
              </a:lnSpc>
              <a:buNone/>
            </a:pPr>
            <a:r>
              <a:rPr lang="es-MX" sz="1400" dirty="0">
                <a:solidFill>
                  <a:srgbClr val="FFFFFF"/>
                </a:solidFill>
                <a:latin typeface="Work Sans Light"/>
                <a:ea typeface="Work Sans"/>
                <a:cs typeface="Work Sans"/>
                <a:sym typeface="Work Sans Light"/>
              </a:rPr>
              <a:t>Generación de valor a partir de </a:t>
            </a:r>
            <a:r>
              <a:rPr lang="es-MX" sz="1400">
                <a:solidFill>
                  <a:srgbClr val="FFFFFF"/>
                </a:solidFill>
                <a:latin typeface="Work Sans Light"/>
                <a:ea typeface="Work Sans"/>
                <a:cs typeface="Work Sans"/>
                <a:sym typeface="Work Sans Light"/>
              </a:rPr>
              <a:t>los datos</a:t>
            </a:r>
            <a:endParaRPr lang="es-MX" sz="1400" b="0" i="0" u="none" strike="noStrike" cap="none" dirty="0">
              <a:solidFill>
                <a:srgbClr val="FFFFFF"/>
              </a:solidFill>
              <a:latin typeface="Work Sans"/>
              <a:ea typeface="Work Sans"/>
              <a:cs typeface="Work Sans"/>
              <a:sym typeface="Work Sans"/>
            </a:endParaRPr>
          </a:p>
        </p:txBody>
      </p:sp>
      <p:sp>
        <p:nvSpPr>
          <p:cNvPr id="142" name="Google Shape;142;p22"/>
          <p:cNvSpPr txBox="1">
            <a:spLocks noGrp="1"/>
          </p:cNvSpPr>
          <p:nvPr>
            <p:ph type="title" idx="4294967295"/>
          </p:nvPr>
        </p:nvSpPr>
        <p:spPr>
          <a:xfrm>
            <a:off x="0" y="1317625"/>
            <a:ext cx="2709863" cy="642938"/>
          </a:xfrm>
          <a:prstGeom prst="rect">
            <a:avLst/>
          </a:prstGeom>
          <a:noFill/>
          <a:ln>
            <a:noFill/>
          </a:ln>
        </p:spPr>
        <p:txBody>
          <a:bodyPr spcFirstLastPara="1" wrap="square" lIns="68575" tIns="34275" rIns="68575" bIns="34275" anchor="ctr" anchorCtr="0">
            <a:noAutofit/>
          </a:bodyPr>
          <a:lstStyle/>
          <a:p>
            <a:pPr marL="0" lvl="0" indent="0" algn="r" rtl="0">
              <a:lnSpc>
                <a:spcPct val="90000"/>
              </a:lnSpc>
              <a:spcBef>
                <a:spcPts val="0"/>
              </a:spcBef>
              <a:spcAft>
                <a:spcPts val="0"/>
              </a:spcAft>
              <a:buSzPts val="1400"/>
              <a:buNone/>
            </a:pPr>
            <a:r>
              <a:rPr lang="es-CO" sz="7200" b="1" dirty="0">
                <a:solidFill>
                  <a:schemeClr val="bg1"/>
                </a:solidFill>
                <a:latin typeface="Work Sans"/>
                <a:ea typeface="Work Sans"/>
                <a:cs typeface="Work Sans"/>
                <a:sym typeface="Work Sans"/>
              </a:rPr>
              <a:t>02.</a:t>
            </a:r>
            <a:endParaRPr sz="7200" b="1" dirty="0">
              <a:solidFill>
                <a:schemeClr val="bg1"/>
              </a:solidFill>
              <a:latin typeface="Work Sans"/>
              <a:ea typeface="Work Sans"/>
              <a:cs typeface="Work Sans"/>
              <a:sym typeface="Work Sans"/>
            </a:endParaRPr>
          </a:p>
        </p:txBody>
      </p:sp>
    </p:spTree>
    <p:extLst>
      <p:ext uri="{BB962C8B-B14F-4D97-AF65-F5344CB8AC3E}">
        <p14:creationId xmlns:p14="http://schemas.microsoft.com/office/powerpoint/2010/main" val="663375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6;p2">
            <a:extLst>
              <a:ext uri="{FF2B5EF4-FFF2-40B4-BE49-F238E27FC236}">
                <a16:creationId xmlns:a16="http://schemas.microsoft.com/office/drawing/2014/main" id="{AC131D66-E4CC-4B4E-B44A-4F83AF466BF1}"/>
              </a:ext>
            </a:extLst>
          </p:cNvPr>
          <p:cNvSpPr/>
          <p:nvPr/>
        </p:nvSpPr>
        <p:spPr>
          <a:xfrm>
            <a:off x="6524494" y="1677036"/>
            <a:ext cx="1924050" cy="634108"/>
          </a:xfrm>
          <a:prstGeom prst="rect">
            <a:avLst/>
          </a:prstGeom>
          <a:solidFill>
            <a:srgbClr val="0070C0"/>
          </a:solidFill>
          <a:ln>
            <a:noFill/>
          </a:ln>
        </p:spPr>
        <p:txBody>
          <a:bodyPr spcFirstLastPara="1" wrap="square" lIns="91425" tIns="45700" rIns="91425" bIns="45700" anchor="ctr" anchorCtr="0">
            <a:noAutofit/>
          </a:bodyPr>
          <a:lstStyle/>
          <a:p>
            <a:pPr algn="ctr" defTabSz="914400">
              <a:buClr>
                <a:srgbClr val="FFFFFF"/>
              </a:buClr>
              <a:buSzPts val="1400"/>
              <a:buFont typeface="Arial"/>
              <a:buNone/>
              <a:defRPr/>
            </a:pPr>
            <a:r>
              <a:rPr lang="en-US" sz="1600" kern="0" dirty="0" err="1">
                <a:solidFill>
                  <a:srgbClr val="FFFFFF"/>
                </a:solidFill>
                <a:latin typeface="Work Sans" pitchFamily="2" charset="0"/>
                <a:sym typeface="Arial"/>
              </a:rPr>
              <a:t>Innovación</a:t>
            </a:r>
            <a:endParaRPr sz="1600" kern="0" dirty="0">
              <a:solidFill>
                <a:srgbClr val="000000"/>
              </a:solidFill>
              <a:latin typeface="Work Sans" pitchFamily="2" charset="0"/>
              <a:sym typeface="Arial"/>
            </a:endParaRPr>
          </a:p>
        </p:txBody>
      </p:sp>
      <p:sp>
        <p:nvSpPr>
          <p:cNvPr id="3" name="Google Shape;207;p2">
            <a:extLst>
              <a:ext uri="{FF2B5EF4-FFF2-40B4-BE49-F238E27FC236}">
                <a16:creationId xmlns:a16="http://schemas.microsoft.com/office/drawing/2014/main" id="{35C693B7-F9A1-4064-8060-50D404E82830}"/>
              </a:ext>
            </a:extLst>
          </p:cNvPr>
          <p:cNvSpPr txBox="1"/>
          <p:nvPr/>
        </p:nvSpPr>
        <p:spPr>
          <a:xfrm>
            <a:off x="943987" y="627893"/>
            <a:ext cx="7437603" cy="461624"/>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2000"/>
              <a:buFont typeface="Arial"/>
              <a:buNone/>
              <a:defRPr/>
            </a:pPr>
            <a:r>
              <a:rPr lang="en-US" sz="2400" kern="0" dirty="0">
                <a:solidFill>
                  <a:srgbClr val="000000"/>
                </a:solidFill>
                <a:latin typeface="Work Sans" pitchFamily="2" charset="0"/>
                <a:sym typeface="Arial"/>
              </a:rPr>
              <a:t>“</a:t>
            </a:r>
            <a:r>
              <a:rPr lang="en-US" sz="2400" kern="0" dirty="0" err="1">
                <a:solidFill>
                  <a:srgbClr val="000000"/>
                </a:solidFill>
                <a:latin typeface="Work Sans" pitchFamily="2" charset="0"/>
                <a:sym typeface="Arial"/>
              </a:rPr>
              <a:t>Bienestar</a:t>
            </a:r>
            <a:r>
              <a:rPr lang="en-US" sz="2400" kern="0" dirty="0">
                <a:solidFill>
                  <a:srgbClr val="000000"/>
                </a:solidFill>
                <a:latin typeface="Work Sans" pitchFamily="2" charset="0"/>
                <a:sym typeface="Arial"/>
              </a:rPr>
              <a:t> y la </a:t>
            </a:r>
            <a:r>
              <a:rPr lang="en-US" sz="2400" kern="0" dirty="0" err="1">
                <a:solidFill>
                  <a:srgbClr val="000000"/>
                </a:solidFill>
                <a:latin typeface="Work Sans" pitchFamily="2" charset="0"/>
                <a:sym typeface="Arial"/>
              </a:rPr>
              <a:t>Competitividad</a:t>
            </a:r>
            <a:r>
              <a:rPr lang="en-US" sz="2400" kern="0" dirty="0">
                <a:solidFill>
                  <a:srgbClr val="000000"/>
                </a:solidFill>
                <a:latin typeface="Work Sans" pitchFamily="2" charset="0"/>
                <a:sym typeface="Arial"/>
              </a:rPr>
              <a:t> </a:t>
            </a:r>
            <a:r>
              <a:rPr lang="en-US" sz="2400" kern="0" dirty="0" err="1">
                <a:solidFill>
                  <a:srgbClr val="000000"/>
                </a:solidFill>
                <a:latin typeface="Work Sans" pitchFamily="2" charset="0"/>
                <a:sym typeface="Arial"/>
              </a:rPr>
              <a:t>sostenibles</a:t>
            </a:r>
            <a:r>
              <a:rPr lang="en-US" sz="2400" kern="0" dirty="0">
                <a:solidFill>
                  <a:srgbClr val="000000"/>
                </a:solidFill>
                <a:latin typeface="Work Sans" pitchFamily="2" charset="0"/>
                <a:sym typeface="Arial"/>
              </a:rPr>
              <a:t>”</a:t>
            </a:r>
            <a:endParaRPr sz="1600" kern="0" dirty="0">
              <a:solidFill>
                <a:srgbClr val="000000"/>
              </a:solidFill>
              <a:latin typeface="Work Sans" pitchFamily="2" charset="0"/>
              <a:sym typeface="Arial"/>
            </a:endParaRPr>
          </a:p>
        </p:txBody>
      </p:sp>
      <p:sp>
        <p:nvSpPr>
          <p:cNvPr id="4" name="Google Shape;208;p2">
            <a:extLst>
              <a:ext uri="{FF2B5EF4-FFF2-40B4-BE49-F238E27FC236}">
                <a16:creationId xmlns:a16="http://schemas.microsoft.com/office/drawing/2014/main" id="{5F4363DA-D3E4-4D0B-815E-7B6C723E33CD}"/>
              </a:ext>
            </a:extLst>
          </p:cNvPr>
          <p:cNvSpPr txBox="1"/>
          <p:nvPr/>
        </p:nvSpPr>
        <p:spPr>
          <a:xfrm>
            <a:off x="533583" y="2418157"/>
            <a:ext cx="2482850" cy="584735"/>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400"/>
              <a:buFont typeface="Arial"/>
              <a:buNone/>
              <a:defRPr/>
            </a:pPr>
            <a:r>
              <a:rPr lang="en-US" sz="1600" kern="0" dirty="0" err="1">
                <a:solidFill>
                  <a:srgbClr val="000000"/>
                </a:solidFill>
                <a:latin typeface="Work Sans" pitchFamily="2" charset="0"/>
                <a:sym typeface="Arial"/>
              </a:rPr>
              <a:t>Hacerlo</a:t>
            </a:r>
            <a:r>
              <a:rPr lang="en-US" sz="1600" kern="0" dirty="0">
                <a:solidFill>
                  <a:srgbClr val="000000"/>
                </a:solidFill>
                <a:latin typeface="Work Sans" pitchFamily="2" charset="0"/>
                <a:sym typeface="Arial"/>
              </a:rPr>
              <a:t> </a:t>
            </a:r>
            <a:r>
              <a:rPr lang="en-US" sz="1600" kern="0" dirty="0" err="1">
                <a:solidFill>
                  <a:srgbClr val="000000"/>
                </a:solidFill>
                <a:latin typeface="Work Sans" pitchFamily="2" charset="0"/>
                <a:sym typeface="Arial"/>
              </a:rPr>
              <a:t>muy</a:t>
            </a:r>
            <a:r>
              <a:rPr lang="en-US" sz="1600" kern="0" dirty="0">
                <a:solidFill>
                  <a:srgbClr val="000000"/>
                </a:solidFill>
                <a:latin typeface="Work Sans" pitchFamily="2" charset="0"/>
                <a:sym typeface="Arial"/>
              </a:rPr>
              <a:t> bien y </a:t>
            </a:r>
            <a:r>
              <a:rPr lang="en-US" sz="1600" kern="0" dirty="0" err="1">
                <a:solidFill>
                  <a:srgbClr val="000000"/>
                </a:solidFill>
                <a:latin typeface="Work Sans" pitchFamily="2" charset="0"/>
                <a:sym typeface="Arial"/>
              </a:rPr>
              <a:t>óptimamente</a:t>
            </a:r>
            <a:endParaRPr sz="1600" kern="0" dirty="0">
              <a:solidFill>
                <a:srgbClr val="000000"/>
              </a:solidFill>
              <a:latin typeface="Work Sans" pitchFamily="2" charset="0"/>
              <a:sym typeface="Arial"/>
            </a:endParaRPr>
          </a:p>
        </p:txBody>
      </p:sp>
      <p:sp>
        <p:nvSpPr>
          <p:cNvPr id="5" name="Google Shape;209;p2">
            <a:extLst>
              <a:ext uri="{FF2B5EF4-FFF2-40B4-BE49-F238E27FC236}">
                <a16:creationId xmlns:a16="http://schemas.microsoft.com/office/drawing/2014/main" id="{D4376503-4FD9-497B-9CEB-D96725736717}"/>
              </a:ext>
            </a:extLst>
          </p:cNvPr>
          <p:cNvSpPr txBox="1"/>
          <p:nvPr/>
        </p:nvSpPr>
        <p:spPr>
          <a:xfrm>
            <a:off x="3499008" y="2406444"/>
            <a:ext cx="2264727" cy="830956"/>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400"/>
              <a:buFont typeface="Arial"/>
              <a:buNone/>
              <a:defRPr/>
            </a:pPr>
            <a:r>
              <a:rPr lang="en-US" sz="1600" kern="0" dirty="0">
                <a:solidFill>
                  <a:srgbClr val="000000"/>
                </a:solidFill>
                <a:latin typeface="Work Sans" pitchFamily="2" charset="0"/>
                <a:sym typeface="Arial"/>
              </a:rPr>
              <a:t>Lo que </a:t>
            </a:r>
            <a:r>
              <a:rPr lang="en-US" sz="1600" kern="0" dirty="0" err="1">
                <a:solidFill>
                  <a:srgbClr val="000000"/>
                </a:solidFill>
                <a:latin typeface="Work Sans" pitchFamily="2" charset="0"/>
                <a:sym typeface="Arial"/>
              </a:rPr>
              <a:t>tengo</a:t>
            </a:r>
            <a:r>
              <a:rPr lang="en-US" sz="1600" kern="0" dirty="0">
                <a:solidFill>
                  <a:srgbClr val="000000"/>
                </a:solidFill>
                <a:latin typeface="Work Sans" pitchFamily="2" charset="0"/>
                <a:sym typeface="Arial"/>
              </a:rPr>
              <a:t> </a:t>
            </a:r>
            <a:r>
              <a:rPr lang="en-US" sz="1600" kern="0" dirty="0" err="1">
                <a:solidFill>
                  <a:srgbClr val="000000"/>
                </a:solidFill>
                <a:latin typeface="Work Sans" pitchFamily="2" charset="0"/>
                <a:sym typeface="Arial"/>
              </a:rPr>
              <a:t>adaptado</a:t>
            </a:r>
            <a:r>
              <a:rPr lang="en-US" sz="1600" dirty="0">
                <a:latin typeface="Work Sans" pitchFamily="2" charset="0"/>
              </a:rPr>
              <a:t> al </a:t>
            </a:r>
            <a:r>
              <a:rPr lang="en-US" sz="1600" dirty="0" err="1">
                <a:latin typeface="Work Sans" pitchFamily="2" charset="0"/>
              </a:rPr>
              <a:t>territorio</a:t>
            </a:r>
            <a:endParaRPr sz="1600" kern="0" dirty="0">
              <a:solidFill>
                <a:srgbClr val="000000"/>
              </a:solidFill>
              <a:latin typeface="Work Sans" pitchFamily="2" charset="0"/>
              <a:sym typeface="Arial"/>
            </a:endParaRPr>
          </a:p>
        </p:txBody>
      </p:sp>
      <p:sp>
        <p:nvSpPr>
          <p:cNvPr id="6" name="Google Shape;210;p2">
            <a:extLst>
              <a:ext uri="{FF2B5EF4-FFF2-40B4-BE49-F238E27FC236}">
                <a16:creationId xmlns:a16="http://schemas.microsoft.com/office/drawing/2014/main" id="{40253B72-1DE0-455B-AE30-EF7006381565}"/>
              </a:ext>
            </a:extLst>
          </p:cNvPr>
          <p:cNvSpPr txBox="1"/>
          <p:nvPr/>
        </p:nvSpPr>
        <p:spPr>
          <a:xfrm>
            <a:off x="6245094" y="2418157"/>
            <a:ext cx="2482850" cy="584735"/>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400"/>
              <a:buFont typeface="Arial"/>
              <a:buNone/>
              <a:defRPr/>
            </a:pPr>
            <a:r>
              <a:rPr lang="en-US" sz="1600" kern="0" dirty="0" err="1">
                <a:solidFill>
                  <a:srgbClr val="000000"/>
                </a:solidFill>
                <a:latin typeface="Work Sans" pitchFamily="2" charset="0"/>
                <a:sym typeface="Arial"/>
              </a:rPr>
              <a:t>Nuevas</a:t>
            </a:r>
            <a:r>
              <a:rPr lang="en-US" sz="1600" kern="0" dirty="0">
                <a:solidFill>
                  <a:srgbClr val="000000"/>
                </a:solidFill>
                <a:latin typeface="Work Sans" pitchFamily="2" charset="0"/>
                <a:sym typeface="Arial"/>
              </a:rPr>
              <a:t> </a:t>
            </a:r>
            <a:r>
              <a:rPr lang="en-US" sz="1600" kern="0" dirty="0" err="1">
                <a:solidFill>
                  <a:srgbClr val="000000"/>
                </a:solidFill>
                <a:latin typeface="Work Sans" pitchFamily="2" charset="0"/>
                <a:sym typeface="Arial"/>
              </a:rPr>
              <a:t>soluciones</a:t>
            </a:r>
            <a:r>
              <a:rPr lang="en-US" sz="1600" kern="0" dirty="0">
                <a:solidFill>
                  <a:srgbClr val="000000"/>
                </a:solidFill>
                <a:latin typeface="Work Sans" pitchFamily="2" charset="0"/>
                <a:sym typeface="Arial"/>
              </a:rPr>
              <a:t>, </a:t>
            </a:r>
            <a:r>
              <a:rPr lang="en-US" sz="1600" kern="0" dirty="0" err="1">
                <a:solidFill>
                  <a:srgbClr val="000000"/>
                </a:solidFill>
                <a:latin typeface="Work Sans" pitchFamily="2" charset="0"/>
                <a:sym typeface="Arial"/>
              </a:rPr>
              <a:t>servicios</a:t>
            </a:r>
            <a:r>
              <a:rPr lang="en-US" sz="1600" kern="0" dirty="0">
                <a:solidFill>
                  <a:srgbClr val="000000"/>
                </a:solidFill>
                <a:latin typeface="Work Sans" pitchFamily="2" charset="0"/>
                <a:sym typeface="Arial"/>
              </a:rPr>
              <a:t> y </a:t>
            </a:r>
            <a:r>
              <a:rPr lang="en-US" sz="1600" kern="0" dirty="0" err="1">
                <a:solidFill>
                  <a:srgbClr val="000000"/>
                </a:solidFill>
                <a:latin typeface="Work Sans" pitchFamily="2" charset="0"/>
                <a:sym typeface="Arial"/>
              </a:rPr>
              <a:t>procesos</a:t>
            </a:r>
            <a:endParaRPr sz="1600" kern="0" dirty="0">
              <a:solidFill>
                <a:srgbClr val="000000"/>
              </a:solidFill>
              <a:latin typeface="Work Sans" pitchFamily="2" charset="0"/>
              <a:sym typeface="Arial"/>
            </a:endParaRPr>
          </a:p>
        </p:txBody>
      </p:sp>
      <p:sp>
        <p:nvSpPr>
          <p:cNvPr id="7" name="Google Shape;211;p2">
            <a:extLst>
              <a:ext uri="{FF2B5EF4-FFF2-40B4-BE49-F238E27FC236}">
                <a16:creationId xmlns:a16="http://schemas.microsoft.com/office/drawing/2014/main" id="{F28AFC8D-FEE0-4DA7-92AC-D7519C3F454B}"/>
              </a:ext>
            </a:extLst>
          </p:cNvPr>
          <p:cNvSpPr txBox="1"/>
          <p:nvPr/>
        </p:nvSpPr>
        <p:spPr>
          <a:xfrm>
            <a:off x="707319" y="3466770"/>
            <a:ext cx="7923644" cy="1077178"/>
          </a:xfrm>
          <a:prstGeom prst="rect">
            <a:avLst/>
          </a:prstGeom>
          <a:noFill/>
          <a:ln>
            <a:noFill/>
          </a:ln>
        </p:spPr>
        <p:txBody>
          <a:bodyPr spcFirstLastPara="1" wrap="square" lIns="91425" tIns="45700" rIns="91425" bIns="45700" anchor="t" anchorCtr="0">
            <a:spAutoFit/>
          </a:bodyPr>
          <a:lstStyle/>
          <a:p>
            <a:pPr algn="ctr" defTabSz="914400">
              <a:buClr>
                <a:srgbClr val="0097A7"/>
              </a:buClr>
              <a:buSzPts val="2800"/>
              <a:buFont typeface="Arial"/>
              <a:buNone/>
              <a:defRPr/>
            </a:pPr>
            <a:r>
              <a:rPr lang="en-US" sz="3200" kern="0" dirty="0" err="1">
                <a:solidFill>
                  <a:srgbClr val="0097A7"/>
                </a:solidFill>
                <a:latin typeface="Work Sans" pitchFamily="2" charset="0"/>
                <a:sym typeface="Arial"/>
              </a:rPr>
              <a:t>Conocimiento</a:t>
            </a:r>
            <a:r>
              <a:rPr lang="en-US" sz="3200" kern="0" dirty="0">
                <a:solidFill>
                  <a:srgbClr val="0097A7"/>
                </a:solidFill>
                <a:latin typeface="Work Sans" pitchFamily="2" charset="0"/>
                <a:sym typeface="Arial"/>
              </a:rPr>
              <a:t> profundo del Estado, </a:t>
            </a:r>
            <a:r>
              <a:rPr lang="en-US" sz="3200" kern="0" dirty="0" err="1">
                <a:solidFill>
                  <a:srgbClr val="0097A7"/>
                </a:solidFill>
                <a:latin typeface="Work Sans" pitchFamily="2" charset="0"/>
                <a:sym typeface="Arial"/>
              </a:rPr>
              <a:t>el</a:t>
            </a:r>
            <a:r>
              <a:rPr lang="en-US" sz="3200" kern="0" dirty="0">
                <a:solidFill>
                  <a:srgbClr val="0097A7"/>
                </a:solidFill>
                <a:latin typeface="Work Sans" pitchFamily="2" charset="0"/>
                <a:sym typeface="Arial"/>
              </a:rPr>
              <a:t> </a:t>
            </a:r>
            <a:r>
              <a:rPr lang="en-US" sz="3200" kern="0" dirty="0" err="1">
                <a:solidFill>
                  <a:srgbClr val="0097A7"/>
                </a:solidFill>
                <a:latin typeface="Work Sans" pitchFamily="2" charset="0"/>
                <a:sym typeface="Arial"/>
              </a:rPr>
              <a:t>Ciudadano</a:t>
            </a:r>
            <a:r>
              <a:rPr lang="en-US" sz="3200" kern="0" dirty="0">
                <a:solidFill>
                  <a:srgbClr val="0097A7"/>
                </a:solidFill>
                <a:latin typeface="Work Sans" pitchFamily="2" charset="0"/>
                <a:sym typeface="Arial"/>
              </a:rPr>
              <a:t> y </a:t>
            </a:r>
            <a:r>
              <a:rPr lang="en-US" sz="3200" kern="0" dirty="0" err="1">
                <a:solidFill>
                  <a:srgbClr val="0097A7"/>
                </a:solidFill>
                <a:latin typeface="Work Sans" pitchFamily="2" charset="0"/>
                <a:sym typeface="Arial"/>
              </a:rPr>
              <a:t>el</a:t>
            </a:r>
            <a:r>
              <a:rPr lang="en-US" sz="3200" kern="0" dirty="0">
                <a:solidFill>
                  <a:srgbClr val="0097A7"/>
                </a:solidFill>
                <a:latin typeface="Work Sans" pitchFamily="2" charset="0"/>
                <a:sym typeface="Arial"/>
              </a:rPr>
              <a:t> </a:t>
            </a:r>
            <a:r>
              <a:rPr lang="en-US" sz="3200" kern="0" dirty="0" err="1">
                <a:solidFill>
                  <a:srgbClr val="0097A7"/>
                </a:solidFill>
                <a:latin typeface="Work Sans" pitchFamily="2" charset="0"/>
                <a:sym typeface="Arial"/>
              </a:rPr>
              <a:t>Territorio</a:t>
            </a:r>
            <a:endParaRPr sz="1600" kern="0" dirty="0">
              <a:solidFill>
                <a:srgbClr val="000000"/>
              </a:solidFill>
              <a:latin typeface="Work Sans" pitchFamily="2" charset="0"/>
              <a:sym typeface="Arial"/>
            </a:endParaRPr>
          </a:p>
        </p:txBody>
      </p:sp>
      <p:sp>
        <p:nvSpPr>
          <p:cNvPr id="8" name="Google Shape;212;p2">
            <a:extLst>
              <a:ext uri="{FF2B5EF4-FFF2-40B4-BE49-F238E27FC236}">
                <a16:creationId xmlns:a16="http://schemas.microsoft.com/office/drawing/2014/main" id="{9B88B5C4-40DA-4986-B46D-34449DD33EC3}"/>
              </a:ext>
            </a:extLst>
          </p:cNvPr>
          <p:cNvSpPr/>
          <p:nvPr/>
        </p:nvSpPr>
        <p:spPr>
          <a:xfrm rot="5400000">
            <a:off x="4528274" y="-2520953"/>
            <a:ext cx="281732" cy="7923646"/>
          </a:xfrm>
          <a:prstGeom prst="leftBrace">
            <a:avLst>
              <a:gd name="adj1" fmla="val 8333"/>
              <a:gd name="adj2" fmla="val 50000"/>
            </a:avLst>
          </a:prstGeom>
          <a:noFill/>
          <a:ln w="28575" cap="flat" cmpd="sng">
            <a:solidFill>
              <a:srgbClr val="FDA739"/>
            </a:solidFill>
            <a:prstDash val="solid"/>
            <a:round/>
            <a:headEnd type="none" w="sm" len="sm"/>
            <a:tailEnd type="none" w="sm" len="sm"/>
          </a:ln>
        </p:spPr>
        <p:txBody>
          <a:bodyPr spcFirstLastPara="1" wrap="square" lIns="91425" tIns="45700" rIns="91425" bIns="45700" anchor="ctr" anchorCtr="0">
            <a:noAutofit/>
          </a:bodyPr>
          <a:lstStyle/>
          <a:p>
            <a:pPr algn="ctr" defTabSz="914400">
              <a:buClr>
                <a:srgbClr val="000000"/>
              </a:buClr>
              <a:buSzPts val="1400"/>
              <a:buFont typeface="Arial"/>
              <a:buNone/>
              <a:defRPr/>
            </a:pPr>
            <a:endParaRPr sz="1600" kern="0">
              <a:solidFill>
                <a:srgbClr val="000000"/>
              </a:solidFill>
              <a:latin typeface="Work Sans" pitchFamily="2" charset="0"/>
              <a:sym typeface="Arial"/>
            </a:endParaRPr>
          </a:p>
        </p:txBody>
      </p:sp>
      <p:sp>
        <p:nvSpPr>
          <p:cNvPr id="10" name="Google Shape;214;p2">
            <a:extLst>
              <a:ext uri="{FF2B5EF4-FFF2-40B4-BE49-F238E27FC236}">
                <a16:creationId xmlns:a16="http://schemas.microsoft.com/office/drawing/2014/main" id="{AD214BA7-14BC-4D65-9B45-F1DE9DDAD1F8}"/>
              </a:ext>
            </a:extLst>
          </p:cNvPr>
          <p:cNvSpPr/>
          <p:nvPr/>
        </p:nvSpPr>
        <p:spPr>
          <a:xfrm>
            <a:off x="821040" y="1677036"/>
            <a:ext cx="1924050" cy="634108"/>
          </a:xfrm>
          <a:prstGeom prst="rect">
            <a:avLst/>
          </a:prstGeom>
          <a:solidFill>
            <a:srgbClr val="00B0F0"/>
          </a:solidFill>
          <a:ln>
            <a:noFill/>
          </a:ln>
        </p:spPr>
        <p:txBody>
          <a:bodyPr spcFirstLastPara="1" wrap="square" lIns="91425" tIns="45700" rIns="91425" bIns="45700" anchor="ctr" anchorCtr="0">
            <a:noAutofit/>
          </a:bodyPr>
          <a:lstStyle/>
          <a:p>
            <a:pPr algn="ctr" defTabSz="914400">
              <a:buClr>
                <a:srgbClr val="FFFFFF"/>
              </a:buClr>
              <a:buSzPts val="1400"/>
              <a:buFont typeface="Arial"/>
              <a:buNone/>
              <a:defRPr/>
            </a:pPr>
            <a:r>
              <a:rPr lang="en-US" sz="1600" kern="0">
                <a:solidFill>
                  <a:srgbClr val="FFFFFF"/>
                </a:solidFill>
                <a:latin typeface="Work Sans" pitchFamily="2" charset="0"/>
                <a:sym typeface="Arial"/>
              </a:rPr>
              <a:t>Automatización</a:t>
            </a:r>
            <a:endParaRPr sz="1600" kern="0">
              <a:solidFill>
                <a:srgbClr val="000000"/>
              </a:solidFill>
              <a:latin typeface="Work Sans" pitchFamily="2" charset="0"/>
              <a:sym typeface="Arial"/>
            </a:endParaRPr>
          </a:p>
        </p:txBody>
      </p:sp>
      <p:sp>
        <p:nvSpPr>
          <p:cNvPr id="11" name="Google Shape;215;p2">
            <a:extLst>
              <a:ext uri="{FF2B5EF4-FFF2-40B4-BE49-F238E27FC236}">
                <a16:creationId xmlns:a16="http://schemas.microsoft.com/office/drawing/2014/main" id="{5181EC76-A470-42C4-991E-CF8B94602A69}"/>
              </a:ext>
            </a:extLst>
          </p:cNvPr>
          <p:cNvSpPr/>
          <p:nvPr/>
        </p:nvSpPr>
        <p:spPr>
          <a:xfrm>
            <a:off x="3700765" y="1683977"/>
            <a:ext cx="1924050" cy="634108"/>
          </a:xfrm>
          <a:prstGeom prst="rect">
            <a:avLst/>
          </a:prstGeom>
          <a:solidFill>
            <a:srgbClr val="0070C0"/>
          </a:solidFill>
          <a:ln>
            <a:noFill/>
          </a:ln>
        </p:spPr>
        <p:txBody>
          <a:bodyPr spcFirstLastPara="1" wrap="square" lIns="91425" tIns="45700" rIns="91425" bIns="45700" anchor="ctr" anchorCtr="0">
            <a:noAutofit/>
          </a:bodyPr>
          <a:lstStyle/>
          <a:p>
            <a:pPr algn="ctr" defTabSz="914400">
              <a:buClr>
                <a:srgbClr val="FFFFFF"/>
              </a:buClr>
              <a:buSzPts val="1400"/>
              <a:buFont typeface="Arial"/>
              <a:buNone/>
              <a:defRPr/>
            </a:pPr>
            <a:r>
              <a:rPr lang="en-US" sz="1600" kern="0" dirty="0" err="1">
                <a:solidFill>
                  <a:srgbClr val="FFFFFF"/>
                </a:solidFill>
                <a:latin typeface="Work Sans" pitchFamily="2" charset="0"/>
                <a:sym typeface="Arial"/>
              </a:rPr>
              <a:t>Transformación</a:t>
            </a:r>
            <a:endParaRPr sz="1600" kern="0" dirty="0">
              <a:solidFill>
                <a:srgbClr val="000000"/>
              </a:solidFill>
              <a:latin typeface="Work Sans" pitchFamily="2" charset="0"/>
              <a:sym typeface="Arial"/>
            </a:endParaRPr>
          </a:p>
        </p:txBody>
      </p:sp>
      <p:sp>
        <p:nvSpPr>
          <p:cNvPr id="12" name="Google Shape;216;p2">
            <a:extLst>
              <a:ext uri="{FF2B5EF4-FFF2-40B4-BE49-F238E27FC236}">
                <a16:creationId xmlns:a16="http://schemas.microsoft.com/office/drawing/2014/main" id="{033169AC-3F8F-43DE-B8D1-0434FD61F839}"/>
              </a:ext>
            </a:extLst>
          </p:cNvPr>
          <p:cNvSpPr/>
          <p:nvPr/>
        </p:nvSpPr>
        <p:spPr>
          <a:xfrm>
            <a:off x="707317" y="4562344"/>
            <a:ext cx="7980218" cy="442796"/>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1800"/>
              <a:buFont typeface="Arial"/>
              <a:buNone/>
              <a:tabLst/>
              <a:defRPr/>
            </a:pPr>
            <a:r>
              <a:rPr kumimoji="0" lang="en-US" sz="2000" b="0" i="0" u="none" strike="noStrike" kern="0" cap="none" spc="0" normalizeH="0" baseline="0" noProof="0" dirty="0" err="1">
                <a:ln>
                  <a:noFill/>
                </a:ln>
                <a:solidFill>
                  <a:srgbClr val="FFFFFF"/>
                </a:solidFill>
                <a:effectLst/>
                <a:uLnTx/>
                <a:uFillTx/>
                <a:latin typeface="Work Sans" pitchFamily="2" charset="0"/>
                <a:sym typeface="Arial"/>
              </a:rPr>
              <a:t>Analítica</a:t>
            </a:r>
            <a:r>
              <a:rPr kumimoji="0" lang="en-US" sz="2000" b="0" i="0" u="none" strike="noStrike" kern="0" cap="none" spc="0" normalizeH="0" baseline="0" noProof="0" dirty="0">
                <a:ln>
                  <a:noFill/>
                </a:ln>
                <a:solidFill>
                  <a:srgbClr val="FFFFFF"/>
                </a:solidFill>
                <a:effectLst/>
                <a:uLnTx/>
                <a:uFillTx/>
                <a:latin typeface="Work Sans" pitchFamily="2" charset="0"/>
                <a:sym typeface="Arial"/>
              </a:rPr>
              <a:t> y Big Data</a:t>
            </a:r>
            <a:endParaRPr kumimoji="0" sz="1600" b="0" i="0" u="none" strike="noStrike" kern="0" cap="none" spc="0" normalizeH="0" baseline="0" noProof="0" dirty="0">
              <a:ln>
                <a:noFill/>
              </a:ln>
              <a:solidFill>
                <a:srgbClr val="000000"/>
              </a:solidFill>
              <a:effectLst/>
              <a:uLnTx/>
              <a:uFillTx/>
              <a:latin typeface="Work Sans" pitchFamily="2" charset="0"/>
              <a:sym typeface="Arial"/>
            </a:endParaRPr>
          </a:p>
        </p:txBody>
      </p:sp>
      <p:sp>
        <p:nvSpPr>
          <p:cNvPr id="13" name="Google Shape;217;p2">
            <a:extLst>
              <a:ext uri="{FF2B5EF4-FFF2-40B4-BE49-F238E27FC236}">
                <a16:creationId xmlns:a16="http://schemas.microsoft.com/office/drawing/2014/main" id="{EFF93876-598B-4DF0-ABF3-59068B6CDD6A}"/>
              </a:ext>
            </a:extLst>
          </p:cNvPr>
          <p:cNvSpPr/>
          <p:nvPr/>
        </p:nvSpPr>
        <p:spPr>
          <a:xfrm rot="-5400000">
            <a:off x="4521924" y="-670517"/>
            <a:ext cx="281732" cy="7923646"/>
          </a:xfrm>
          <a:prstGeom prst="leftBrace">
            <a:avLst>
              <a:gd name="adj1" fmla="val 8333"/>
              <a:gd name="adj2" fmla="val 50000"/>
            </a:avLst>
          </a:prstGeom>
          <a:noFill/>
          <a:ln w="28575" cap="flat" cmpd="sng">
            <a:solidFill>
              <a:srgbClr val="FDA739"/>
            </a:solidFill>
            <a:prstDash val="solid"/>
            <a:round/>
            <a:headEnd type="none" w="sm" len="sm"/>
            <a:tailEnd type="none" w="sm" len="sm"/>
          </a:ln>
        </p:spPr>
        <p:txBody>
          <a:bodyPr spcFirstLastPara="1" wrap="square" lIns="91425" tIns="45700" rIns="91425" bIns="45700" anchor="ctr" anchorCtr="0">
            <a:noAutofit/>
          </a:bodyPr>
          <a:lstStyle/>
          <a:p>
            <a:pPr algn="ctr" defTabSz="914400">
              <a:buClr>
                <a:srgbClr val="000000"/>
              </a:buClr>
              <a:buSzPts val="1400"/>
              <a:buFont typeface="Arial"/>
              <a:buNone/>
              <a:defRPr/>
            </a:pPr>
            <a:endParaRPr sz="1600" kern="0">
              <a:solidFill>
                <a:srgbClr val="000000"/>
              </a:solidFill>
              <a:latin typeface="Work Sans" pitchFamily="2" charset="0"/>
              <a:sym typeface="Arial"/>
            </a:endParaRPr>
          </a:p>
        </p:txBody>
      </p:sp>
      <p:sp>
        <p:nvSpPr>
          <p:cNvPr id="14" name="Google Shape;218;p2">
            <a:extLst>
              <a:ext uri="{FF2B5EF4-FFF2-40B4-BE49-F238E27FC236}">
                <a16:creationId xmlns:a16="http://schemas.microsoft.com/office/drawing/2014/main" id="{06DB728D-AE42-497C-B4FC-B55264D2AAAB}"/>
              </a:ext>
            </a:extLst>
          </p:cNvPr>
          <p:cNvSpPr/>
          <p:nvPr/>
        </p:nvSpPr>
        <p:spPr>
          <a:xfrm>
            <a:off x="2924045" y="1959493"/>
            <a:ext cx="574963" cy="124752"/>
          </a:xfrm>
          <a:prstGeom prst="rightArrow">
            <a:avLst>
              <a:gd name="adj1" fmla="val 50000"/>
              <a:gd name="adj2" fmla="val 50000"/>
            </a:avLst>
          </a:prstGeom>
          <a:solidFill>
            <a:srgbClr val="0070C0"/>
          </a:solidFill>
          <a:ln>
            <a:noFill/>
          </a:ln>
        </p:spPr>
        <p:txBody>
          <a:bodyPr spcFirstLastPara="1" wrap="square" lIns="91425" tIns="45700" rIns="91425" bIns="45700" anchor="ctr" anchorCtr="0">
            <a:noAutofit/>
          </a:bodyPr>
          <a:lstStyle/>
          <a:p>
            <a:pPr algn="ctr" defTabSz="914400">
              <a:buClr>
                <a:srgbClr val="000000"/>
              </a:buClr>
              <a:buSzPts val="1400"/>
              <a:buFont typeface="Arial"/>
              <a:buNone/>
              <a:defRPr/>
            </a:pPr>
            <a:endParaRPr sz="1600" kern="0">
              <a:solidFill>
                <a:srgbClr val="FFFFFF"/>
              </a:solidFill>
              <a:latin typeface="Work Sans" pitchFamily="2" charset="0"/>
              <a:sym typeface="Arial"/>
            </a:endParaRPr>
          </a:p>
        </p:txBody>
      </p:sp>
      <p:sp>
        <p:nvSpPr>
          <p:cNvPr id="15" name="Google Shape;219;p2">
            <a:extLst>
              <a:ext uri="{FF2B5EF4-FFF2-40B4-BE49-F238E27FC236}">
                <a16:creationId xmlns:a16="http://schemas.microsoft.com/office/drawing/2014/main" id="{91B36E1B-3BDB-44C7-91F0-2F993A8E3B12}"/>
              </a:ext>
            </a:extLst>
          </p:cNvPr>
          <p:cNvSpPr/>
          <p:nvPr/>
        </p:nvSpPr>
        <p:spPr>
          <a:xfrm>
            <a:off x="5766822" y="1961589"/>
            <a:ext cx="594013" cy="124753"/>
          </a:xfrm>
          <a:prstGeom prst="leftRightArrow">
            <a:avLst>
              <a:gd name="adj1" fmla="val 50000"/>
              <a:gd name="adj2" fmla="val 50000"/>
            </a:avLst>
          </a:prstGeom>
          <a:solidFill>
            <a:srgbClr val="0070C0"/>
          </a:solidFill>
          <a:ln>
            <a:noFill/>
          </a:ln>
        </p:spPr>
        <p:txBody>
          <a:bodyPr spcFirstLastPara="1" wrap="square" lIns="91425" tIns="45700" rIns="91425" bIns="45700" anchor="ctr" anchorCtr="0">
            <a:noAutofit/>
          </a:bodyPr>
          <a:lstStyle/>
          <a:p>
            <a:pPr algn="ctr" defTabSz="914400">
              <a:buClr>
                <a:srgbClr val="000000"/>
              </a:buClr>
              <a:buSzPts val="1400"/>
              <a:buFont typeface="Arial"/>
              <a:buNone/>
              <a:defRPr/>
            </a:pPr>
            <a:endParaRPr sz="1600" kern="0">
              <a:solidFill>
                <a:srgbClr val="FFFFFF"/>
              </a:solidFill>
              <a:latin typeface="Work Sans" pitchFamily="2" charset="0"/>
              <a:sym typeface="Arial"/>
            </a:endParaRPr>
          </a:p>
        </p:txBody>
      </p:sp>
    </p:spTree>
    <p:extLst>
      <p:ext uri="{BB962C8B-B14F-4D97-AF65-F5344CB8AC3E}">
        <p14:creationId xmlns:p14="http://schemas.microsoft.com/office/powerpoint/2010/main" val="1848167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Datos – Información – Decisiones</a:t>
            </a:r>
          </a:p>
        </p:txBody>
      </p:sp>
      <p:sp>
        <p:nvSpPr>
          <p:cNvPr id="21" name="Rectángulo 20">
            <a:extLst>
              <a:ext uri="{FF2B5EF4-FFF2-40B4-BE49-F238E27FC236}">
                <a16:creationId xmlns:a16="http://schemas.microsoft.com/office/drawing/2014/main" id="{59C7A830-D981-4F22-B1A8-3EA0172CCFF4}"/>
              </a:ext>
            </a:extLst>
          </p:cNvPr>
          <p:cNvSpPr/>
          <p:nvPr/>
        </p:nvSpPr>
        <p:spPr>
          <a:xfrm>
            <a:off x="1238452" y="2260094"/>
            <a:ext cx="2010403" cy="99442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r>
              <a:rPr lang="es-CO" dirty="0">
                <a:solidFill>
                  <a:schemeClr val="bg1"/>
                </a:solidFill>
                <a:latin typeface="Work Sans"/>
                <a:sym typeface="Work Sans"/>
              </a:rPr>
              <a:t>Datos</a:t>
            </a:r>
          </a:p>
        </p:txBody>
      </p:sp>
      <p:pic>
        <p:nvPicPr>
          <p:cNvPr id="33" name="Imagen 32">
            <a:extLst>
              <a:ext uri="{FF2B5EF4-FFF2-40B4-BE49-F238E27FC236}">
                <a16:creationId xmlns:a16="http://schemas.microsoft.com/office/drawing/2014/main" id="{804B9879-939B-4F5A-B40B-4B623BF6A20B}"/>
              </a:ext>
            </a:extLst>
          </p:cNvPr>
          <p:cNvPicPr>
            <a:picLocks noChangeAspect="1"/>
          </p:cNvPicPr>
          <p:nvPr/>
        </p:nvPicPr>
        <p:blipFill>
          <a:blip r:embed="rId3"/>
          <a:stretch>
            <a:fillRect/>
          </a:stretch>
        </p:blipFill>
        <p:spPr>
          <a:xfrm>
            <a:off x="491343" y="2449247"/>
            <a:ext cx="634651" cy="616121"/>
          </a:xfrm>
          <a:prstGeom prst="rect">
            <a:avLst/>
          </a:prstGeom>
        </p:spPr>
      </p:pic>
      <p:sp>
        <p:nvSpPr>
          <p:cNvPr id="7" name="CuadroTexto 6">
            <a:extLst>
              <a:ext uri="{FF2B5EF4-FFF2-40B4-BE49-F238E27FC236}">
                <a16:creationId xmlns:a16="http://schemas.microsoft.com/office/drawing/2014/main" id="{1DB9E80D-4AE4-4BF9-9EF3-B3411E2258BA}"/>
              </a:ext>
            </a:extLst>
          </p:cNvPr>
          <p:cNvSpPr txBox="1"/>
          <p:nvPr/>
        </p:nvSpPr>
        <p:spPr>
          <a:xfrm>
            <a:off x="3869786" y="1846942"/>
            <a:ext cx="4847494" cy="523220"/>
          </a:xfrm>
          <a:prstGeom prst="rect">
            <a:avLst/>
          </a:prstGeom>
          <a:noFill/>
        </p:spPr>
        <p:txBody>
          <a:bodyPr wrap="square">
            <a:spAutoFit/>
          </a:bodyPr>
          <a:lstStyle/>
          <a:p>
            <a:pPr algn="ctr"/>
            <a:r>
              <a:rPr lang="es-MX" b="1" i="1" dirty="0">
                <a:solidFill>
                  <a:srgbClr val="6F93DB"/>
                </a:solidFill>
                <a:latin typeface="Work Sans" pitchFamily="2" charset="0"/>
              </a:rPr>
              <a:t>Un dato </a:t>
            </a:r>
            <a:r>
              <a:rPr lang="es-MX" i="1" dirty="0">
                <a:latin typeface="Work Sans" pitchFamily="2" charset="0"/>
              </a:rPr>
              <a:t>es un conjunto discreto, de factores objetivos sobre un hecho real (Davenport et al., 1999)</a:t>
            </a:r>
            <a:endParaRPr lang="es-CO" i="1" dirty="0">
              <a:latin typeface="Work Sans" pitchFamily="2" charset="0"/>
            </a:endParaRPr>
          </a:p>
        </p:txBody>
      </p:sp>
      <p:sp>
        <p:nvSpPr>
          <p:cNvPr id="4" name="CuadroTexto 3">
            <a:extLst>
              <a:ext uri="{FF2B5EF4-FFF2-40B4-BE49-F238E27FC236}">
                <a16:creationId xmlns:a16="http://schemas.microsoft.com/office/drawing/2014/main" id="{B440CCE6-E580-4062-8C78-DD9ADDA88A81}"/>
              </a:ext>
            </a:extLst>
          </p:cNvPr>
          <p:cNvSpPr txBox="1"/>
          <p:nvPr/>
        </p:nvSpPr>
        <p:spPr>
          <a:xfrm>
            <a:off x="5522686" y="2669747"/>
            <a:ext cx="2104571" cy="1169551"/>
          </a:xfrm>
          <a:prstGeom prst="rect">
            <a:avLst/>
          </a:prstGeom>
          <a:noFill/>
        </p:spPr>
        <p:txBody>
          <a:bodyPr wrap="square" rtlCol="0">
            <a:spAutoFit/>
          </a:bodyPr>
          <a:lstStyle/>
          <a:p>
            <a:pPr marL="285750" indent="-285750">
              <a:buFont typeface="Arial" panose="020B0604020202020204" pitchFamily="34" charset="0"/>
              <a:buChar char="•"/>
            </a:pPr>
            <a:r>
              <a:rPr lang="es-CO" dirty="0">
                <a:latin typeface="Work Sans" pitchFamily="2" charset="0"/>
              </a:rPr>
              <a:t>54</a:t>
            </a:r>
          </a:p>
          <a:p>
            <a:pPr marL="285750" indent="-285750">
              <a:buFont typeface="Arial" panose="020B0604020202020204" pitchFamily="34" charset="0"/>
              <a:buChar char="•"/>
            </a:pPr>
            <a:r>
              <a:rPr lang="es-CO" dirty="0">
                <a:latin typeface="Work Sans" pitchFamily="2" charset="0"/>
              </a:rPr>
              <a:t>Masculino</a:t>
            </a:r>
          </a:p>
          <a:p>
            <a:pPr marL="285750" indent="-285750">
              <a:buFont typeface="Arial" panose="020B0604020202020204" pitchFamily="34" charset="0"/>
              <a:buChar char="•"/>
            </a:pPr>
            <a:r>
              <a:rPr lang="es-CO" dirty="0">
                <a:latin typeface="Work Sans" pitchFamily="2" charset="0"/>
              </a:rPr>
              <a:t>2022</a:t>
            </a:r>
          </a:p>
          <a:p>
            <a:pPr marL="285750" indent="-285750">
              <a:buFont typeface="Arial" panose="020B0604020202020204" pitchFamily="34" charset="0"/>
              <a:buChar char="•"/>
            </a:pPr>
            <a:r>
              <a:rPr lang="es-CO" dirty="0">
                <a:latin typeface="Work Sans" pitchFamily="2" charset="0"/>
              </a:rPr>
              <a:t>2021-01-05</a:t>
            </a:r>
          </a:p>
          <a:p>
            <a:pPr marL="285750" indent="-285750">
              <a:buFont typeface="Arial" panose="020B0604020202020204" pitchFamily="34" charset="0"/>
              <a:buChar char="•"/>
            </a:pPr>
            <a:r>
              <a:rPr lang="es-CO" dirty="0">
                <a:latin typeface="Work Sans" pitchFamily="2" charset="0"/>
              </a:rPr>
              <a:t>MIPG</a:t>
            </a:r>
          </a:p>
        </p:txBody>
      </p:sp>
      <p:sp>
        <p:nvSpPr>
          <p:cNvPr id="6" name="CuadroTexto 5">
            <a:extLst>
              <a:ext uri="{FF2B5EF4-FFF2-40B4-BE49-F238E27FC236}">
                <a16:creationId xmlns:a16="http://schemas.microsoft.com/office/drawing/2014/main" id="{19306A8B-CFFE-4178-88CA-A1387E626D1B}"/>
              </a:ext>
            </a:extLst>
          </p:cNvPr>
          <p:cNvSpPr txBox="1"/>
          <p:nvPr/>
        </p:nvSpPr>
        <p:spPr>
          <a:xfrm>
            <a:off x="1125994" y="4151086"/>
            <a:ext cx="7395788" cy="523220"/>
          </a:xfrm>
          <a:prstGeom prst="rect">
            <a:avLst/>
          </a:prstGeom>
          <a:noFill/>
        </p:spPr>
        <p:txBody>
          <a:bodyPr wrap="square" rtlCol="0">
            <a:spAutoFit/>
          </a:bodyPr>
          <a:lstStyle/>
          <a:p>
            <a:r>
              <a:rPr lang="es-CO" dirty="0">
                <a:latin typeface="Work Sans" pitchFamily="2" charset="0"/>
              </a:rPr>
              <a:t>Es el cruce entre Filas y Columnas en una hoja de cálculo, es la base de análisis de datos.</a:t>
            </a:r>
          </a:p>
        </p:txBody>
      </p:sp>
    </p:spTree>
    <p:extLst>
      <p:ext uri="{BB962C8B-B14F-4D97-AF65-F5344CB8AC3E}">
        <p14:creationId xmlns:p14="http://schemas.microsoft.com/office/powerpoint/2010/main" val="536017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Datos – Información – Decisiones</a:t>
            </a:r>
          </a:p>
        </p:txBody>
      </p:sp>
      <p:sp>
        <p:nvSpPr>
          <p:cNvPr id="21" name="Rectángulo 20">
            <a:extLst>
              <a:ext uri="{FF2B5EF4-FFF2-40B4-BE49-F238E27FC236}">
                <a16:creationId xmlns:a16="http://schemas.microsoft.com/office/drawing/2014/main" id="{59C7A830-D981-4F22-B1A8-3EA0172CCFF4}"/>
              </a:ext>
            </a:extLst>
          </p:cNvPr>
          <p:cNvSpPr/>
          <p:nvPr/>
        </p:nvSpPr>
        <p:spPr>
          <a:xfrm>
            <a:off x="1115081" y="1846437"/>
            <a:ext cx="2010403" cy="99442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r>
              <a:rPr lang="es-CO" dirty="0">
                <a:solidFill>
                  <a:schemeClr val="bg1"/>
                </a:solidFill>
                <a:latin typeface="Work Sans"/>
                <a:sym typeface="Work Sans"/>
              </a:rPr>
              <a:t>Datos</a:t>
            </a:r>
          </a:p>
        </p:txBody>
      </p:sp>
      <p:sp>
        <p:nvSpPr>
          <p:cNvPr id="22" name="Rectángulo 21">
            <a:extLst>
              <a:ext uri="{FF2B5EF4-FFF2-40B4-BE49-F238E27FC236}">
                <a16:creationId xmlns:a16="http://schemas.microsoft.com/office/drawing/2014/main" id="{CD7AEFEF-B30C-4990-B436-BA6289A8A666}"/>
              </a:ext>
            </a:extLst>
          </p:cNvPr>
          <p:cNvSpPr/>
          <p:nvPr/>
        </p:nvSpPr>
        <p:spPr>
          <a:xfrm>
            <a:off x="1115081" y="3458817"/>
            <a:ext cx="2010403" cy="99442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endParaRPr lang="es-CO" dirty="0">
              <a:solidFill>
                <a:schemeClr val="bg1"/>
              </a:solidFill>
              <a:latin typeface="Work Sans"/>
              <a:sym typeface="Work Sans"/>
            </a:endParaRPr>
          </a:p>
          <a:p>
            <a:pPr indent="-6350" algn="ctr">
              <a:lnSpc>
                <a:spcPct val="120000"/>
              </a:lnSpc>
              <a:spcBef>
                <a:spcPts val="200"/>
              </a:spcBef>
              <a:spcAft>
                <a:spcPts val="600"/>
              </a:spcAft>
              <a:buClr>
                <a:srgbClr val="0066CD"/>
              </a:buClr>
              <a:buSzPts val="1100"/>
            </a:pPr>
            <a:r>
              <a:rPr lang="es-CO" dirty="0">
                <a:solidFill>
                  <a:schemeClr val="bg1"/>
                </a:solidFill>
                <a:latin typeface="Work Sans"/>
                <a:sym typeface="Work Sans"/>
              </a:rPr>
              <a:t>Información</a:t>
            </a:r>
          </a:p>
          <a:p>
            <a:pPr algn="ctr"/>
            <a:endParaRPr lang="es-CO" dirty="0"/>
          </a:p>
        </p:txBody>
      </p:sp>
      <p:pic>
        <p:nvPicPr>
          <p:cNvPr id="32" name="Gráfico 67" descr="Piezas de rompecabezas">
            <a:extLst>
              <a:ext uri="{FF2B5EF4-FFF2-40B4-BE49-F238E27FC236}">
                <a16:creationId xmlns:a16="http://schemas.microsoft.com/office/drawing/2014/main" id="{D0CAC486-20AD-4FC7-AC0F-8C939DF9FE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307" y="3397654"/>
            <a:ext cx="1108862" cy="1108862"/>
          </a:xfrm>
          <a:prstGeom prst="rect">
            <a:avLst/>
          </a:prstGeom>
        </p:spPr>
      </p:pic>
      <p:pic>
        <p:nvPicPr>
          <p:cNvPr id="33" name="Imagen 32">
            <a:extLst>
              <a:ext uri="{FF2B5EF4-FFF2-40B4-BE49-F238E27FC236}">
                <a16:creationId xmlns:a16="http://schemas.microsoft.com/office/drawing/2014/main" id="{804B9879-939B-4F5A-B40B-4B623BF6A20B}"/>
              </a:ext>
            </a:extLst>
          </p:cNvPr>
          <p:cNvPicPr>
            <a:picLocks noChangeAspect="1"/>
          </p:cNvPicPr>
          <p:nvPr/>
        </p:nvPicPr>
        <p:blipFill>
          <a:blip r:embed="rId5"/>
          <a:stretch>
            <a:fillRect/>
          </a:stretch>
        </p:blipFill>
        <p:spPr>
          <a:xfrm>
            <a:off x="367972" y="2035590"/>
            <a:ext cx="634651" cy="616121"/>
          </a:xfrm>
          <a:prstGeom prst="rect">
            <a:avLst/>
          </a:prstGeom>
        </p:spPr>
      </p:pic>
      <p:cxnSp>
        <p:nvCxnSpPr>
          <p:cNvPr id="5" name="Conector recto de flecha 4">
            <a:extLst>
              <a:ext uri="{FF2B5EF4-FFF2-40B4-BE49-F238E27FC236}">
                <a16:creationId xmlns:a16="http://schemas.microsoft.com/office/drawing/2014/main" id="{F14C7CDC-AF1F-4E1A-8491-25520FE9589B}"/>
              </a:ext>
            </a:extLst>
          </p:cNvPr>
          <p:cNvCxnSpPr>
            <a:cxnSpLocks/>
            <a:stCxn id="21" idx="2"/>
            <a:endCxn id="22" idx="0"/>
          </p:cNvCxnSpPr>
          <p:nvPr/>
        </p:nvCxnSpPr>
        <p:spPr>
          <a:xfrm>
            <a:off x="2120283" y="2840866"/>
            <a:ext cx="0" cy="617951"/>
          </a:xfrm>
          <a:prstGeom prst="straightConnector1">
            <a:avLst/>
          </a:prstGeom>
          <a:ln w="66675">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6423B449-DEFE-4DED-BA60-BF6B4BC40577}"/>
              </a:ext>
            </a:extLst>
          </p:cNvPr>
          <p:cNvSpPr txBox="1"/>
          <p:nvPr/>
        </p:nvSpPr>
        <p:spPr>
          <a:xfrm>
            <a:off x="3961226" y="1846942"/>
            <a:ext cx="4572000" cy="523220"/>
          </a:xfrm>
          <a:prstGeom prst="rect">
            <a:avLst/>
          </a:prstGeom>
          <a:noFill/>
        </p:spPr>
        <p:txBody>
          <a:bodyPr wrap="square">
            <a:spAutoFit/>
          </a:bodyPr>
          <a:lstStyle/>
          <a:p>
            <a:pPr algn="ctr"/>
            <a:r>
              <a:rPr lang="es-MX" b="1" i="1" dirty="0">
                <a:solidFill>
                  <a:srgbClr val="00B0F0"/>
                </a:solidFill>
                <a:latin typeface="Work Sans" pitchFamily="2" charset="0"/>
              </a:rPr>
              <a:t>La Información </a:t>
            </a:r>
            <a:r>
              <a:rPr lang="es-MX" i="1" dirty="0">
                <a:latin typeface="Work Sans" pitchFamily="2" charset="0"/>
              </a:rPr>
              <a:t>Corresponde a datos con contexto – sentido (Davenport et al., 1999)</a:t>
            </a:r>
            <a:endParaRPr lang="es-CO" i="1" dirty="0">
              <a:latin typeface="Work Sans" pitchFamily="2" charset="0"/>
            </a:endParaRPr>
          </a:p>
        </p:txBody>
      </p:sp>
      <p:sp>
        <p:nvSpPr>
          <p:cNvPr id="11" name="CuadroTexto 10">
            <a:extLst>
              <a:ext uri="{FF2B5EF4-FFF2-40B4-BE49-F238E27FC236}">
                <a16:creationId xmlns:a16="http://schemas.microsoft.com/office/drawing/2014/main" id="{16B2226E-58C3-4F91-9142-9E65A1910C81}"/>
              </a:ext>
            </a:extLst>
          </p:cNvPr>
          <p:cNvSpPr txBox="1"/>
          <p:nvPr/>
        </p:nvSpPr>
        <p:spPr>
          <a:xfrm>
            <a:off x="4829365" y="2635408"/>
            <a:ext cx="3615953" cy="1169551"/>
          </a:xfrm>
          <a:prstGeom prst="rect">
            <a:avLst/>
          </a:prstGeom>
          <a:noFill/>
        </p:spPr>
        <p:txBody>
          <a:bodyPr wrap="square" rtlCol="0">
            <a:spAutoFit/>
          </a:bodyPr>
          <a:lstStyle/>
          <a:p>
            <a:pPr marL="285750" indent="-285750">
              <a:buFont typeface="Arial" panose="020B0604020202020204" pitchFamily="34" charset="0"/>
              <a:buChar char="•"/>
            </a:pPr>
            <a:r>
              <a:rPr lang="es-CO" dirty="0">
                <a:latin typeface="Work Sans" pitchFamily="2" charset="0"/>
              </a:rPr>
              <a:t>Edad: 54</a:t>
            </a:r>
          </a:p>
          <a:p>
            <a:pPr marL="285750" indent="-285750">
              <a:buFont typeface="Arial" panose="020B0604020202020204" pitchFamily="34" charset="0"/>
              <a:buChar char="•"/>
            </a:pPr>
            <a:r>
              <a:rPr lang="es-CO" dirty="0">
                <a:latin typeface="Work Sans" pitchFamily="2" charset="0"/>
              </a:rPr>
              <a:t>Sexo: Masculino</a:t>
            </a:r>
          </a:p>
          <a:p>
            <a:pPr marL="285750" indent="-285750">
              <a:buFont typeface="Arial" panose="020B0604020202020204" pitchFamily="34" charset="0"/>
              <a:buChar char="•"/>
            </a:pPr>
            <a:r>
              <a:rPr lang="es-CO" dirty="0">
                <a:latin typeface="Work Sans" pitchFamily="2" charset="0"/>
              </a:rPr>
              <a:t>Año actual: 2022</a:t>
            </a:r>
          </a:p>
          <a:p>
            <a:pPr marL="285750" indent="-285750">
              <a:buFont typeface="Arial" panose="020B0604020202020204" pitchFamily="34" charset="0"/>
              <a:buChar char="•"/>
            </a:pPr>
            <a:r>
              <a:rPr lang="es-CO" dirty="0">
                <a:latin typeface="Work Sans" pitchFamily="2" charset="0"/>
              </a:rPr>
              <a:t>Fecha de actualización: 2021-01-05</a:t>
            </a:r>
          </a:p>
          <a:p>
            <a:pPr marL="285750" indent="-285750">
              <a:buFont typeface="Arial" panose="020B0604020202020204" pitchFamily="34" charset="0"/>
              <a:buChar char="•"/>
            </a:pPr>
            <a:r>
              <a:rPr lang="es-CO" dirty="0">
                <a:latin typeface="Work Sans" pitchFamily="2" charset="0"/>
              </a:rPr>
              <a:t>Fuente de información: MIPG</a:t>
            </a:r>
          </a:p>
        </p:txBody>
      </p:sp>
      <p:sp>
        <p:nvSpPr>
          <p:cNvPr id="12" name="CuadroTexto 11">
            <a:extLst>
              <a:ext uri="{FF2B5EF4-FFF2-40B4-BE49-F238E27FC236}">
                <a16:creationId xmlns:a16="http://schemas.microsoft.com/office/drawing/2014/main" id="{60626031-0083-4AB6-80D0-C91E3E63B504}"/>
              </a:ext>
            </a:extLst>
          </p:cNvPr>
          <p:cNvSpPr txBox="1"/>
          <p:nvPr/>
        </p:nvSpPr>
        <p:spPr>
          <a:xfrm>
            <a:off x="1325476" y="4756629"/>
            <a:ext cx="7395788" cy="307777"/>
          </a:xfrm>
          <a:prstGeom prst="rect">
            <a:avLst/>
          </a:prstGeom>
          <a:noFill/>
        </p:spPr>
        <p:txBody>
          <a:bodyPr wrap="square" rtlCol="0">
            <a:spAutoFit/>
          </a:bodyPr>
          <a:lstStyle/>
          <a:p>
            <a:r>
              <a:rPr lang="es-CO" dirty="0">
                <a:latin typeface="Work Sans" pitchFamily="2" charset="0"/>
              </a:rPr>
              <a:t>Permite darle sentido a los datos y analizarlos en un contexto especifico.</a:t>
            </a:r>
          </a:p>
        </p:txBody>
      </p:sp>
    </p:spTree>
    <p:extLst>
      <p:ext uri="{BB962C8B-B14F-4D97-AF65-F5344CB8AC3E}">
        <p14:creationId xmlns:p14="http://schemas.microsoft.com/office/powerpoint/2010/main" val="4131469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Datos – Información – Decisiones</a:t>
            </a:r>
          </a:p>
        </p:txBody>
      </p:sp>
      <p:sp>
        <p:nvSpPr>
          <p:cNvPr id="21" name="Rectángulo 20">
            <a:extLst>
              <a:ext uri="{FF2B5EF4-FFF2-40B4-BE49-F238E27FC236}">
                <a16:creationId xmlns:a16="http://schemas.microsoft.com/office/drawing/2014/main" id="{59C7A830-D981-4F22-B1A8-3EA0172CCFF4}"/>
              </a:ext>
            </a:extLst>
          </p:cNvPr>
          <p:cNvSpPr/>
          <p:nvPr/>
        </p:nvSpPr>
        <p:spPr>
          <a:xfrm>
            <a:off x="1115081" y="1846437"/>
            <a:ext cx="2010403" cy="99442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r>
              <a:rPr lang="es-CO" dirty="0">
                <a:solidFill>
                  <a:schemeClr val="bg1"/>
                </a:solidFill>
                <a:latin typeface="Work Sans" pitchFamily="2" charset="0"/>
                <a:sym typeface="Work Sans"/>
              </a:rPr>
              <a:t>Datos</a:t>
            </a:r>
          </a:p>
        </p:txBody>
      </p:sp>
      <p:sp>
        <p:nvSpPr>
          <p:cNvPr id="22" name="Rectángulo 21">
            <a:extLst>
              <a:ext uri="{FF2B5EF4-FFF2-40B4-BE49-F238E27FC236}">
                <a16:creationId xmlns:a16="http://schemas.microsoft.com/office/drawing/2014/main" id="{CD7AEFEF-B30C-4990-B436-BA6289A8A666}"/>
              </a:ext>
            </a:extLst>
          </p:cNvPr>
          <p:cNvSpPr/>
          <p:nvPr/>
        </p:nvSpPr>
        <p:spPr>
          <a:xfrm>
            <a:off x="1115081" y="3458817"/>
            <a:ext cx="2010403" cy="99442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endParaRPr lang="es-CO" dirty="0">
              <a:solidFill>
                <a:schemeClr val="bg1"/>
              </a:solidFill>
              <a:latin typeface="Work Sans" pitchFamily="2" charset="0"/>
              <a:sym typeface="Work Sans"/>
            </a:endParaRPr>
          </a:p>
          <a:p>
            <a:pPr indent="-6350" algn="ctr">
              <a:lnSpc>
                <a:spcPct val="120000"/>
              </a:lnSpc>
              <a:spcBef>
                <a:spcPts val="200"/>
              </a:spcBef>
              <a:spcAft>
                <a:spcPts val="600"/>
              </a:spcAft>
              <a:buClr>
                <a:srgbClr val="0066CD"/>
              </a:buClr>
              <a:buSzPts val="1100"/>
            </a:pPr>
            <a:r>
              <a:rPr lang="es-CO" dirty="0">
                <a:solidFill>
                  <a:schemeClr val="bg1"/>
                </a:solidFill>
                <a:latin typeface="Work Sans" pitchFamily="2" charset="0"/>
                <a:sym typeface="Work Sans"/>
              </a:rPr>
              <a:t>Información</a:t>
            </a:r>
          </a:p>
          <a:p>
            <a:pPr algn="ctr"/>
            <a:endParaRPr lang="es-CO" dirty="0">
              <a:latin typeface="Work Sans" pitchFamily="2" charset="0"/>
            </a:endParaRPr>
          </a:p>
        </p:txBody>
      </p:sp>
      <p:sp>
        <p:nvSpPr>
          <p:cNvPr id="25" name="Rectángulo 24">
            <a:extLst>
              <a:ext uri="{FF2B5EF4-FFF2-40B4-BE49-F238E27FC236}">
                <a16:creationId xmlns:a16="http://schemas.microsoft.com/office/drawing/2014/main" id="{DA4912B1-2F28-47E2-B335-71A8C03430A0}"/>
              </a:ext>
            </a:extLst>
          </p:cNvPr>
          <p:cNvSpPr/>
          <p:nvPr/>
        </p:nvSpPr>
        <p:spPr>
          <a:xfrm>
            <a:off x="4840410" y="1588231"/>
            <a:ext cx="4195283" cy="1252635"/>
          </a:xfrm>
          <a:prstGeom prst="rect">
            <a:avLst/>
          </a:prstGeom>
          <a:solidFill>
            <a:srgbClr val="FF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¿Pasivo?</a:t>
            </a:r>
          </a:p>
          <a:p>
            <a:pPr algn="ctr"/>
            <a:endParaRPr lang="es-CO" dirty="0">
              <a:latin typeface="Work Sans" pitchFamily="2" charset="0"/>
            </a:endParaRPr>
          </a:p>
          <a:p>
            <a:pPr algn="ctr"/>
            <a:r>
              <a:rPr lang="es-CO" dirty="0">
                <a:latin typeface="Work Sans" pitchFamily="2" charset="0"/>
              </a:rPr>
              <a:t>Solo almaceno / muestro información: Tableros, Presentaciones, Informes, …</a:t>
            </a:r>
          </a:p>
        </p:txBody>
      </p:sp>
      <p:pic>
        <p:nvPicPr>
          <p:cNvPr id="32" name="Gráfico 67" descr="Piezas de rompecabezas">
            <a:extLst>
              <a:ext uri="{FF2B5EF4-FFF2-40B4-BE49-F238E27FC236}">
                <a16:creationId xmlns:a16="http://schemas.microsoft.com/office/drawing/2014/main" id="{D0CAC486-20AD-4FC7-AC0F-8C939DF9FE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307" y="3397654"/>
            <a:ext cx="1108862" cy="1108862"/>
          </a:xfrm>
          <a:prstGeom prst="rect">
            <a:avLst/>
          </a:prstGeom>
        </p:spPr>
      </p:pic>
      <p:pic>
        <p:nvPicPr>
          <p:cNvPr id="33" name="Imagen 32">
            <a:extLst>
              <a:ext uri="{FF2B5EF4-FFF2-40B4-BE49-F238E27FC236}">
                <a16:creationId xmlns:a16="http://schemas.microsoft.com/office/drawing/2014/main" id="{804B9879-939B-4F5A-B40B-4B623BF6A20B}"/>
              </a:ext>
            </a:extLst>
          </p:cNvPr>
          <p:cNvPicPr>
            <a:picLocks noChangeAspect="1"/>
          </p:cNvPicPr>
          <p:nvPr/>
        </p:nvPicPr>
        <p:blipFill>
          <a:blip r:embed="rId5"/>
          <a:stretch>
            <a:fillRect/>
          </a:stretch>
        </p:blipFill>
        <p:spPr>
          <a:xfrm>
            <a:off x="367972" y="2035590"/>
            <a:ext cx="634651" cy="616121"/>
          </a:xfrm>
          <a:prstGeom prst="rect">
            <a:avLst/>
          </a:prstGeom>
        </p:spPr>
      </p:pic>
      <p:pic>
        <p:nvPicPr>
          <p:cNvPr id="36" name="Gráfico 39" descr="Presentación con elemento multimedia">
            <a:extLst>
              <a:ext uri="{FF2B5EF4-FFF2-40B4-BE49-F238E27FC236}">
                <a16:creationId xmlns:a16="http://schemas.microsoft.com/office/drawing/2014/main" id="{D29A63CD-41D3-4355-AFBE-0F4594848A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69158" y="1754647"/>
            <a:ext cx="1007492" cy="1007492"/>
          </a:xfrm>
          <a:prstGeom prst="rect">
            <a:avLst/>
          </a:prstGeom>
        </p:spPr>
      </p:pic>
      <p:cxnSp>
        <p:nvCxnSpPr>
          <p:cNvPr id="5" name="Conector recto de flecha 4">
            <a:extLst>
              <a:ext uri="{FF2B5EF4-FFF2-40B4-BE49-F238E27FC236}">
                <a16:creationId xmlns:a16="http://schemas.microsoft.com/office/drawing/2014/main" id="{F14C7CDC-AF1F-4E1A-8491-25520FE9589B}"/>
              </a:ext>
            </a:extLst>
          </p:cNvPr>
          <p:cNvCxnSpPr>
            <a:cxnSpLocks/>
            <a:stCxn id="21" idx="2"/>
            <a:endCxn id="22" idx="0"/>
          </p:cNvCxnSpPr>
          <p:nvPr/>
        </p:nvCxnSpPr>
        <p:spPr>
          <a:xfrm>
            <a:off x="2120283" y="2840866"/>
            <a:ext cx="0" cy="617951"/>
          </a:xfrm>
          <a:prstGeom prst="straightConnector1">
            <a:avLst/>
          </a:prstGeom>
          <a:ln w="66675">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1DD8A80B-D441-4DD6-8AC9-932CB0016AE3}"/>
              </a:ext>
            </a:extLst>
          </p:cNvPr>
          <p:cNvCxnSpPr>
            <a:cxnSpLocks/>
          </p:cNvCxnSpPr>
          <p:nvPr/>
        </p:nvCxnSpPr>
        <p:spPr>
          <a:xfrm flipV="1">
            <a:off x="3125484" y="2762139"/>
            <a:ext cx="1714926" cy="1261665"/>
          </a:xfrm>
          <a:prstGeom prst="straightConnector1">
            <a:avLst/>
          </a:prstGeom>
          <a:ln w="66675">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773ED2C7-EC97-4047-9363-7B4655F75235}"/>
              </a:ext>
            </a:extLst>
          </p:cNvPr>
          <p:cNvSpPr txBox="1"/>
          <p:nvPr/>
        </p:nvSpPr>
        <p:spPr>
          <a:xfrm>
            <a:off x="5130075" y="3039287"/>
            <a:ext cx="3615953" cy="1600438"/>
          </a:xfrm>
          <a:prstGeom prst="rect">
            <a:avLst/>
          </a:prstGeom>
          <a:noFill/>
        </p:spPr>
        <p:txBody>
          <a:bodyPr wrap="square" rtlCol="0">
            <a:spAutoFit/>
          </a:bodyPr>
          <a:lstStyle/>
          <a:p>
            <a:r>
              <a:rPr lang="es-CO" dirty="0">
                <a:latin typeface="Work Sans" pitchFamily="2" charset="0"/>
              </a:rPr>
              <a:t>Costos:</a:t>
            </a:r>
          </a:p>
          <a:p>
            <a:endParaRPr lang="es-CO" dirty="0">
              <a:latin typeface="Work Sans" pitchFamily="2" charset="0"/>
            </a:endParaRPr>
          </a:p>
          <a:p>
            <a:pPr marL="285750" indent="-285750">
              <a:buFontTx/>
              <a:buChar char="-"/>
            </a:pPr>
            <a:r>
              <a:rPr lang="es-CO" dirty="0">
                <a:latin typeface="Work Sans" pitchFamily="2" charset="0"/>
              </a:rPr>
              <a:t>Infraestructura</a:t>
            </a:r>
          </a:p>
          <a:p>
            <a:pPr marL="285750" indent="-285750">
              <a:buFontTx/>
              <a:buChar char="-"/>
            </a:pPr>
            <a:r>
              <a:rPr lang="es-CO" dirty="0">
                <a:latin typeface="Work Sans" pitchFamily="2" charset="0"/>
              </a:rPr>
              <a:t>Desarrollo / implementación</a:t>
            </a:r>
          </a:p>
          <a:p>
            <a:pPr marL="285750" indent="-285750">
              <a:buFontTx/>
              <a:buChar char="-"/>
            </a:pPr>
            <a:r>
              <a:rPr lang="es-CO" dirty="0">
                <a:latin typeface="Work Sans" pitchFamily="2" charset="0"/>
              </a:rPr>
              <a:t>Almacenamiento</a:t>
            </a:r>
          </a:p>
          <a:p>
            <a:pPr marL="285750" indent="-285750">
              <a:buFontTx/>
              <a:buChar char="-"/>
            </a:pPr>
            <a:r>
              <a:rPr lang="es-CO" dirty="0">
                <a:latin typeface="Work Sans" pitchFamily="2" charset="0"/>
              </a:rPr>
              <a:t>Procesos</a:t>
            </a:r>
          </a:p>
          <a:p>
            <a:pPr marL="285750" indent="-285750">
              <a:buFontTx/>
              <a:buChar char="-"/>
            </a:pPr>
            <a:r>
              <a:rPr lang="es-CO" dirty="0">
                <a:latin typeface="Work Sans" pitchFamily="2" charset="0"/>
              </a:rPr>
              <a:t>Soporte y mantenimiento</a:t>
            </a:r>
          </a:p>
        </p:txBody>
      </p:sp>
    </p:spTree>
    <p:extLst>
      <p:ext uri="{BB962C8B-B14F-4D97-AF65-F5344CB8AC3E}">
        <p14:creationId xmlns:p14="http://schemas.microsoft.com/office/powerpoint/2010/main" val="3820083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Work Sans" pitchFamily="2" charset="0"/>
            </a:endParaRPr>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Datos – Información – Decisiones</a:t>
            </a:r>
          </a:p>
        </p:txBody>
      </p:sp>
      <p:sp>
        <p:nvSpPr>
          <p:cNvPr id="21" name="Rectángulo 20">
            <a:extLst>
              <a:ext uri="{FF2B5EF4-FFF2-40B4-BE49-F238E27FC236}">
                <a16:creationId xmlns:a16="http://schemas.microsoft.com/office/drawing/2014/main" id="{59C7A830-D981-4F22-B1A8-3EA0172CCFF4}"/>
              </a:ext>
            </a:extLst>
          </p:cNvPr>
          <p:cNvSpPr/>
          <p:nvPr/>
        </p:nvSpPr>
        <p:spPr>
          <a:xfrm>
            <a:off x="1115081" y="1548893"/>
            <a:ext cx="2010403" cy="99442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r>
              <a:rPr lang="es-CO" dirty="0">
                <a:solidFill>
                  <a:schemeClr val="bg1"/>
                </a:solidFill>
                <a:latin typeface="Work Sans" pitchFamily="2" charset="0"/>
                <a:sym typeface="Work Sans"/>
              </a:rPr>
              <a:t>Datos</a:t>
            </a:r>
          </a:p>
        </p:txBody>
      </p:sp>
      <p:sp>
        <p:nvSpPr>
          <p:cNvPr id="22" name="Rectángulo 21">
            <a:extLst>
              <a:ext uri="{FF2B5EF4-FFF2-40B4-BE49-F238E27FC236}">
                <a16:creationId xmlns:a16="http://schemas.microsoft.com/office/drawing/2014/main" id="{CD7AEFEF-B30C-4990-B436-BA6289A8A666}"/>
              </a:ext>
            </a:extLst>
          </p:cNvPr>
          <p:cNvSpPr/>
          <p:nvPr/>
        </p:nvSpPr>
        <p:spPr>
          <a:xfrm>
            <a:off x="1115081" y="3161273"/>
            <a:ext cx="2010403" cy="99442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indent="-6350" algn="ctr">
              <a:lnSpc>
                <a:spcPct val="120000"/>
              </a:lnSpc>
              <a:spcBef>
                <a:spcPts val="200"/>
              </a:spcBef>
              <a:spcAft>
                <a:spcPts val="600"/>
              </a:spcAft>
              <a:buClr>
                <a:srgbClr val="0066CD"/>
              </a:buClr>
              <a:buSzPts val="1100"/>
            </a:pPr>
            <a:endParaRPr lang="es-CO" dirty="0">
              <a:solidFill>
                <a:schemeClr val="bg1"/>
              </a:solidFill>
              <a:latin typeface="Work Sans" pitchFamily="2" charset="0"/>
              <a:sym typeface="Work Sans"/>
            </a:endParaRPr>
          </a:p>
          <a:p>
            <a:pPr indent="-6350" algn="ctr">
              <a:lnSpc>
                <a:spcPct val="120000"/>
              </a:lnSpc>
              <a:spcBef>
                <a:spcPts val="200"/>
              </a:spcBef>
              <a:spcAft>
                <a:spcPts val="600"/>
              </a:spcAft>
              <a:buClr>
                <a:srgbClr val="0066CD"/>
              </a:buClr>
              <a:buSzPts val="1100"/>
            </a:pPr>
            <a:r>
              <a:rPr lang="es-CO" dirty="0">
                <a:solidFill>
                  <a:schemeClr val="bg1"/>
                </a:solidFill>
                <a:latin typeface="Work Sans" pitchFamily="2" charset="0"/>
                <a:sym typeface="Work Sans"/>
              </a:rPr>
              <a:t>Información</a:t>
            </a:r>
          </a:p>
          <a:p>
            <a:pPr algn="ctr"/>
            <a:endParaRPr lang="es-CO" dirty="0">
              <a:latin typeface="Work Sans" pitchFamily="2" charset="0"/>
            </a:endParaRPr>
          </a:p>
        </p:txBody>
      </p:sp>
      <p:sp>
        <p:nvSpPr>
          <p:cNvPr id="25" name="Rectángulo 24">
            <a:extLst>
              <a:ext uri="{FF2B5EF4-FFF2-40B4-BE49-F238E27FC236}">
                <a16:creationId xmlns:a16="http://schemas.microsoft.com/office/drawing/2014/main" id="{DA4912B1-2F28-47E2-B335-71A8C03430A0}"/>
              </a:ext>
            </a:extLst>
          </p:cNvPr>
          <p:cNvSpPr/>
          <p:nvPr/>
        </p:nvSpPr>
        <p:spPr>
          <a:xfrm>
            <a:off x="4840410" y="1290687"/>
            <a:ext cx="4195283" cy="1252635"/>
          </a:xfrm>
          <a:prstGeom prst="rect">
            <a:avLst/>
          </a:prstGeom>
          <a:solidFill>
            <a:srgbClr val="FF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¿Pasivo?</a:t>
            </a:r>
          </a:p>
          <a:p>
            <a:pPr algn="ctr"/>
            <a:endParaRPr lang="es-CO" dirty="0">
              <a:latin typeface="Work Sans" pitchFamily="2" charset="0"/>
            </a:endParaRPr>
          </a:p>
          <a:p>
            <a:pPr algn="ctr"/>
            <a:r>
              <a:rPr lang="es-CO" dirty="0">
                <a:latin typeface="Work Sans" pitchFamily="2" charset="0"/>
              </a:rPr>
              <a:t>Solo almaceno / muestro información: Tableros, Presentaciones, Informes, …</a:t>
            </a:r>
          </a:p>
        </p:txBody>
      </p:sp>
      <p:sp>
        <p:nvSpPr>
          <p:cNvPr id="29" name="Rectángulo 28">
            <a:extLst>
              <a:ext uri="{FF2B5EF4-FFF2-40B4-BE49-F238E27FC236}">
                <a16:creationId xmlns:a16="http://schemas.microsoft.com/office/drawing/2014/main" id="{5EE3D29C-8741-44B6-BF4C-55C74CDEB466}"/>
              </a:ext>
            </a:extLst>
          </p:cNvPr>
          <p:cNvSpPr/>
          <p:nvPr/>
        </p:nvSpPr>
        <p:spPr>
          <a:xfrm>
            <a:off x="4873146" y="3100110"/>
            <a:ext cx="4162547" cy="1291706"/>
          </a:xfrm>
          <a:prstGeom prst="rect">
            <a:avLst/>
          </a:prstGeom>
          <a:solidFill>
            <a:srgbClr val="3DBC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¿Activo?</a:t>
            </a:r>
          </a:p>
          <a:p>
            <a:pPr algn="ctr"/>
            <a:endParaRPr lang="es-CO" dirty="0">
              <a:latin typeface="Work Sans" pitchFamily="2" charset="0"/>
            </a:endParaRPr>
          </a:p>
          <a:p>
            <a:pPr algn="ctr"/>
            <a:r>
              <a:rPr lang="es-CO" dirty="0">
                <a:latin typeface="Work Sans" pitchFamily="2" charset="0"/>
              </a:rPr>
              <a:t>Transformo la organización y al ciudadano desde las </a:t>
            </a:r>
            <a:r>
              <a:rPr lang="es-CO" sz="1600" b="1" dirty="0">
                <a:latin typeface="Work Sans" pitchFamily="2" charset="0"/>
              </a:rPr>
              <a:t>Decisiones -&gt; Acciones</a:t>
            </a:r>
            <a:endParaRPr lang="es-CO" b="1" dirty="0">
              <a:latin typeface="Work Sans" pitchFamily="2" charset="0"/>
            </a:endParaRPr>
          </a:p>
        </p:txBody>
      </p:sp>
      <p:pic>
        <p:nvPicPr>
          <p:cNvPr id="32" name="Gráfico 67" descr="Piezas de rompecabezas">
            <a:extLst>
              <a:ext uri="{FF2B5EF4-FFF2-40B4-BE49-F238E27FC236}">
                <a16:creationId xmlns:a16="http://schemas.microsoft.com/office/drawing/2014/main" id="{D0CAC486-20AD-4FC7-AC0F-8C939DF9FE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307" y="3100110"/>
            <a:ext cx="1108862" cy="1108862"/>
          </a:xfrm>
          <a:prstGeom prst="rect">
            <a:avLst/>
          </a:prstGeom>
        </p:spPr>
      </p:pic>
      <p:pic>
        <p:nvPicPr>
          <p:cNvPr id="33" name="Imagen 32">
            <a:extLst>
              <a:ext uri="{FF2B5EF4-FFF2-40B4-BE49-F238E27FC236}">
                <a16:creationId xmlns:a16="http://schemas.microsoft.com/office/drawing/2014/main" id="{804B9879-939B-4F5A-B40B-4B623BF6A20B}"/>
              </a:ext>
            </a:extLst>
          </p:cNvPr>
          <p:cNvPicPr>
            <a:picLocks noChangeAspect="1"/>
          </p:cNvPicPr>
          <p:nvPr/>
        </p:nvPicPr>
        <p:blipFill>
          <a:blip r:embed="rId5"/>
          <a:stretch>
            <a:fillRect/>
          </a:stretch>
        </p:blipFill>
        <p:spPr>
          <a:xfrm>
            <a:off x="367972" y="1738046"/>
            <a:ext cx="634651" cy="616121"/>
          </a:xfrm>
          <a:prstGeom prst="rect">
            <a:avLst/>
          </a:prstGeom>
        </p:spPr>
      </p:pic>
      <p:pic>
        <p:nvPicPr>
          <p:cNvPr id="36" name="Gráfico 39" descr="Presentación con elemento multimedia">
            <a:extLst>
              <a:ext uri="{FF2B5EF4-FFF2-40B4-BE49-F238E27FC236}">
                <a16:creationId xmlns:a16="http://schemas.microsoft.com/office/drawing/2014/main" id="{D29A63CD-41D3-4355-AFBE-0F4594848A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69158" y="1457103"/>
            <a:ext cx="1007492" cy="1007492"/>
          </a:xfrm>
          <a:prstGeom prst="rect">
            <a:avLst/>
          </a:prstGeom>
        </p:spPr>
      </p:pic>
      <p:pic>
        <p:nvPicPr>
          <p:cNvPr id="37" name="Gráfico 62" descr="Red social">
            <a:extLst>
              <a:ext uri="{FF2B5EF4-FFF2-40B4-BE49-F238E27FC236}">
                <a16:creationId xmlns:a16="http://schemas.microsoft.com/office/drawing/2014/main" id="{BD602575-0F5F-4B07-9EB0-DC7C9A7481E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69158" y="3202948"/>
            <a:ext cx="1007492" cy="1007492"/>
          </a:xfrm>
          <a:prstGeom prst="rect">
            <a:avLst/>
          </a:prstGeom>
        </p:spPr>
      </p:pic>
      <p:cxnSp>
        <p:nvCxnSpPr>
          <p:cNvPr id="5" name="Conector recto de flecha 4">
            <a:extLst>
              <a:ext uri="{FF2B5EF4-FFF2-40B4-BE49-F238E27FC236}">
                <a16:creationId xmlns:a16="http://schemas.microsoft.com/office/drawing/2014/main" id="{F14C7CDC-AF1F-4E1A-8491-25520FE9589B}"/>
              </a:ext>
            </a:extLst>
          </p:cNvPr>
          <p:cNvCxnSpPr>
            <a:cxnSpLocks/>
            <a:stCxn id="21" idx="2"/>
            <a:endCxn id="22" idx="0"/>
          </p:cNvCxnSpPr>
          <p:nvPr/>
        </p:nvCxnSpPr>
        <p:spPr>
          <a:xfrm>
            <a:off x="2120283" y="2543322"/>
            <a:ext cx="0" cy="617951"/>
          </a:xfrm>
          <a:prstGeom prst="straightConnector1">
            <a:avLst/>
          </a:prstGeom>
          <a:ln w="66675">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1DD8A80B-D441-4DD6-8AC9-932CB0016AE3}"/>
              </a:ext>
            </a:extLst>
          </p:cNvPr>
          <p:cNvCxnSpPr>
            <a:cxnSpLocks/>
          </p:cNvCxnSpPr>
          <p:nvPr/>
        </p:nvCxnSpPr>
        <p:spPr>
          <a:xfrm>
            <a:off x="3300497" y="2852297"/>
            <a:ext cx="1179354" cy="0"/>
          </a:xfrm>
          <a:prstGeom prst="straightConnector1">
            <a:avLst/>
          </a:prstGeom>
          <a:ln w="66675">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CC07E8E-633C-45A9-A35C-87E9959954C9}"/>
              </a:ext>
            </a:extLst>
          </p:cNvPr>
          <p:cNvSpPr txBox="1"/>
          <p:nvPr/>
        </p:nvSpPr>
        <p:spPr>
          <a:xfrm>
            <a:off x="874106" y="4727604"/>
            <a:ext cx="7395788" cy="307777"/>
          </a:xfrm>
          <a:prstGeom prst="rect">
            <a:avLst/>
          </a:prstGeom>
          <a:noFill/>
        </p:spPr>
        <p:txBody>
          <a:bodyPr wrap="square" rtlCol="0">
            <a:spAutoFit/>
          </a:bodyPr>
          <a:lstStyle/>
          <a:p>
            <a:pPr algn="ctr"/>
            <a:r>
              <a:rPr lang="es-CO" dirty="0">
                <a:latin typeface="Work Sans" pitchFamily="2" charset="0"/>
              </a:rPr>
              <a:t>Decisiones que generen acciones logrando bienestar y competitividad</a:t>
            </a:r>
          </a:p>
        </p:txBody>
      </p:sp>
    </p:spTree>
    <p:extLst>
      <p:ext uri="{BB962C8B-B14F-4D97-AF65-F5344CB8AC3E}">
        <p14:creationId xmlns:p14="http://schemas.microsoft.com/office/powerpoint/2010/main" val="778678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BI: Importancia</a:t>
            </a:r>
          </a:p>
        </p:txBody>
      </p:sp>
      <p:sp>
        <p:nvSpPr>
          <p:cNvPr id="12" name="Rectángulo 11">
            <a:extLst>
              <a:ext uri="{FF2B5EF4-FFF2-40B4-BE49-F238E27FC236}">
                <a16:creationId xmlns:a16="http://schemas.microsoft.com/office/drawing/2014/main" id="{C4EFC6F5-2110-45EB-87E6-90D57C2E0B68}"/>
              </a:ext>
            </a:extLst>
          </p:cNvPr>
          <p:cNvSpPr/>
          <p:nvPr/>
        </p:nvSpPr>
        <p:spPr>
          <a:xfrm>
            <a:off x="3562350" y="1621200"/>
            <a:ext cx="5302477" cy="2308324"/>
          </a:xfrm>
          <a:prstGeom prst="rect">
            <a:avLst/>
          </a:prstGeom>
        </p:spPr>
        <p:txBody>
          <a:bodyPr wrap="square">
            <a:spAutoFit/>
          </a:bodyPr>
          <a:lstStyle/>
          <a:p>
            <a:pPr marL="285750" indent="-285750">
              <a:buFont typeface="Arial" panose="020B0604020202020204" pitchFamily="34" charset="0"/>
              <a:buChar char="•"/>
            </a:pPr>
            <a:r>
              <a:rPr lang="es-CO" sz="1600" dirty="0">
                <a:latin typeface="Work Sans" pitchFamily="2" charset="0"/>
              </a:rPr>
              <a:t>Unificar fuentes y conceptos de información</a:t>
            </a:r>
          </a:p>
          <a:p>
            <a:pPr marL="285750" indent="-285750">
              <a:buFont typeface="Arial" panose="020B0604020202020204" pitchFamily="34" charset="0"/>
              <a:buChar char="•"/>
            </a:pPr>
            <a:r>
              <a:rPr lang="es-CO" sz="1600" dirty="0">
                <a:latin typeface="Work Sans" pitchFamily="2" charset="0"/>
              </a:rPr>
              <a:t>Tener una única verdad</a:t>
            </a:r>
          </a:p>
          <a:p>
            <a:pPr marL="285750" indent="-285750">
              <a:buFont typeface="Arial" panose="020B0604020202020204" pitchFamily="34" charset="0"/>
              <a:buChar char="•"/>
            </a:pPr>
            <a:r>
              <a:rPr lang="es-CO" sz="1600" dirty="0">
                <a:latin typeface="Work Sans" pitchFamily="2" charset="0"/>
              </a:rPr>
              <a:t>Análisis descriptivos</a:t>
            </a:r>
          </a:p>
          <a:p>
            <a:pPr marL="285750" indent="-285750">
              <a:buFont typeface="Arial" panose="020B0604020202020204" pitchFamily="34" charset="0"/>
              <a:buChar char="•"/>
            </a:pPr>
            <a:r>
              <a:rPr lang="es-CO" sz="1600" dirty="0">
                <a:latin typeface="Work Sans" pitchFamily="2" charset="0"/>
              </a:rPr>
              <a:t>Entender que paso y por qué paso (desde los datos)</a:t>
            </a:r>
          </a:p>
          <a:p>
            <a:pPr marL="285750" indent="-285750">
              <a:buFont typeface="Arial" panose="020B0604020202020204" pitchFamily="34" charset="0"/>
              <a:buChar char="•"/>
            </a:pPr>
            <a:r>
              <a:rPr lang="es-CO" sz="1600" dirty="0">
                <a:latin typeface="Work Sans" pitchFamily="2" charset="0"/>
              </a:rPr>
              <a:t>Medir y mejorar en los distintos procesos</a:t>
            </a:r>
          </a:p>
          <a:p>
            <a:pPr marL="285750" indent="-285750">
              <a:buFont typeface="Arial" panose="020B0604020202020204" pitchFamily="34" charset="0"/>
              <a:buChar char="•"/>
            </a:pPr>
            <a:r>
              <a:rPr lang="es-CO" sz="1600" dirty="0">
                <a:latin typeface="Work Sans" pitchFamily="2" charset="0"/>
              </a:rPr>
              <a:t>Identificación de oportunidades</a:t>
            </a:r>
          </a:p>
          <a:p>
            <a:pPr marL="285750" indent="-285750">
              <a:buFont typeface="Arial" panose="020B0604020202020204" pitchFamily="34" charset="0"/>
              <a:buChar char="•"/>
            </a:pPr>
            <a:r>
              <a:rPr lang="es-CO" sz="1600" dirty="0">
                <a:latin typeface="Work Sans" pitchFamily="2" charset="0"/>
              </a:rPr>
              <a:t>Fuente para la automatización de decisiones</a:t>
            </a:r>
          </a:p>
          <a:p>
            <a:pPr marL="285750" indent="-285750">
              <a:buFont typeface="Arial" panose="020B0604020202020204" pitchFamily="34" charset="0"/>
              <a:buChar char="•"/>
            </a:pPr>
            <a:r>
              <a:rPr lang="es-CO" sz="1600" dirty="0">
                <a:latin typeface="Work Sans" pitchFamily="2" charset="0"/>
              </a:rPr>
              <a:t>Uso de los datos … Pasivo -&gt; Activo</a:t>
            </a:r>
          </a:p>
        </p:txBody>
      </p:sp>
      <p:pic>
        <p:nvPicPr>
          <p:cNvPr id="7170" name="Picture 2">
            <a:extLst>
              <a:ext uri="{FF2B5EF4-FFF2-40B4-BE49-F238E27FC236}">
                <a16:creationId xmlns:a16="http://schemas.microsoft.com/office/drawing/2014/main" id="{5F49D72B-861B-4248-AA57-AA35DAB2B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315" y="1582124"/>
            <a:ext cx="2663473" cy="2663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476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BI: Ejemplos de Tableros</a:t>
            </a:r>
          </a:p>
        </p:txBody>
      </p:sp>
      <p:pic>
        <p:nvPicPr>
          <p:cNvPr id="4" name="Imagen 3">
            <a:extLst>
              <a:ext uri="{FF2B5EF4-FFF2-40B4-BE49-F238E27FC236}">
                <a16:creationId xmlns:a16="http://schemas.microsoft.com/office/drawing/2014/main" id="{93E8DC3C-F0A8-4EB0-9E5F-F227CDE69651}"/>
              </a:ext>
            </a:extLst>
          </p:cNvPr>
          <p:cNvPicPr>
            <a:picLocks noChangeAspect="1"/>
          </p:cNvPicPr>
          <p:nvPr/>
        </p:nvPicPr>
        <p:blipFill>
          <a:blip r:embed="rId3"/>
          <a:stretch>
            <a:fillRect/>
          </a:stretch>
        </p:blipFill>
        <p:spPr>
          <a:xfrm>
            <a:off x="89271" y="1250485"/>
            <a:ext cx="6273429" cy="3599078"/>
          </a:xfrm>
          <a:prstGeom prst="rect">
            <a:avLst/>
          </a:prstGeom>
        </p:spPr>
      </p:pic>
      <p:sp>
        <p:nvSpPr>
          <p:cNvPr id="5" name="CuadroTexto 4">
            <a:extLst>
              <a:ext uri="{FF2B5EF4-FFF2-40B4-BE49-F238E27FC236}">
                <a16:creationId xmlns:a16="http://schemas.microsoft.com/office/drawing/2014/main" id="{D705CA36-26FE-4781-88C9-10ED705CFE5F}"/>
              </a:ext>
            </a:extLst>
          </p:cNvPr>
          <p:cNvSpPr txBox="1"/>
          <p:nvPr/>
        </p:nvSpPr>
        <p:spPr>
          <a:xfrm>
            <a:off x="6781800" y="2451087"/>
            <a:ext cx="1943100" cy="1169551"/>
          </a:xfrm>
          <a:prstGeom prst="rect">
            <a:avLst/>
          </a:prstGeom>
          <a:noFill/>
        </p:spPr>
        <p:txBody>
          <a:bodyPr wrap="square" rtlCol="0">
            <a:spAutoFit/>
          </a:bodyPr>
          <a:lstStyle/>
          <a:p>
            <a:r>
              <a:rPr lang="es-MX" dirty="0">
                <a:latin typeface="Work Sans" pitchFamily="2" charset="0"/>
              </a:rPr>
              <a:t>Gestión histórica de radicados y asignaciones en la Alcaldía Local de Suba – Bogotá D.C.</a:t>
            </a:r>
            <a:endParaRPr lang="es-CO" dirty="0">
              <a:latin typeface="Work Sans" pitchFamily="2" charset="0"/>
            </a:endParaRPr>
          </a:p>
        </p:txBody>
      </p:sp>
      <p:sp>
        <p:nvSpPr>
          <p:cNvPr id="7" name="CuadroTexto 6">
            <a:extLst>
              <a:ext uri="{FF2B5EF4-FFF2-40B4-BE49-F238E27FC236}">
                <a16:creationId xmlns:a16="http://schemas.microsoft.com/office/drawing/2014/main" id="{349D8449-D3EC-4C7E-9F9F-2D05F6886D35}"/>
              </a:ext>
            </a:extLst>
          </p:cNvPr>
          <p:cNvSpPr txBox="1"/>
          <p:nvPr/>
        </p:nvSpPr>
        <p:spPr>
          <a:xfrm>
            <a:off x="198119" y="4849563"/>
            <a:ext cx="8410311" cy="215444"/>
          </a:xfrm>
          <a:prstGeom prst="rect">
            <a:avLst/>
          </a:prstGeom>
          <a:noFill/>
        </p:spPr>
        <p:txBody>
          <a:bodyPr wrap="square">
            <a:spAutoFit/>
          </a:bodyPr>
          <a:lstStyle/>
          <a:p>
            <a:r>
              <a:rPr lang="es-CO" sz="800" b="0" i="1" dirty="0">
                <a:solidFill>
                  <a:srgbClr val="3A3A3A"/>
                </a:solidFill>
                <a:effectLst/>
                <a:latin typeface="Work Sans" pitchFamily="2" charset="0"/>
              </a:rPr>
              <a:t>Tableros de seguimiento a la gestión. (s.f.) Recuperado de https://www.gobiernobogota.gov.co/</a:t>
            </a:r>
            <a:endParaRPr lang="es-CO" sz="800" dirty="0">
              <a:latin typeface="Work Sans" pitchFamily="2" charset="0"/>
            </a:endParaRPr>
          </a:p>
        </p:txBody>
      </p:sp>
    </p:spTree>
    <p:extLst>
      <p:ext uri="{BB962C8B-B14F-4D97-AF65-F5344CB8AC3E}">
        <p14:creationId xmlns:p14="http://schemas.microsoft.com/office/powerpoint/2010/main" val="2787923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BI: Ejemplos de Tableros</a:t>
            </a:r>
          </a:p>
        </p:txBody>
      </p:sp>
      <p:sp>
        <p:nvSpPr>
          <p:cNvPr id="11" name="CuadroTexto 10">
            <a:extLst>
              <a:ext uri="{FF2B5EF4-FFF2-40B4-BE49-F238E27FC236}">
                <a16:creationId xmlns:a16="http://schemas.microsoft.com/office/drawing/2014/main" id="{2A27BD5E-ECA8-458F-817E-6B4791A2F4D7}"/>
              </a:ext>
            </a:extLst>
          </p:cNvPr>
          <p:cNvSpPr txBox="1"/>
          <p:nvPr/>
        </p:nvSpPr>
        <p:spPr>
          <a:xfrm>
            <a:off x="4572000" y="2503943"/>
            <a:ext cx="4415407" cy="523220"/>
          </a:xfrm>
          <a:prstGeom prst="rect">
            <a:avLst/>
          </a:prstGeom>
          <a:noFill/>
        </p:spPr>
        <p:txBody>
          <a:bodyPr wrap="square" rtlCol="0">
            <a:spAutoFit/>
          </a:bodyPr>
          <a:lstStyle/>
          <a:p>
            <a:r>
              <a:rPr lang="es-MX" dirty="0">
                <a:latin typeface="Work Sans" pitchFamily="2" charset="0"/>
              </a:rPr>
              <a:t>Análisis general de la criminalidad – casos de Homicidio en el municipio de Medellín.</a:t>
            </a:r>
            <a:endParaRPr lang="es-CO" dirty="0">
              <a:latin typeface="Work Sans" pitchFamily="2" charset="0"/>
            </a:endParaRPr>
          </a:p>
        </p:txBody>
      </p:sp>
      <p:sp>
        <p:nvSpPr>
          <p:cNvPr id="6" name="CuadroTexto 5">
            <a:extLst>
              <a:ext uri="{FF2B5EF4-FFF2-40B4-BE49-F238E27FC236}">
                <a16:creationId xmlns:a16="http://schemas.microsoft.com/office/drawing/2014/main" id="{59BA3C4B-C4D6-48AE-B23A-A07CFC1F9134}"/>
              </a:ext>
            </a:extLst>
          </p:cNvPr>
          <p:cNvSpPr txBox="1"/>
          <p:nvPr/>
        </p:nvSpPr>
        <p:spPr>
          <a:xfrm>
            <a:off x="449579" y="4935496"/>
            <a:ext cx="3474721" cy="215444"/>
          </a:xfrm>
          <a:prstGeom prst="rect">
            <a:avLst/>
          </a:prstGeom>
          <a:noFill/>
        </p:spPr>
        <p:txBody>
          <a:bodyPr wrap="square">
            <a:spAutoFit/>
          </a:bodyPr>
          <a:lstStyle/>
          <a:p>
            <a:r>
              <a:rPr lang="es-CO" sz="800" b="0" i="1" dirty="0">
                <a:solidFill>
                  <a:srgbClr val="3A3A3A"/>
                </a:solidFill>
                <a:effectLst/>
                <a:latin typeface="Work Sans" pitchFamily="2" charset="0"/>
              </a:rPr>
              <a:t>Tableros de Análisis. (s.f.) Recuperado de http://medata.gov.co/</a:t>
            </a:r>
            <a:endParaRPr lang="es-CO" sz="800" dirty="0">
              <a:latin typeface="Work Sans" pitchFamily="2" charset="0"/>
            </a:endParaRPr>
          </a:p>
        </p:txBody>
      </p:sp>
      <p:pic>
        <p:nvPicPr>
          <p:cNvPr id="5" name="Imagen 4">
            <a:extLst>
              <a:ext uri="{FF2B5EF4-FFF2-40B4-BE49-F238E27FC236}">
                <a16:creationId xmlns:a16="http://schemas.microsoft.com/office/drawing/2014/main" id="{0B03BD7A-A562-4CD5-AF34-34A0C6A5A8C4}"/>
              </a:ext>
            </a:extLst>
          </p:cNvPr>
          <p:cNvPicPr>
            <a:picLocks noChangeAspect="1"/>
          </p:cNvPicPr>
          <p:nvPr/>
        </p:nvPicPr>
        <p:blipFill>
          <a:blip r:embed="rId3"/>
          <a:stretch>
            <a:fillRect/>
          </a:stretch>
        </p:blipFill>
        <p:spPr>
          <a:xfrm>
            <a:off x="449579" y="1169017"/>
            <a:ext cx="3474721" cy="3771344"/>
          </a:xfrm>
          <a:prstGeom prst="rect">
            <a:avLst/>
          </a:prstGeom>
        </p:spPr>
      </p:pic>
    </p:spTree>
    <p:extLst>
      <p:ext uri="{BB962C8B-B14F-4D97-AF65-F5344CB8AC3E}">
        <p14:creationId xmlns:p14="http://schemas.microsoft.com/office/powerpoint/2010/main" val="4125113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ítulo 2">
            <a:extLst>
              <a:ext uri="{FF2B5EF4-FFF2-40B4-BE49-F238E27FC236}">
                <a16:creationId xmlns:a16="http://schemas.microsoft.com/office/drawing/2014/main" id="{6DBDFA89-883C-9A46-A05C-B66BA98BA34B}"/>
              </a:ext>
            </a:extLst>
          </p:cNvPr>
          <p:cNvSpPr>
            <a:spLocks noGrp="1"/>
          </p:cNvSpPr>
          <p:nvPr>
            <p:ph type="title"/>
          </p:nvPr>
        </p:nvSpPr>
        <p:spPr>
          <a:xfrm>
            <a:off x="1" y="1803622"/>
            <a:ext cx="9144000" cy="1529060"/>
          </a:xfrm>
        </p:spPr>
        <p:txBody>
          <a:bodyPr/>
          <a:lstStyle/>
          <a:p>
            <a:pPr algn="ctr">
              <a:lnSpc>
                <a:spcPct val="110000"/>
              </a:lnSpc>
            </a:pPr>
            <a:r>
              <a:rPr lang="es-MX" dirty="0"/>
              <a:t>¿Por qué conocer no es suficiente?</a:t>
            </a:r>
            <a:endParaRPr lang="es-CO" dirty="0"/>
          </a:p>
        </p:txBody>
      </p:sp>
    </p:spTree>
    <p:extLst>
      <p:ext uri="{BB962C8B-B14F-4D97-AF65-F5344CB8AC3E}">
        <p14:creationId xmlns:p14="http://schemas.microsoft.com/office/powerpoint/2010/main" val="183393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Tipos de Analítica</a:t>
            </a:r>
          </a:p>
        </p:txBody>
      </p:sp>
      <p:sp>
        <p:nvSpPr>
          <p:cNvPr id="8" name="Arrow: Chevron 39">
            <a:extLst>
              <a:ext uri="{FF2B5EF4-FFF2-40B4-BE49-F238E27FC236}">
                <a16:creationId xmlns:a16="http://schemas.microsoft.com/office/drawing/2014/main" id="{DADF6AB2-7A14-4432-B7A4-9BB1701EA5D2}"/>
              </a:ext>
            </a:extLst>
          </p:cNvPr>
          <p:cNvSpPr/>
          <p:nvPr/>
        </p:nvSpPr>
        <p:spPr>
          <a:xfrm>
            <a:off x="582951" y="1491817"/>
            <a:ext cx="1810999" cy="629055"/>
          </a:xfrm>
          <a:prstGeom prst="chevron">
            <a:avLst/>
          </a:prstGeom>
          <a:solidFill>
            <a:srgbClr val="484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Descriptiva</a:t>
            </a:r>
          </a:p>
        </p:txBody>
      </p:sp>
      <p:sp>
        <p:nvSpPr>
          <p:cNvPr id="9" name="Arrow: Chevron 40">
            <a:extLst>
              <a:ext uri="{FF2B5EF4-FFF2-40B4-BE49-F238E27FC236}">
                <a16:creationId xmlns:a16="http://schemas.microsoft.com/office/drawing/2014/main" id="{9854EA57-4A85-43B3-8A48-1242404046AB}"/>
              </a:ext>
            </a:extLst>
          </p:cNvPr>
          <p:cNvSpPr/>
          <p:nvPr/>
        </p:nvSpPr>
        <p:spPr>
          <a:xfrm>
            <a:off x="3894188" y="1480444"/>
            <a:ext cx="2292978" cy="629055"/>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1"/>
                </a:solidFill>
                <a:latin typeface="Work Sans" pitchFamily="2" charset="0"/>
              </a:rPr>
              <a:t>Predictiva</a:t>
            </a:r>
          </a:p>
        </p:txBody>
      </p:sp>
      <p:sp>
        <p:nvSpPr>
          <p:cNvPr id="11" name="Arrow: Chevron 41">
            <a:extLst>
              <a:ext uri="{FF2B5EF4-FFF2-40B4-BE49-F238E27FC236}">
                <a16:creationId xmlns:a16="http://schemas.microsoft.com/office/drawing/2014/main" id="{EB109A94-4D7B-4CE6-94A4-6DFFE437973D}"/>
              </a:ext>
            </a:extLst>
          </p:cNvPr>
          <p:cNvSpPr/>
          <p:nvPr/>
        </p:nvSpPr>
        <p:spPr>
          <a:xfrm>
            <a:off x="6081438" y="1491816"/>
            <a:ext cx="2661539" cy="629055"/>
          </a:xfrm>
          <a:prstGeom prst="chevron">
            <a:avLst/>
          </a:prstGeom>
          <a:solidFill>
            <a:srgbClr val="3DBC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Prescriptiva</a:t>
            </a:r>
          </a:p>
        </p:txBody>
      </p:sp>
      <p:sp>
        <p:nvSpPr>
          <p:cNvPr id="12" name="TextBox 42">
            <a:extLst>
              <a:ext uri="{FF2B5EF4-FFF2-40B4-BE49-F238E27FC236}">
                <a16:creationId xmlns:a16="http://schemas.microsoft.com/office/drawing/2014/main" id="{2DB74B87-80AE-446C-A3FF-75A5BBBD7189}"/>
              </a:ext>
            </a:extLst>
          </p:cNvPr>
          <p:cNvSpPr txBox="1"/>
          <p:nvPr/>
        </p:nvSpPr>
        <p:spPr>
          <a:xfrm>
            <a:off x="1376656" y="2263973"/>
            <a:ext cx="1730595" cy="307777"/>
          </a:xfrm>
          <a:prstGeom prst="rect">
            <a:avLst/>
          </a:prstGeom>
          <a:noFill/>
        </p:spPr>
        <p:txBody>
          <a:bodyPr wrap="square" rtlCol="0">
            <a:spAutoFit/>
          </a:bodyPr>
          <a:lstStyle/>
          <a:p>
            <a:r>
              <a:rPr lang="es-CO" b="1" dirty="0">
                <a:latin typeface="Work Sans" pitchFamily="2" charset="0"/>
                <a:cs typeface="Kanit ExtraLight" panose="00000300000000000000" pitchFamily="2" charset="-34"/>
              </a:rPr>
              <a:t>BI + Estadística</a:t>
            </a:r>
          </a:p>
        </p:txBody>
      </p:sp>
      <p:sp>
        <p:nvSpPr>
          <p:cNvPr id="13" name="TextBox 43">
            <a:extLst>
              <a:ext uri="{FF2B5EF4-FFF2-40B4-BE49-F238E27FC236}">
                <a16:creationId xmlns:a16="http://schemas.microsoft.com/office/drawing/2014/main" id="{5916D5CF-ACE9-4B6A-877A-5C568A75394A}"/>
              </a:ext>
            </a:extLst>
          </p:cNvPr>
          <p:cNvSpPr txBox="1"/>
          <p:nvPr/>
        </p:nvSpPr>
        <p:spPr>
          <a:xfrm>
            <a:off x="3894188" y="2250077"/>
            <a:ext cx="2328153" cy="307777"/>
          </a:xfrm>
          <a:prstGeom prst="rect">
            <a:avLst/>
          </a:prstGeom>
          <a:noFill/>
        </p:spPr>
        <p:txBody>
          <a:bodyPr wrap="square" rtlCol="0">
            <a:spAutoFit/>
          </a:bodyPr>
          <a:lstStyle/>
          <a:p>
            <a:r>
              <a:rPr lang="es-CO" b="1" dirty="0">
                <a:latin typeface="Work Sans" pitchFamily="2" charset="0"/>
                <a:cs typeface="Kanit ExtraLight" panose="00000300000000000000" pitchFamily="2" charset="-34"/>
              </a:rPr>
              <a:t>Modelos Matemáticos</a:t>
            </a:r>
          </a:p>
        </p:txBody>
      </p:sp>
      <p:sp>
        <p:nvSpPr>
          <p:cNvPr id="14" name="TextBox 44">
            <a:extLst>
              <a:ext uri="{FF2B5EF4-FFF2-40B4-BE49-F238E27FC236}">
                <a16:creationId xmlns:a16="http://schemas.microsoft.com/office/drawing/2014/main" id="{07C6EA25-B900-4D8E-9071-40AC7B9D5C40}"/>
              </a:ext>
            </a:extLst>
          </p:cNvPr>
          <p:cNvSpPr txBox="1"/>
          <p:nvPr/>
        </p:nvSpPr>
        <p:spPr>
          <a:xfrm>
            <a:off x="6722991" y="2253868"/>
            <a:ext cx="1497175" cy="307777"/>
          </a:xfrm>
          <a:prstGeom prst="rect">
            <a:avLst/>
          </a:prstGeom>
          <a:noFill/>
        </p:spPr>
        <p:txBody>
          <a:bodyPr wrap="square" rtlCol="0">
            <a:spAutoFit/>
          </a:bodyPr>
          <a:lstStyle/>
          <a:p>
            <a:r>
              <a:rPr lang="es-CO" b="1" dirty="0">
                <a:latin typeface="Work Sans" pitchFamily="2" charset="0"/>
                <a:cs typeface="Kanit ExtraLight" panose="00000300000000000000" pitchFamily="2" charset="-34"/>
              </a:rPr>
              <a:t>Optimización</a:t>
            </a:r>
          </a:p>
        </p:txBody>
      </p:sp>
      <p:sp>
        <p:nvSpPr>
          <p:cNvPr id="15" name="TextBox 45">
            <a:extLst>
              <a:ext uri="{FF2B5EF4-FFF2-40B4-BE49-F238E27FC236}">
                <a16:creationId xmlns:a16="http://schemas.microsoft.com/office/drawing/2014/main" id="{B8B021E5-303A-4B68-A8FB-44736243120D}"/>
              </a:ext>
            </a:extLst>
          </p:cNvPr>
          <p:cNvSpPr txBox="1"/>
          <p:nvPr/>
        </p:nvSpPr>
        <p:spPr>
          <a:xfrm>
            <a:off x="732335" y="2774202"/>
            <a:ext cx="1288641" cy="461665"/>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¿Qué pasó o esta pasando?</a:t>
            </a:r>
          </a:p>
        </p:txBody>
      </p:sp>
      <p:sp>
        <p:nvSpPr>
          <p:cNvPr id="16" name="TextBox 46">
            <a:extLst>
              <a:ext uri="{FF2B5EF4-FFF2-40B4-BE49-F238E27FC236}">
                <a16:creationId xmlns:a16="http://schemas.microsoft.com/office/drawing/2014/main" id="{F93C4C1A-D66F-4415-A969-45AE230A6DBF}"/>
              </a:ext>
            </a:extLst>
          </p:cNvPr>
          <p:cNvSpPr txBox="1"/>
          <p:nvPr/>
        </p:nvSpPr>
        <p:spPr>
          <a:xfrm>
            <a:off x="4241148" y="2866534"/>
            <a:ext cx="1572563" cy="276999"/>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¿Qué pasará?</a:t>
            </a:r>
          </a:p>
        </p:txBody>
      </p:sp>
      <p:sp>
        <p:nvSpPr>
          <p:cNvPr id="17" name="TextBox 47">
            <a:extLst>
              <a:ext uri="{FF2B5EF4-FFF2-40B4-BE49-F238E27FC236}">
                <a16:creationId xmlns:a16="http://schemas.microsoft.com/office/drawing/2014/main" id="{AC320A3E-F78F-49BF-8A61-339A2212FEA7}"/>
              </a:ext>
            </a:extLst>
          </p:cNvPr>
          <p:cNvSpPr txBox="1"/>
          <p:nvPr/>
        </p:nvSpPr>
        <p:spPr>
          <a:xfrm>
            <a:off x="6182066" y="2841088"/>
            <a:ext cx="2560912" cy="276999"/>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¿Cuál seria mi mejor decisión?</a:t>
            </a:r>
          </a:p>
        </p:txBody>
      </p:sp>
      <p:sp>
        <p:nvSpPr>
          <p:cNvPr id="18" name="TextBox 48">
            <a:extLst>
              <a:ext uri="{FF2B5EF4-FFF2-40B4-BE49-F238E27FC236}">
                <a16:creationId xmlns:a16="http://schemas.microsoft.com/office/drawing/2014/main" id="{8BCFE4B7-F216-47E0-9558-934036AFBF5A}"/>
              </a:ext>
            </a:extLst>
          </p:cNvPr>
          <p:cNvSpPr txBox="1"/>
          <p:nvPr/>
        </p:nvSpPr>
        <p:spPr>
          <a:xfrm>
            <a:off x="662864" y="3501916"/>
            <a:ext cx="1288641" cy="461665"/>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Ayer y hoy ha llovido</a:t>
            </a:r>
          </a:p>
        </p:txBody>
      </p:sp>
      <p:sp>
        <p:nvSpPr>
          <p:cNvPr id="19" name="TextBox 49">
            <a:extLst>
              <a:ext uri="{FF2B5EF4-FFF2-40B4-BE49-F238E27FC236}">
                <a16:creationId xmlns:a16="http://schemas.microsoft.com/office/drawing/2014/main" id="{A4382996-0D9C-4D7A-91D1-88CF3FEF72C9}"/>
              </a:ext>
            </a:extLst>
          </p:cNvPr>
          <p:cNvSpPr txBox="1"/>
          <p:nvPr/>
        </p:nvSpPr>
        <p:spPr>
          <a:xfrm>
            <a:off x="4042019" y="3459996"/>
            <a:ext cx="1970820" cy="461665"/>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Mañana muy posiblemente llueva</a:t>
            </a:r>
          </a:p>
        </p:txBody>
      </p:sp>
      <p:sp>
        <p:nvSpPr>
          <p:cNvPr id="20" name="TextBox 50">
            <a:extLst>
              <a:ext uri="{FF2B5EF4-FFF2-40B4-BE49-F238E27FC236}">
                <a16:creationId xmlns:a16="http://schemas.microsoft.com/office/drawing/2014/main" id="{397F3020-C900-4B3D-BEF7-B82D8F15CE39}"/>
              </a:ext>
            </a:extLst>
          </p:cNvPr>
          <p:cNvSpPr txBox="1"/>
          <p:nvPr/>
        </p:nvSpPr>
        <p:spPr>
          <a:xfrm>
            <a:off x="6182066" y="3348528"/>
            <a:ext cx="2587580" cy="830997"/>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Para ir al centro del municipio sin mojarme al menor costo posible debería salir 30 minutos antes e ir en bicicleta</a:t>
            </a:r>
          </a:p>
        </p:txBody>
      </p:sp>
      <p:cxnSp>
        <p:nvCxnSpPr>
          <p:cNvPr id="21" name="Straight Arrow Connector 51">
            <a:extLst>
              <a:ext uri="{FF2B5EF4-FFF2-40B4-BE49-F238E27FC236}">
                <a16:creationId xmlns:a16="http://schemas.microsoft.com/office/drawing/2014/main" id="{9A846B7B-6F34-4B33-8E1D-74D3666EF513}"/>
              </a:ext>
            </a:extLst>
          </p:cNvPr>
          <p:cNvCxnSpPr>
            <a:cxnSpLocks/>
          </p:cNvCxnSpPr>
          <p:nvPr/>
        </p:nvCxnSpPr>
        <p:spPr>
          <a:xfrm>
            <a:off x="416697" y="4481894"/>
            <a:ext cx="3774303" cy="0"/>
          </a:xfrm>
          <a:prstGeom prst="straightConnector1">
            <a:avLst/>
          </a:prstGeom>
          <a:ln w="28575">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52">
            <a:extLst>
              <a:ext uri="{FF2B5EF4-FFF2-40B4-BE49-F238E27FC236}">
                <a16:creationId xmlns:a16="http://schemas.microsoft.com/office/drawing/2014/main" id="{F78A28F2-A6CC-4214-B420-88BBECDFD2CA}"/>
              </a:ext>
            </a:extLst>
          </p:cNvPr>
          <p:cNvSpPr txBox="1"/>
          <p:nvPr/>
        </p:nvSpPr>
        <p:spPr>
          <a:xfrm>
            <a:off x="1167780" y="4518826"/>
            <a:ext cx="2148345" cy="400110"/>
          </a:xfrm>
          <a:prstGeom prst="rect">
            <a:avLst/>
          </a:prstGeom>
          <a:noFill/>
        </p:spPr>
        <p:txBody>
          <a:bodyPr wrap="none" rtlCol="0">
            <a:spAutoFit/>
          </a:bodyPr>
          <a:lstStyle/>
          <a:p>
            <a:r>
              <a:rPr lang="en-US" sz="2000" dirty="0" err="1">
                <a:latin typeface="Work Sans SemiBold" pitchFamily="2" charset="0"/>
                <a:cs typeface="Kanit" panose="00000500000000000000" pitchFamily="2" charset="-34"/>
              </a:rPr>
              <a:t>Automatización</a:t>
            </a:r>
            <a:endParaRPr lang="es-CO" sz="2000" dirty="0">
              <a:latin typeface="Work Sans SemiBold" pitchFamily="2" charset="0"/>
              <a:cs typeface="Kanit" panose="00000500000000000000" pitchFamily="2" charset="-34"/>
            </a:endParaRPr>
          </a:p>
        </p:txBody>
      </p:sp>
      <p:sp>
        <p:nvSpPr>
          <p:cNvPr id="23" name="TextBox 53">
            <a:extLst>
              <a:ext uri="{FF2B5EF4-FFF2-40B4-BE49-F238E27FC236}">
                <a16:creationId xmlns:a16="http://schemas.microsoft.com/office/drawing/2014/main" id="{78B4264E-1567-42A7-AA76-BE6B541120CA}"/>
              </a:ext>
            </a:extLst>
          </p:cNvPr>
          <p:cNvSpPr txBox="1"/>
          <p:nvPr/>
        </p:nvSpPr>
        <p:spPr>
          <a:xfrm>
            <a:off x="4436685" y="4518826"/>
            <a:ext cx="3833101" cy="400110"/>
          </a:xfrm>
          <a:prstGeom prst="rect">
            <a:avLst/>
          </a:prstGeom>
          <a:noFill/>
        </p:spPr>
        <p:txBody>
          <a:bodyPr wrap="none" rtlCol="0">
            <a:spAutoFit/>
          </a:bodyPr>
          <a:lstStyle/>
          <a:p>
            <a:r>
              <a:rPr lang="en-US" sz="2000" dirty="0" err="1">
                <a:latin typeface="Work Sans SemiBold" pitchFamily="2" charset="0"/>
                <a:cs typeface="Kanit" panose="00000500000000000000" pitchFamily="2" charset="-34"/>
              </a:rPr>
              <a:t>Transformación</a:t>
            </a:r>
            <a:r>
              <a:rPr lang="en-US" sz="2000" dirty="0">
                <a:latin typeface="Work Sans SemiBold" pitchFamily="2" charset="0"/>
                <a:cs typeface="Kanit" panose="00000500000000000000" pitchFamily="2" charset="-34"/>
              </a:rPr>
              <a:t> e </a:t>
            </a:r>
            <a:r>
              <a:rPr lang="en-US" sz="2000" dirty="0" err="1">
                <a:latin typeface="Work Sans SemiBold" pitchFamily="2" charset="0"/>
                <a:cs typeface="Kanit" panose="00000500000000000000" pitchFamily="2" charset="-34"/>
              </a:rPr>
              <a:t>Innovación</a:t>
            </a:r>
            <a:endParaRPr lang="es-CO" sz="2000" dirty="0">
              <a:latin typeface="Work Sans SemiBold" pitchFamily="2" charset="0"/>
              <a:cs typeface="Kanit" panose="00000500000000000000" pitchFamily="2" charset="-34"/>
            </a:endParaRPr>
          </a:p>
        </p:txBody>
      </p:sp>
      <p:cxnSp>
        <p:nvCxnSpPr>
          <p:cNvPr id="24" name="Straight Arrow Connector 54">
            <a:extLst>
              <a:ext uri="{FF2B5EF4-FFF2-40B4-BE49-F238E27FC236}">
                <a16:creationId xmlns:a16="http://schemas.microsoft.com/office/drawing/2014/main" id="{D11AE79F-A9CD-4463-83FC-E7DCABFA6232}"/>
              </a:ext>
            </a:extLst>
          </p:cNvPr>
          <p:cNvCxnSpPr>
            <a:cxnSpLocks/>
          </p:cNvCxnSpPr>
          <p:nvPr/>
        </p:nvCxnSpPr>
        <p:spPr>
          <a:xfrm>
            <a:off x="4241148" y="4481894"/>
            <a:ext cx="4453639" cy="0"/>
          </a:xfrm>
          <a:prstGeom prst="straightConnector1">
            <a:avLst/>
          </a:prstGeom>
          <a:ln w="25400">
            <a:solidFill>
              <a:schemeClr val="accent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Arrow: Chevron 39">
            <a:extLst>
              <a:ext uri="{FF2B5EF4-FFF2-40B4-BE49-F238E27FC236}">
                <a16:creationId xmlns:a16="http://schemas.microsoft.com/office/drawing/2014/main" id="{330D1734-7778-4E51-8DD2-63010821C884}"/>
              </a:ext>
            </a:extLst>
          </p:cNvPr>
          <p:cNvSpPr/>
          <p:nvPr/>
        </p:nvSpPr>
        <p:spPr>
          <a:xfrm>
            <a:off x="2172483" y="1495305"/>
            <a:ext cx="1869537" cy="629055"/>
          </a:xfrm>
          <a:prstGeom prst="chevron">
            <a:avLst/>
          </a:prstGeom>
          <a:solidFill>
            <a:srgbClr val="484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Diagnóstica</a:t>
            </a:r>
          </a:p>
        </p:txBody>
      </p:sp>
      <p:sp>
        <p:nvSpPr>
          <p:cNvPr id="26" name="TextBox 45">
            <a:extLst>
              <a:ext uri="{FF2B5EF4-FFF2-40B4-BE49-F238E27FC236}">
                <a16:creationId xmlns:a16="http://schemas.microsoft.com/office/drawing/2014/main" id="{2A724A19-432A-4FB9-8A12-AC750BB694C4}"/>
              </a:ext>
            </a:extLst>
          </p:cNvPr>
          <p:cNvSpPr txBox="1"/>
          <p:nvPr/>
        </p:nvSpPr>
        <p:spPr>
          <a:xfrm>
            <a:off x="2347615" y="2774202"/>
            <a:ext cx="1405670" cy="461665"/>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¿Por qué pasó o está pasando?</a:t>
            </a:r>
          </a:p>
        </p:txBody>
      </p:sp>
      <p:sp>
        <p:nvSpPr>
          <p:cNvPr id="27" name="TextBox 48">
            <a:extLst>
              <a:ext uri="{FF2B5EF4-FFF2-40B4-BE49-F238E27FC236}">
                <a16:creationId xmlns:a16="http://schemas.microsoft.com/office/drawing/2014/main" id="{6C3E1FE9-4E99-4D4F-A24C-B7F87D901B41}"/>
              </a:ext>
            </a:extLst>
          </p:cNvPr>
          <p:cNvSpPr txBox="1"/>
          <p:nvPr/>
        </p:nvSpPr>
        <p:spPr>
          <a:xfrm>
            <a:off x="2185152" y="3452721"/>
            <a:ext cx="1730595" cy="830997"/>
          </a:xfrm>
          <a:prstGeom prst="rect">
            <a:avLst/>
          </a:prstGeom>
          <a:noFill/>
        </p:spPr>
        <p:txBody>
          <a:bodyPr wrap="square" rtlCol="0">
            <a:spAutoFit/>
          </a:bodyPr>
          <a:lstStyle/>
          <a:p>
            <a:pPr algn="ctr"/>
            <a:r>
              <a:rPr lang="es-CO" sz="1200" dirty="0">
                <a:latin typeface="Work Sans" pitchFamily="2" charset="0"/>
                <a:cs typeface="Kanit ExtraLight" panose="00000300000000000000" pitchFamily="2" charset="-34"/>
              </a:rPr>
              <a:t>Gran evaporación de fuentes hídricas aledañas e inicio del fenómeno de la niña</a:t>
            </a:r>
          </a:p>
        </p:txBody>
      </p:sp>
    </p:spTree>
    <p:extLst>
      <p:ext uri="{BB962C8B-B14F-4D97-AF65-F5344CB8AC3E}">
        <p14:creationId xmlns:p14="http://schemas.microsoft.com/office/powerpoint/2010/main" val="3638348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68C15031-2F7F-5C43-9600-425488CBD038}"/>
              </a:ext>
            </a:extLst>
          </p:cNvPr>
          <p:cNvSpPr/>
          <p:nvPr/>
        </p:nvSpPr>
        <p:spPr>
          <a:xfrm flipH="1">
            <a:off x="0" y="1038152"/>
            <a:ext cx="9144000" cy="306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Marcador de texto 1">
            <a:extLst>
              <a:ext uri="{FF2B5EF4-FFF2-40B4-BE49-F238E27FC236}">
                <a16:creationId xmlns:a16="http://schemas.microsoft.com/office/drawing/2014/main" id="{CCF733C5-6539-FB45-8AA5-409753D221E3}"/>
              </a:ext>
            </a:extLst>
          </p:cNvPr>
          <p:cNvSpPr>
            <a:spLocks noGrp="1"/>
          </p:cNvSpPr>
          <p:nvPr>
            <p:ph type="body" idx="1"/>
          </p:nvPr>
        </p:nvSpPr>
        <p:spPr>
          <a:xfrm>
            <a:off x="4888258" y="2203768"/>
            <a:ext cx="3860455" cy="1086280"/>
          </a:xfrm>
        </p:spPr>
        <p:txBody>
          <a:bodyPr>
            <a:normAutofit/>
          </a:bodyPr>
          <a:lstStyle/>
          <a:p>
            <a:r>
              <a:rPr lang="es-MX" dirty="0"/>
              <a:t>¿Cuáles son las miradas y preguntas que realizo día a día?</a:t>
            </a:r>
          </a:p>
        </p:txBody>
      </p:sp>
      <p:sp>
        <p:nvSpPr>
          <p:cNvPr id="22" name="Título 2">
            <a:extLst>
              <a:ext uri="{FF2B5EF4-FFF2-40B4-BE49-F238E27FC236}">
                <a16:creationId xmlns:a16="http://schemas.microsoft.com/office/drawing/2014/main" id="{6DBDFA89-883C-9A46-A05C-B66BA98BA34B}"/>
              </a:ext>
            </a:extLst>
          </p:cNvPr>
          <p:cNvSpPr>
            <a:spLocks noGrp="1"/>
          </p:cNvSpPr>
          <p:nvPr>
            <p:ph type="title"/>
          </p:nvPr>
        </p:nvSpPr>
        <p:spPr>
          <a:xfrm>
            <a:off x="1259281" y="1803622"/>
            <a:ext cx="3312719" cy="1529060"/>
          </a:xfrm>
        </p:spPr>
        <p:txBody>
          <a:bodyPr/>
          <a:lstStyle/>
          <a:p>
            <a:pPr>
              <a:lnSpc>
                <a:spcPct val="110000"/>
              </a:lnSpc>
            </a:pPr>
            <a:r>
              <a:rPr lang="es-CO" dirty="0"/>
              <a:t>Todo se basa en las preguntas</a:t>
            </a:r>
          </a:p>
        </p:txBody>
      </p:sp>
      <p:pic>
        <p:nvPicPr>
          <p:cNvPr id="24" name="Imagen 23">
            <a:extLst>
              <a:ext uri="{FF2B5EF4-FFF2-40B4-BE49-F238E27FC236}">
                <a16:creationId xmlns:a16="http://schemas.microsoft.com/office/drawing/2014/main" id="{77DAB800-D111-9742-99E1-A1AB4AAF3B68}"/>
              </a:ext>
            </a:extLst>
          </p:cNvPr>
          <p:cNvPicPr>
            <a:picLocks noChangeAspect="1"/>
          </p:cNvPicPr>
          <p:nvPr/>
        </p:nvPicPr>
        <p:blipFill>
          <a:blip r:embed="rId3">
            <a:duotone>
              <a:schemeClr val="bg2">
                <a:shade val="45000"/>
                <a:satMod val="135000"/>
              </a:schemeClr>
              <a:prstClr val="white"/>
            </a:duotone>
          </a:blip>
          <a:stretch>
            <a:fillRect/>
          </a:stretch>
        </p:blipFill>
        <p:spPr>
          <a:xfrm>
            <a:off x="415914" y="2340457"/>
            <a:ext cx="455391" cy="455391"/>
          </a:xfrm>
          <a:prstGeom prst="rect">
            <a:avLst/>
          </a:prstGeom>
        </p:spPr>
      </p:pic>
      <p:sp>
        <p:nvSpPr>
          <p:cNvPr id="25" name="Elipse 24">
            <a:extLst>
              <a:ext uri="{FF2B5EF4-FFF2-40B4-BE49-F238E27FC236}">
                <a16:creationId xmlns:a16="http://schemas.microsoft.com/office/drawing/2014/main" id="{6CFF1DBA-36E6-F145-88FF-934CCD2F470B}"/>
              </a:ext>
            </a:extLst>
          </p:cNvPr>
          <p:cNvSpPr/>
          <p:nvPr/>
        </p:nvSpPr>
        <p:spPr>
          <a:xfrm>
            <a:off x="287361" y="2203768"/>
            <a:ext cx="728769" cy="728769"/>
          </a:xfrm>
          <a:prstGeom prst="ellipse">
            <a:avLst/>
          </a:prstGeom>
          <a:noFill/>
          <a:ln w="12700">
            <a:solidFill>
              <a:srgbClr val="0066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 name="Conector recto 2">
            <a:extLst>
              <a:ext uri="{FF2B5EF4-FFF2-40B4-BE49-F238E27FC236}">
                <a16:creationId xmlns:a16="http://schemas.microsoft.com/office/drawing/2014/main" id="{7E7E5B3F-D878-0C41-A88A-92C4FE5373F5}"/>
              </a:ext>
            </a:extLst>
          </p:cNvPr>
          <p:cNvCxnSpPr/>
          <p:nvPr/>
        </p:nvCxnSpPr>
        <p:spPr>
          <a:xfrm>
            <a:off x="4585751" y="1351404"/>
            <a:ext cx="0" cy="2440692"/>
          </a:xfrm>
          <a:prstGeom prst="line">
            <a:avLst/>
          </a:prstGeom>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3627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¿Cómo preguntar?</a:t>
            </a:r>
          </a:p>
        </p:txBody>
      </p:sp>
      <p:sp>
        <p:nvSpPr>
          <p:cNvPr id="4" name="Rectángulo 2">
            <a:extLst>
              <a:ext uri="{FF2B5EF4-FFF2-40B4-BE49-F238E27FC236}">
                <a16:creationId xmlns:a16="http://schemas.microsoft.com/office/drawing/2014/main" id="{C2CF5FB6-FB05-4A9B-B020-2DBE4C34000F}"/>
              </a:ext>
            </a:extLst>
          </p:cNvPr>
          <p:cNvSpPr/>
          <p:nvPr/>
        </p:nvSpPr>
        <p:spPr>
          <a:xfrm>
            <a:off x="749301" y="1457597"/>
            <a:ext cx="8013781" cy="3046988"/>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Observar y entender el propósito de la pregunta, no solo la pregunta. Se suele utilizar el “para qué” varias veces consecutivas.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Identificar si corresponde a una pregunta de Inteligencia de Negocios (BI): </a:t>
            </a:r>
            <a:r>
              <a:rPr kumimoji="0" lang="es-ES" sz="1600" b="0" i="1"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Necesito una base de datos que…, un reporte que …, un tablero que … </a:t>
            </a: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E intentar conectar con el propósito más allá del reporte o tablero, hacia la acción que se pretende generar, hacia una pregunta sobre Futuro: </a:t>
            </a:r>
            <a:r>
              <a:rPr kumimoji="0" lang="es-ES" sz="1600" b="0" i="1"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¿Cuál es la posibilidad/probabilidad de …?, </a:t>
            </a:r>
            <a:r>
              <a:rPr lang="es-ES" sz="1600" i="1" dirty="0">
                <a:solidFill>
                  <a:srgbClr val="17301C"/>
                </a:solidFill>
                <a:latin typeface="Work Sans" pitchFamily="2" charset="0"/>
                <a:cs typeface="Kanit ExtraLight" panose="00000300000000000000" pitchFamily="2" charset="-34"/>
              </a:rPr>
              <a:t>¿Q</a:t>
            </a:r>
            <a:r>
              <a:rPr kumimoji="0" lang="es-ES" sz="1600" b="0" i="1" u="none" strike="noStrike" kern="0" cap="none" spc="0" normalizeH="0" baseline="0" noProof="0" dirty="0" err="1">
                <a:ln>
                  <a:noFill/>
                </a:ln>
                <a:solidFill>
                  <a:srgbClr val="17301C"/>
                </a:solidFill>
                <a:effectLst/>
                <a:uLnTx/>
                <a:uFillTx/>
                <a:latin typeface="Work Sans" pitchFamily="2" charset="0"/>
                <a:cs typeface="Kanit ExtraLight" panose="00000300000000000000" pitchFamily="2" charset="-34"/>
                <a:sym typeface="Arial"/>
              </a:rPr>
              <a:t>uiénes</a:t>
            </a:r>
            <a:r>
              <a:rPr kumimoji="0" lang="es-ES" sz="1600" b="0" i="1"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 serán </a:t>
            </a:r>
            <a:r>
              <a:rPr lang="es-ES" sz="1600" i="1" dirty="0">
                <a:solidFill>
                  <a:srgbClr val="17301C"/>
                </a:solidFill>
                <a:latin typeface="Work Sans" pitchFamily="2" charset="0"/>
                <a:cs typeface="Kanit ExtraLight" panose="00000300000000000000" pitchFamily="2" charset="-34"/>
              </a:rPr>
              <a:t>los ciudadanos </a:t>
            </a:r>
            <a:r>
              <a:rPr kumimoji="0" lang="es-ES" sz="1600" b="0" i="1"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que …?, </a:t>
            </a:r>
            <a:r>
              <a:rPr lang="es-ES" sz="1600" i="1" dirty="0">
                <a:solidFill>
                  <a:srgbClr val="17301C"/>
                </a:solidFill>
                <a:latin typeface="Work Sans" pitchFamily="2" charset="0"/>
                <a:cs typeface="Kanit ExtraLight" panose="00000300000000000000" pitchFamily="2" charset="-34"/>
              </a:rPr>
              <a:t>¿C</a:t>
            </a:r>
            <a:r>
              <a:rPr kumimoji="0" lang="es-ES" sz="1600" b="0" i="1" u="none" strike="noStrike" kern="0" cap="none" spc="0" normalizeH="0" baseline="0" noProof="0" dirty="0" err="1">
                <a:ln>
                  <a:noFill/>
                </a:ln>
                <a:solidFill>
                  <a:srgbClr val="17301C"/>
                </a:solidFill>
                <a:effectLst/>
                <a:uLnTx/>
                <a:uFillTx/>
                <a:latin typeface="Work Sans" pitchFamily="2" charset="0"/>
                <a:cs typeface="Kanit ExtraLight" panose="00000300000000000000" pitchFamily="2" charset="-34"/>
                <a:sym typeface="Arial"/>
              </a:rPr>
              <a:t>uál</a:t>
            </a:r>
            <a:r>
              <a:rPr kumimoji="0" lang="es-ES" sz="1600" b="0" i="1"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 es el comportamiento esperado de …?</a:t>
            </a: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 de Simulación: </a:t>
            </a:r>
            <a:r>
              <a:rPr lang="es-ES" sz="1600" i="1" dirty="0">
                <a:solidFill>
                  <a:srgbClr val="17301C"/>
                </a:solidFill>
                <a:latin typeface="Work Sans" pitchFamily="2" charset="0"/>
                <a:cs typeface="Kanit ExtraLight" panose="00000300000000000000" pitchFamily="2" charset="-34"/>
              </a:rPr>
              <a:t>¿</a:t>
            </a:r>
            <a:r>
              <a:rPr kumimoji="0" lang="es-ES" sz="1600" b="0" i="1"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Qué pasaría si…?, ¿Qué lograríamos al cambiar …?; </a:t>
            </a: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hasta llegar a Optimización: </a:t>
            </a:r>
            <a:r>
              <a:rPr lang="es-ES" sz="1600" i="1" dirty="0">
                <a:solidFill>
                  <a:srgbClr val="17301C"/>
                </a:solidFill>
                <a:latin typeface="Work Sans" pitchFamily="2" charset="0"/>
                <a:cs typeface="Kanit ExtraLight" panose="00000300000000000000" pitchFamily="2" charset="-34"/>
              </a:rPr>
              <a:t>¿</a:t>
            </a:r>
            <a:r>
              <a:rPr kumimoji="0" lang="es-ES" sz="1600" b="0" i="1"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Cuál es la solución con menor costo?, ¿Cuál debería ser la secuencia de atención de necesidades de mi ciudadano?, ….</a:t>
            </a:r>
          </a:p>
        </p:txBody>
      </p:sp>
    </p:spTree>
    <p:extLst>
      <p:ext uri="{BB962C8B-B14F-4D97-AF65-F5344CB8AC3E}">
        <p14:creationId xmlns:p14="http://schemas.microsoft.com/office/powerpoint/2010/main" val="4289685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¿Cómo preguntar?</a:t>
            </a:r>
          </a:p>
        </p:txBody>
      </p:sp>
      <p:sp>
        <p:nvSpPr>
          <p:cNvPr id="4" name="Rectángulo 2">
            <a:extLst>
              <a:ext uri="{FF2B5EF4-FFF2-40B4-BE49-F238E27FC236}">
                <a16:creationId xmlns:a16="http://schemas.microsoft.com/office/drawing/2014/main" id="{C2CF5FB6-FB05-4A9B-B020-2DBE4C34000F}"/>
              </a:ext>
            </a:extLst>
          </p:cNvPr>
          <p:cNvSpPr/>
          <p:nvPr/>
        </p:nvSpPr>
        <p:spPr>
          <a:xfrm>
            <a:off x="762001" y="1473943"/>
            <a:ext cx="7899400" cy="3046988"/>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Identificar la alineación con el propósito del estado/área, si no tiene alineación directa es susceptible de no ser contestada.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Conectar preguntas alrededor de lo que nos une: Nuestro Ciudadano. Una pregunta de </a:t>
            </a:r>
            <a:r>
              <a:rPr lang="es-ES" sz="1600" dirty="0">
                <a:solidFill>
                  <a:srgbClr val="17301C"/>
                </a:solidFill>
                <a:latin typeface="Work Sans" pitchFamily="2" charset="0"/>
                <a:cs typeface="Kanit ExtraLight" panose="00000300000000000000" pitchFamily="2" charset="-34"/>
              </a:rPr>
              <a:t>a</a:t>
            </a: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tención, de solución, de riesgo, de servicio, suelen ser lados de un mismo propósito.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rPr>
              <a:t>No limitarse a la pregunta, adicionar el impacto al responderla y si la respuesta realiza un cambio en el proceso. Aquellas respuestas que no generen cambios en los procesos suelen corresponder a Inteligencia de Negocios (BI).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ES" sz="1600" b="0" i="0" u="none" strike="noStrike" kern="0" cap="none" spc="0" normalizeH="0" baseline="0" noProof="0" dirty="0">
              <a:ln>
                <a:noFill/>
              </a:ln>
              <a:solidFill>
                <a:srgbClr val="17301C"/>
              </a:solidFill>
              <a:effectLst/>
              <a:uLnTx/>
              <a:uFillTx/>
              <a:latin typeface="Work Sans" pitchFamily="2" charset="0"/>
              <a:cs typeface="Kanit ExtraLight" panose="00000300000000000000" pitchFamily="2" charset="-34"/>
              <a:sym typeface="Arial"/>
            </a:endParaRPr>
          </a:p>
        </p:txBody>
      </p:sp>
    </p:spTree>
    <p:extLst>
      <p:ext uri="{BB962C8B-B14F-4D97-AF65-F5344CB8AC3E}">
        <p14:creationId xmlns:p14="http://schemas.microsoft.com/office/powerpoint/2010/main" val="2538206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Ejemplo preguntas: Ciudadano</a:t>
            </a:r>
          </a:p>
        </p:txBody>
      </p:sp>
      <p:sp>
        <p:nvSpPr>
          <p:cNvPr id="5" name="TextBox 2">
            <a:extLst>
              <a:ext uri="{FF2B5EF4-FFF2-40B4-BE49-F238E27FC236}">
                <a16:creationId xmlns:a16="http://schemas.microsoft.com/office/drawing/2014/main" id="{4D86BDEE-D1B1-4AAA-96A6-797A056D4FC1}"/>
              </a:ext>
            </a:extLst>
          </p:cNvPr>
          <p:cNvSpPr txBox="1"/>
          <p:nvPr/>
        </p:nvSpPr>
        <p:spPr>
          <a:xfrm>
            <a:off x="582951" y="2312065"/>
            <a:ext cx="2742916" cy="2462213"/>
          </a:xfrm>
          <a:prstGeom prst="rect">
            <a:avLst/>
          </a:prstGeom>
          <a:noFill/>
        </p:spPr>
        <p:txBody>
          <a:bodyPr wrap="square" rtlCol="0">
            <a:spAutoFit/>
          </a:bodyPr>
          <a:lstStyle>
            <a:defPPr marR="0" lvl="0" algn="l" rtl="0">
              <a:lnSpc>
                <a:spcPct val="100000"/>
              </a:lnSpc>
              <a:spcBef>
                <a:spcPts val="0"/>
              </a:spcBef>
              <a:spcAft>
                <a:spcPts val="0"/>
              </a:spcAft>
            </a:defPPr>
            <a:lvl1pPr marL="285750" indent="-285750" defTabSz="914400" eaLnBrk="1" fontAlgn="auto" latinLnBrk="0" hangingPunct="1">
              <a:buClrTx/>
              <a:buSzTx/>
              <a:buFont typeface="Arial" panose="020B0604020202020204" pitchFamily="34" charset="0"/>
              <a:buChar char="•"/>
              <a:tabLst/>
              <a:defRPr kumimoji="0" kern="0" spc="0" normalizeH="0" baseline="0">
                <a:ln>
                  <a:noFill/>
                </a:ln>
                <a:effectLst/>
                <a:uLnTx/>
                <a:uFillTx/>
                <a:latin typeface="Work Sans" pitchFamily="2" charset="0"/>
                <a:cs typeface="Kanit ExtraLight" panose="00000300000000000000" pitchFamily="2" charset="-34"/>
              </a:defRPr>
            </a:lvl1pPr>
          </a:lstStyle>
          <a:p>
            <a:r>
              <a:rPr lang="es-CO"/>
              <a:t>¿Quiénes son mis ciudadanos / empresas?</a:t>
            </a:r>
          </a:p>
          <a:p>
            <a:endParaRPr lang="es-CO"/>
          </a:p>
          <a:p>
            <a:r>
              <a:rPr lang="es-CO"/>
              <a:t>¿Qué los hace únicos?</a:t>
            </a:r>
          </a:p>
          <a:p>
            <a:endParaRPr lang="es-CO"/>
          </a:p>
          <a:p>
            <a:r>
              <a:rPr lang="es-CO"/>
              <a:t>¿Quienes estan debajo de la línea de pobreza?</a:t>
            </a:r>
          </a:p>
          <a:p>
            <a:endParaRPr lang="es-CO"/>
          </a:p>
          <a:p>
            <a:r>
              <a:rPr lang="es-CO"/>
              <a:t>¿A quiénes he apoyado con ayudas económicas los últimos 12 meses?</a:t>
            </a:r>
          </a:p>
        </p:txBody>
      </p:sp>
      <p:sp>
        <p:nvSpPr>
          <p:cNvPr id="6" name="TextBox 19">
            <a:extLst>
              <a:ext uri="{FF2B5EF4-FFF2-40B4-BE49-F238E27FC236}">
                <a16:creationId xmlns:a16="http://schemas.microsoft.com/office/drawing/2014/main" id="{0180C70A-A9CD-4E81-B5C2-04992AEE4710}"/>
              </a:ext>
            </a:extLst>
          </p:cNvPr>
          <p:cNvSpPr txBox="1"/>
          <p:nvPr/>
        </p:nvSpPr>
        <p:spPr>
          <a:xfrm>
            <a:off x="3325867" y="2367520"/>
            <a:ext cx="3053017" cy="289310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¿Cuál es el nivel de vulnerabilidad</a:t>
            </a:r>
            <a:r>
              <a:rPr lang="es-CO">
                <a:latin typeface="Work Sans" pitchFamily="2" charset="0"/>
                <a:cs typeface="Kanit ExtraLight" panose="00000300000000000000" pitchFamily="2" charset="-34"/>
              </a:rPr>
              <a:t> de mis ciudadanos</a:t>
            </a: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¿Cuál es la probabilidad de embarazo subsecuente en</a:t>
            </a:r>
            <a:r>
              <a:rPr lang="es-CO">
                <a:latin typeface="Work Sans" pitchFamily="2" charset="0"/>
                <a:cs typeface="Kanit ExtraLight" panose="00000300000000000000" pitchFamily="2" charset="-34"/>
              </a:rPr>
              <a:t> niñas y adolescentes menores de 20 años</a:t>
            </a: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¿Cuáles son los factores clave que inciden en el embarazo subsecuente?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p:txBody>
      </p:sp>
      <p:sp>
        <p:nvSpPr>
          <p:cNvPr id="7" name="TextBox 20">
            <a:extLst>
              <a:ext uri="{FF2B5EF4-FFF2-40B4-BE49-F238E27FC236}">
                <a16:creationId xmlns:a16="http://schemas.microsoft.com/office/drawing/2014/main" id="{31340083-841C-43A4-B9BF-1148FC1FA205}"/>
              </a:ext>
            </a:extLst>
          </p:cNvPr>
          <p:cNvSpPr txBox="1"/>
          <p:nvPr/>
        </p:nvSpPr>
        <p:spPr>
          <a:xfrm>
            <a:off x="6368057" y="2373724"/>
            <a:ext cx="2483843" cy="289310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¿Cuál debería ser la oferta institucional para disminuir al menos 5 puntos la vulnerabilidad de nuestros NNAJ?</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a:latin typeface="Work Sans" pitchFamily="2" charset="0"/>
              <a:cs typeface="Kanit ExtraLight" panose="00000300000000000000" pitchFamily="2" charset="-3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a:latin typeface="Work Sans" pitchFamily="2" charset="0"/>
                <a:cs typeface="Kanit ExtraLight" panose="00000300000000000000" pitchFamily="2" charset="-34"/>
              </a:rPr>
              <a:t>¿Cuál debería ser la ruta de atención que minimiza el riesgo de embarazo adolescente y subsecuente?</a:t>
            </a: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p:txBody>
      </p:sp>
      <p:sp>
        <p:nvSpPr>
          <p:cNvPr id="15" name="Arrow: Chevron 39">
            <a:extLst>
              <a:ext uri="{FF2B5EF4-FFF2-40B4-BE49-F238E27FC236}">
                <a16:creationId xmlns:a16="http://schemas.microsoft.com/office/drawing/2014/main" id="{93F054F9-A50E-4F70-936B-EC32E295F604}"/>
              </a:ext>
            </a:extLst>
          </p:cNvPr>
          <p:cNvSpPr/>
          <p:nvPr/>
        </p:nvSpPr>
        <p:spPr>
          <a:xfrm>
            <a:off x="582951" y="1491817"/>
            <a:ext cx="2828926" cy="629055"/>
          </a:xfrm>
          <a:prstGeom prst="chevron">
            <a:avLst/>
          </a:prstGeom>
          <a:solidFill>
            <a:srgbClr val="484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Descriptiva</a:t>
            </a:r>
          </a:p>
        </p:txBody>
      </p:sp>
      <p:sp>
        <p:nvSpPr>
          <p:cNvPr id="16" name="Arrow: Chevron 40">
            <a:extLst>
              <a:ext uri="{FF2B5EF4-FFF2-40B4-BE49-F238E27FC236}">
                <a16:creationId xmlns:a16="http://schemas.microsoft.com/office/drawing/2014/main" id="{BDE61189-EA46-44B6-ABAA-E4AFEBAF898C}"/>
              </a:ext>
            </a:extLst>
          </p:cNvPr>
          <p:cNvSpPr/>
          <p:nvPr/>
        </p:nvSpPr>
        <p:spPr>
          <a:xfrm>
            <a:off x="3411877" y="1491817"/>
            <a:ext cx="2828926" cy="629055"/>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1"/>
                </a:solidFill>
                <a:latin typeface="Work Sans" pitchFamily="2" charset="0"/>
              </a:rPr>
              <a:t>Predictiva</a:t>
            </a:r>
          </a:p>
        </p:txBody>
      </p:sp>
      <p:sp>
        <p:nvSpPr>
          <p:cNvPr id="17" name="Arrow: Chevron 41">
            <a:extLst>
              <a:ext uri="{FF2B5EF4-FFF2-40B4-BE49-F238E27FC236}">
                <a16:creationId xmlns:a16="http://schemas.microsoft.com/office/drawing/2014/main" id="{3BC30600-1F00-47B7-B3F0-785F198EC9F4}"/>
              </a:ext>
            </a:extLst>
          </p:cNvPr>
          <p:cNvSpPr/>
          <p:nvPr/>
        </p:nvSpPr>
        <p:spPr>
          <a:xfrm>
            <a:off x="6175090" y="1491816"/>
            <a:ext cx="2780283" cy="629055"/>
          </a:xfrm>
          <a:prstGeom prst="chevron">
            <a:avLst/>
          </a:prstGeom>
          <a:solidFill>
            <a:srgbClr val="3DBC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Prescriptiva</a:t>
            </a:r>
          </a:p>
        </p:txBody>
      </p:sp>
    </p:spTree>
    <p:extLst>
      <p:ext uri="{BB962C8B-B14F-4D97-AF65-F5344CB8AC3E}">
        <p14:creationId xmlns:p14="http://schemas.microsoft.com/office/powerpoint/2010/main" val="2729275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Ejemplo preguntas: Ciudadano</a:t>
            </a:r>
          </a:p>
        </p:txBody>
      </p:sp>
      <p:sp>
        <p:nvSpPr>
          <p:cNvPr id="5" name="TextBox 2">
            <a:extLst>
              <a:ext uri="{FF2B5EF4-FFF2-40B4-BE49-F238E27FC236}">
                <a16:creationId xmlns:a16="http://schemas.microsoft.com/office/drawing/2014/main" id="{4D86BDEE-D1B1-4AAA-96A6-797A056D4FC1}"/>
              </a:ext>
            </a:extLst>
          </p:cNvPr>
          <p:cNvSpPr txBox="1"/>
          <p:nvPr/>
        </p:nvSpPr>
        <p:spPr>
          <a:xfrm>
            <a:off x="582951" y="2312065"/>
            <a:ext cx="2742916" cy="2677656"/>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¿Cuántos ciudadanos tengo? ¿En que estratos? </a:t>
            </a:r>
            <a:r>
              <a:rPr lang="es-CO">
                <a:latin typeface="Work Sans" pitchFamily="2" charset="0"/>
                <a:cs typeface="Kanit ExtraLight" panose="00000300000000000000" pitchFamily="2" charset="-34"/>
              </a:rPr>
              <a:t>¿Dónde estan ubicados? </a:t>
            </a: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a:latin typeface="Work Sans" pitchFamily="2" charset="0"/>
              <a:cs typeface="Kanit ExtraLight" panose="00000300000000000000" pitchFamily="2" charset="-3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¿Qué los hace únicos?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a:latin typeface="Work Sans" pitchFamily="2" charset="0"/>
              <a:cs typeface="Kanit ExtraLight" panose="00000300000000000000" pitchFamily="2" charset="-3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a:latin typeface="Work Sans" pitchFamily="2" charset="0"/>
                <a:cs typeface="Kanit ExtraLight" panose="00000300000000000000" pitchFamily="2" charset="-34"/>
              </a:rPr>
              <a:t>¿Cuántas empresas por tamaño operan en mi municipio?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¿Cuál es el tamaño de mi parque automotor?</a:t>
            </a:r>
          </a:p>
        </p:txBody>
      </p:sp>
      <p:sp>
        <p:nvSpPr>
          <p:cNvPr id="6" name="TextBox 19">
            <a:extLst>
              <a:ext uri="{FF2B5EF4-FFF2-40B4-BE49-F238E27FC236}">
                <a16:creationId xmlns:a16="http://schemas.microsoft.com/office/drawing/2014/main" id="{0180C70A-A9CD-4E81-B5C2-04992AEE4710}"/>
              </a:ext>
            </a:extLst>
          </p:cNvPr>
          <p:cNvSpPr txBox="1"/>
          <p:nvPr/>
        </p:nvSpPr>
        <p:spPr>
          <a:xfrm>
            <a:off x="3325867" y="2367520"/>
            <a:ext cx="3053017" cy="310854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rPr>
              <a:t>¿Cuál es la probabilidad de que ocurra un homicidio / feminicidio en el poligono XXX durante los próximos 7 días?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a:latin typeface="Work Sans" pitchFamily="2" charset="0"/>
              <a:cs typeface="Kanit ExtraLight" panose="00000300000000000000" pitchFamily="2" charset="-3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a:latin typeface="Work Sans" pitchFamily="2" charset="0"/>
                <a:cs typeface="Kanit ExtraLight" panose="00000300000000000000" pitchFamily="2" charset="-34"/>
              </a:rPr>
              <a:t>¿Cuál es el estado de salud de un ciudadano?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a:latin typeface="Work Sans" pitchFamily="2" charset="0"/>
                <a:cs typeface="Kanit ExtraLight" panose="00000300000000000000" pitchFamily="2" charset="-34"/>
              </a:rPr>
              <a:t>¿Cuál es la probabilidad de que una persona cambie de estado de salud?</a:t>
            </a: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a:ln>
                <a:noFill/>
              </a:ln>
              <a:solidFill>
                <a:srgbClr val="000000"/>
              </a:solidFill>
              <a:effectLst/>
              <a:uLnTx/>
              <a:uFillTx/>
              <a:latin typeface="Work Sans" pitchFamily="2" charset="0"/>
              <a:cs typeface="Kanit ExtraLight" panose="00000300000000000000" pitchFamily="2" charset="-34"/>
              <a:sym typeface="Arial"/>
            </a:endParaRPr>
          </a:p>
        </p:txBody>
      </p:sp>
      <p:sp>
        <p:nvSpPr>
          <p:cNvPr id="7" name="TextBox 20">
            <a:extLst>
              <a:ext uri="{FF2B5EF4-FFF2-40B4-BE49-F238E27FC236}">
                <a16:creationId xmlns:a16="http://schemas.microsoft.com/office/drawing/2014/main" id="{31340083-841C-43A4-B9BF-1148FC1FA205}"/>
              </a:ext>
            </a:extLst>
          </p:cNvPr>
          <p:cNvSpPr txBox="1"/>
          <p:nvPr/>
        </p:nvSpPr>
        <p:spPr>
          <a:xfrm>
            <a:off x="6368057" y="2373724"/>
            <a:ext cx="2483843" cy="246221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dirty="0">
                <a:ln>
                  <a:noFill/>
                </a:ln>
                <a:solidFill>
                  <a:srgbClr val="000000"/>
                </a:solidFill>
                <a:effectLst/>
                <a:uLnTx/>
                <a:uFillTx/>
                <a:latin typeface="Work Sans" pitchFamily="2" charset="0"/>
                <a:cs typeface="Kanit ExtraLight" panose="00000300000000000000" pitchFamily="2" charset="-34"/>
                <a:sym typeface="Arial"/>
              </a:rPr>
              <a:t>¿Cuáles cursos debería ofrecer para apoyar a mi población?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dirty="0">
              <a:latin typeface="Work Sans" pitchFamily="2" charset="0"/>
              <a:cs typeface="Kanit ExtraLight" panose="00000300000000000000" pitchFamily="2" charset="-3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b="0" i="0" u="none" strike="noStrike" kern="0" cap="none" spc="0" normalizeH="0" baseline="0" dirty="0">
                <a:ln>
                  <a:noFill/>
                </a:ln>
                <a:solidFill>
                  <a:srgbClr val="000000"/>
                </a:solidFill>
                <a:effectLst/>
                <a:uLnTx/>
                <a:uFillTx/>
                <a:latin typeface="Work Sans" pitchFamily="2" charset="0"/>
                <a:cs typeface="Kanit ExtraLight" panose="00000300000000000000" pitchFamily="2" charset="-34"/>
                <a:sym typeface="Arial"/>
              </a:rPr>
              <a:t>¿Cuál debería ser el protocolo de atención en salud que optimice la recuperación de mi paciente / ciudadano?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b="0" i="0" u="none" strike="noStrike" kern="0" cap="none" spc="0" normalizeH="0" baseline="0" dirty="0">
              <a:ln>
                <a:noFill/>
              </a:ln>
              <a:solidFill>
                <a:srgbClr val="000000"/>
              </a:solidFill>
              <a:effectLst/>
              <a:uLnTx/>
              <a:uFillTx/>
              <a:latin typeface="Work Sans" pitchFamily="2" charset="0"/>
              <a:cs typeface="Kanit ExtraLight" panose="00000300000000000000" pitchFamily="2" charset="-34"/>
              <a:sym typeface="Arial"/>
            </a:endParaRPr>
          </a:p>
        </p:txBody>
      </p:sp>
      <p:sp>
        <p:nvSpPr>
          <p:cNvPr id="15" name="Arrow: Chevron 39">
            <a:extLst>
              <a:ext uri="{FF2B5EF4-FFF2-40B4-BE49-F238E27FC236}">
                <a16:creationId xmlns:a16="http://schemas.microsoft.com/office/drawing/2014/main" id="{93F054F9-A50E-4F70-936B-EC32E295F604}"/>
              </a:ext>
            </a:extLst>
          </p:cNvPr>
          <p:cNvSpPr/>
          <p:nvPr/>
        </p:nvSpPr>
        <p:spPr>
          <a:xfrm>
            <a:off x="582951" y="1491817"/>
            <a:ext cx="2828926" cy="629055"/>
          </a:xfrm>
          <a:prstGeom prst="chevron">
            <a:avLst/>
          </a:prstGeom>
          <a:solidFill>
            <a:srgbClr val="484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Descriptiva</a:t>
            </a:r>
          </a:p>
        </p:txBody>
      </p:sp>
      <p:sp>
        <p:nvSpPr>
          <p:cNvPr id="16" name="Arrow: Chevron 40">
            <a:extLst>
              <a:ext uri="{FF2B5EF4-FFF2-40B4-BE49-F238E27FC236}">
                <a16:creationId xmlns:a16="http://schemas.microsoft.com/office/drawing/2014/main" id="{BDE61189-EA46-44B6-ABAA-E4AFEBAF898C}"/>
              </a:ext>
            </a:extLst>
          </p:cNvPr>
          <p:cNvSpPr/>
          <p:nvPr/>
        </p:nvSpPr>
        <p:spPr>
          <a:xfrm>
            <a:off x="3411877" y="1491817"/>
            <a:ext cx="2828926" cy="629055"/>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1"/>
                </a:solidFill>
                <a:latin typeface="Work Sans" pitchFamily="2" charset="0"/>
              </a:rPr>
              <a:t>Predictiva</a:t>
            </a:r>
          </a:p>
        </p:txBody>
      </p:sp>
      <p:sp>
        <p:nvSpPr>
          <p:cNvPr id="17" name="Arrow: Chevron 41">
            <a:extLst>
              <a:ext uri="{FF2B5EF4-FFF2-40B4-BE49-F238E27FC236}">
                <a16:creationId xmlns:a16="http://schemas.microsoft.com/office/drawing/2014/main" id="{3BC30600-1F00-47B7-B3F0-785F198EC9F4}"/>
              </a:ext>
            </a:extLst>
          </p:cNvPr>
          <p:cNvSpPr/>
          <p:nvPr/>
        </p:nvSpPr>
        <p:spPr>
          <a:xfrm>
            <a:off x="6175090" y="1491816"/>
            <a:ext cx="2780283" cy="629055"/>
          </a:xfrm>
          <a:prstGeom prst="chevron">
            <a:avLst/>
          </a:prstGeom>
          <a:solidFill>
            <a:srgbClr val="3DBC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latin typeface="Work Sans" pitchFamily="2" charset="0"/>
              </a:rPr>
              <a:t>Prescriptiva</a:t>
            </a:r>
          </a:p>
        </p:txBody>
      </p:sp>
    </p:spTree>
    <p:extLst>
      <p:ext uri="{BB962C8B-B14F-4D97-AF65-F5344CB8AC3E}">
        <p14:creationId xmlns:p14="http://schemas.microsoft.com/office/powerpoint/2010/main" val="2247454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ítulo 2">
            <a:extLst>
              <a:ext uri="{FF2B5EF4-FFF2-40B4-BE49-F238E27FC236}">
                <a16:creationId xmlns:a16="http://schemas.microsoft.com/office/drawing/2014/main" id="{6DBDFA89-883C-9A46-A05C-B66BA98BA34B}"/>
              </a:ext>
            </a:extLst>
          </p:cNvPr>
          <p:cNvSpPr>
            <a:spLocks noGrp="1"/>
          </p:cNvSpPr>
          <p:nvPr>
            <p:ph type="title"/>
          </p:nvPr>
        </p:nvSpPr>
        <p:spPr>
          <a:xfrm>
            <a:off x="1" y="1803622"/>
            <a:ext cx="9144000" cy="1529060"/>
          </a:xfrm>
        </p:spPr>
        <p:txBody>
          <a:bodyPr/>
          <a:lstStyle/>
          <a:p>
            <a:pPr algn="ctr">
              <a:lnSpc>
                <a:spcPct val="110000"/>
              </a:lnSpc>
            </a:pPr>
            <a:r>
              <a:rPr lang="es-CO" dirty="0"/>
              <a:t>¿y como lo logramos..?</a:t>
            </a:r>
          </a:p>
        </p:txBody>
      </p:sp>
    </p:spTree>
    <p:extLst>
      <p:ext uri="{BB962C8B-B14F-4D97-AF65-F5344CB8AC3E}">
        <p14:creationId xmlns:p14="http://schemas.microsoft.com/office/powerpoint/2010/main" val="3370297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Work Sans" pitchFamily="2" charset="0"/>
            </a:endParaRPr>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Es necesario …</a:t>
            </a:r>
          </a:p>
        </p:txBody>
      </p:sp>
      <p:pic>
        <p:nvPicPr>
          <p:cNvPr id="11" name="Google Shape;276;p5" descr="Imagen que contiene objeto&#10;&#10;Descripción generada con confianza muy alta">
            <a:extLst>
              <a:ext uri="{FF2B5EF4-FFF2-40B4-BE49-F238E27FC236}">
                <a16:creationId xmlns:a16="http://schemas.microsoft.com/office/drawing/2014/main" id="{85E78908-0731-4B4B-B8FA-8DC44B15E132}"/>
              </a:ext>
            </a:extLst>
          </p:cNvPr>
          <p:cNvPicPr preferRelativeResize="0"/>
          <p:nvPr/>
        </p:nvPicPr>
        <p:blipFill rotWithShape="1">
          <a:blip r:embed="rId3">
            <a:alphaModFix/>
          </a:blip>
          <a:srcRect/>
          <a:stretch/>
        </p:blipFill>
        <p:spPr>
          <a:xfrm>
            <a:off x="2334376" y="2487873"/>
            <a:ext cx="1110681" cy="913443"/>
          </a:xfrm>
          <a:prstGeom prst="rect">
            <a:avLst/>
          </a:prstGeom>
          <a:noFill/>
          <a:ln>
            <a:noFill/>
          </a:ln>
        </p:spPr>
      </p:pic>
      <p:pic>
        <p:nvPicPr>
          <p:cNvPr id="12" name="Google Shape;277;p5">
            <a:extLst>
              <a:ext uri="{FF2B5EF4-FFF2-40B4-BE49-F238E27FC236}">
                <a16:creationId xmlns:a16="http://schemas.microsoft.com/office/drawing/2014/main" id="{A7E55732-FC4B-43C2-9670-3CE427502BD5}"/>
              </a:ext>
            </a:extLst>
          </p:cNvPr>
          <p:cNvPicPr preferRelativeResize="0"/>
          <p:nvPr/>
        </p:nvPicPr>
        <p:blipFill rotWithShape="1">
          <a:blip r:embed="rId4">
            <a:alphaModFix/>
          </a:blip>
          <a:srcRect/>
          <a:stretch/>
        </p:blipFill>
        <p:spPr>
          <a:xfrm>
            <a:off x="3823371" y="1222075"/>
            <a:ext cx="1110681" cy="1107056"/>
          </a:xfrm>
          <a:prstGeom prst="rect">
            <a:avLst/>
          </a:prstGeom>
          <a:noFill/>
          <a:ln>
            <a:noFill/>
          </a:ln>
        </p:spPr>
      </p:pic>
      <p:pic>
        <p:nvPicPr>
          <p:cNvPr id="13" name="Google Shape;278;p5">
            <a:extLst>
              <a:ext uri="{FF2B5EF4-FFF2-40B4-BE49-F238E27FC236}">
                <a16:creationId xmlns:a16="http://schemas.microsoft.com/office/drawing/2014/main" id="{FC75F163-A0EF-4175-A6E7-75CB00C8E3C5}"/>
              </a:ext>
            </a:extLst>
          </p:cNvPr>
          <p:cNvPicPr preferRelativeResize="0"/>
          <p:nvPr/>
        </p:nvPicPr>
        <p:blipFill rotWithShape="1">
          <a:blip r:embed="rId5">
            <a:alphaModFix/>
          </a:blip>
          <a:srcRect/>
          <a:stretch/>
        </p:blipFill>
        <p:spPr>
          <a:xfrm>
            <a:off x="5422336" y="2487873"/>
            <a:ext cx="984335" cy="995957"/>
          </a:xfrm>
          <a:prstGeom prst="rect">
            <a:avLst/>
          </a:prstGeom>
          <a:noFill/>
          <a:ln>
            <a:noFill/>
          </a:ln>
        </p:spPr>
      </p:pic>
      <p:sp>
        <p:nvSpPr>
          <p:cNvPr id="14" name="Google Shape;279;p5">
            <a:extLst>
              <a:ext uri="{FF2B5EF4-FFF2-40B4-BE49-F238E27FC236}">
                <a16:creationId xmlns:a16="http://schemas.microsoft.com/office/drawing/2014/main" id="{D2C3F289-1598-4732-9C9C-DDEAB03DB2CD}"/>
              </a:ext>
            </a:extLst>
          </p:cNvPr>
          <p:cNvSpPr txBox="1"/>
          <p:nvPr/>
        </p:nvSpPr>
        <p:spPr>
          <a:xfrm>
            <a:off x="5180010" y="1222077"/>
            <a:ext cx="3468690" cy="76940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131F55"/>
              </a:buClr>
              <a:buSzPts val="1200"/>
              <a:buFont typeface="Kanit Light"/>
              <a:buNone/>
              <a:tabLst/>
              <a:defRPr/>
            </a:pPr>
            <a:r>
              <a:rPr kumimoji="0" lang="en-US" sz="1600" b="1"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Personas / </a:t>
            </a:r>
            <a:r>
              <a:rPr kumimoji="0" lang="en-US" sz="1600" b="1"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Equipos</a:t>
            </a:r>
            <a:r>
              <a:rPr kumimoji="0" lang="en-US" sz="1600" b="1"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desarrollados</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para usar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Analítica</a:t>
            </a:r>
            <a:r>
              <a:rPr lang="en-US" dirty="0">
                <a:solidFill>
                  <a:srgbClr val="131F55"/>
                </a:solidFill>
                <a:latin typeface="Work Sans" pitchFamily="2" charset="0"/>
                <a:ea typeface="Kanit Light"/>
                <a:cs typeface="Kanit Light"/>
                <a:sym typeface="Kanit Light"/>
              </a:rPr>
              <a:t> </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y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BigData</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en</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el día a día</a:t>
            </a:r>
            <a:endParaRPr kumimoji="0" sz="1800" b="0" i="0" u="none" strike="noStrike" kern="0" cap="none" spc="0" normalizeH="0" baseline="0" noProof="0" dirty="0">
              <a:ln>
                <a:noFill/>
              </a:ln>
              <a:solidFill>
                <a:srgbClr val="000000"/>
              </a:solidFill>
              <a:effectLst/>
              <a:uLnTx/>
              <a:uFillTx/>
              <a:latin typeface="Work Sans" pitchFamily="2" charset="0"/>
              <a:sym typeface="Arial"/>
            </a:endParaRPr>
          </a:p>
        </p:txBody>
      </p:sp>
      <p:sp>
        <p:nvSpPr>
          <p:cNvPr id="15" name="Google Shape;280;p5">
            <a:extLst>
              <a:ext uri="{FF2B5EF4-FFF2-40B4-BE49-F238E27FC236}">
                <a16:creationId xmlns:a16="http://schemas.microsoft.com/office/drawing/2014/main" id="{D35C522A-15AF-41AF-B702-DD640983390D}"/>
              </a:ext>
            </a:extLst>
          </p:cNvPr>
          <p:cNvSpPr txBox="1"/>
          <p:nvPr/>
        </p:nvSpPr>
        <p:spPr>
          <a:xfrm>
            <a:off x="5097289" y="3610280"/>
            <a:ext cx="3244540" cy="98484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131F55"/>
              </a:buClr>
              <a:buSzPts val="1200"/>
              <a:buFont typeface="Kanit Light"/>
              <a:buNone/>
              <a:tabLst/>
              <a:defRPr/>
            </a:pPr>
            <a:r>
              <a:rPr kumimoji="0" lang="en-US" sz="1600" b="1"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Tecnología</a:t>
            </a:r>
            <a:r>
              <a:rPr kumimoji="0" lang="en-US" sz="1600" b="1"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de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nueva</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generación</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con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aplicaciones</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prácticas</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que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permita</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materializar</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el valor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en</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el día a día.</a:t>
            </a:r>
            <a:endParaRPr kumimoji="0" sz="1800" b="0" i="0" u="none" strike="noStrike" kern="0" cap="none" spc="0" normalizeH="0" baseline="0" noProof="0" dirty="0">
              <a:ln>
                <a:noFill/>
              </a:ln>
              <a:solidFill>
                <a:srgbClr val="000000"/>
              </a:solidFill>
              <a:effectLst/>
              <a:uLnTx/>
              <a:uFillTx/>
              <a:latin typeface="Work Sans" pitchFamily="2" charset="0"/>
              <a:sym typeface="Arial"/>
            </a:endParaRPr>
          </a:p>
        </p:txBody>
      </p:sp>
      <p:sp>
        <p:nvSpPr>
          <p:cNvPr id="16" name="Google Shape;281;p5">
            <a:extLst>
              <a:ext uri="{FF2B5EF4-FFF2-40B4-BE49-F238E27FC236}">
                <a16:creationId xmlns:a16="http://schemas.microsoft.com/office/drawing/2014/main" id="{919221E4-60F5-456A-A7AC-AA43172EC3C8}"/>
              </a:ext>
            </a:extLst>
          </p:cNvPr>
          <p:cNvSpPr txBox="1"/>
          <p:nvPr/>
        </p:nvSpPr>
        <p:spPr>
          <a:xfrm>
            <a:off x="1487952" y="3597934"/>
            <a:ext cx="2933961" cy="98484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131F55"/>
              </a:buClr>
              <a:buSzPts val="1200"/>
              <a:buFont typeface="Kanit Light"/>
              <a:buNone/>
              <a:tabLst/>
              <a:defRPr/>
            </a:pPr>
            <a:r>
              <a:rPr kumimoji="0" lang="en-US" sz="1600" b="1"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(Big) Data</a:t>
            </a:r>
            <a:r>
              <a:rPr kumimoji="0" lang="en-US" sz="1600"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acceso</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disponibilidad</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y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calidad</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adecuada</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para responder a los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nuevos</a:t>
            </a:r>
            <a:r>
              <a:rPr kumimoji="0" lang="en-US"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rPr>
              <a:t> </a:t>
            </a:r>
            <a:r>
              <a:rPr kumimoji="0" lang="en-US" b="0" i="0" u="none" strike="noStrike" kern="0" cap="none" spc="0" normalizeH="0" baseline="0" noProof="0" dirty="0" err="1">
                <a:ln>
                  <a:noFill/>
                </a:ln>
                <a:solidFill>
                  <a:srgbClr val="131F55"/>
                </a:solidFill>
                <a:effectLst/>
                <a:uLnTx/>
                <a:uFillTx/>
                <a:latin typeface="Work Sans" pitchFamily="2" charset="0"/>
                <a:ea typeface="Kanit Light"/>
                <a:cs typeface="Kanit Light"/>
                <a:sym typeface="Kanit Light"/>
              </a:rPr>
              <a:t>desafíos</a:t>
            </a:r>
            <a:endParaRPr kumimoji="0" sz="1800" b="0" i="0" u="none" strike="noStrike" kern="0" cap="none" spc="0" normalizeH="0" baseline="0" noProof="0" dirty="0">
              <a:ln>
                <a:noFill/>
              </a:ln>
              <a:solidFill>
                <a:srgbClr val="131F55"/>
              </a:solidFill>
              <a:effectLst/>
              <a:uLnTx/>
              <a:uFillTx/>
              <a:latin typeface="Work Sans" pitchFamily="2" charset="0"/>
              <a:ea typeface="Kanit Light"/>
              <a:cs typeface="Kanit Light"/>
              <a:sym typeface="Kanit Light"/>
            </a:endParaRPr>
          </a:p>
        </p:txBody>
      </p:sp>
      <p:cxnSp>
        <p:nvCxnSpPr>
          <p:cNvPr id="17" name="Google Shape;283;p5">
            <a:extLst>
              <a:ext uri="{FF2B5EF4-FFF2-40B4-BE49-F238E27FC236}">
                <a16:creationId xmlns:a16="http://schemas.microsoft.com/office/drawing/2014/main" id="{C770E68D-A3F1-4BE8-9178-EAD8339BABAC}"/>
              </a:ext>
            </a:extLst>
          </p:cNvPr>
          <p:cNvCxnSpPr/>
          <p:nvPr/>
        </p:nvCxnSpPr>
        <p:spPr>
          <a:xfrm rot="10800000" flipH="1">
            <a:off x="3387907" y="2115060"/>
            <a:ext cx="360258" cy="428142"/>
          </a:xfrm>
          <a:prstGeom prst="straightConnector1">
            <a:avLst/>
          </a:prstGeom>
          <a:noFill/>
          <a:ln w="44450" cap="flat" cmpd="sng">
            <a:solidFill>
              <a:schemeClr val="bg2"/>
            </a:solidFill>
            <a:prstDash val="solid"/>
            <a:round/>
            <a:headEnd type="triangle" w="med" len="med"/>
            <a:tailEnd type="triangle" w="med" len="med"/>
          </a:ln>
        </p:spPr>
      </p:cxnSp>
      <p:cxnSp>
        <p:nvCxnSpPr>
          <p:cNvPr id="18" name="Google Shape;284;p5">
            <a:extLst>
              <a:ext uri="{FF2B5EF4-FFF2-40B4-BE49-F238E27FC236}">
                <a16:creationId xmlns:a16="http://schemas.microsoft.com/office/drawing/2014/main" id="{50B72467-0284-4067-A142-681CC698CE6F}"/>
              </a:ext>
            </a:extLst>
          </p:cNvPr>
          <p:cNvCxnSpPr/>
          <p:nvPr/>
        </p:nvCxnSpPr>
        <p:spPr>
          <a:xfrm>
            <a:off x="5014991" y="2115060"/>
            <a:ext cx="286769" cy="428142"/>
          </a:xfrm>
          <a:prstGeom prst="straightConnector1">
            <a:avLst/>
          </a:prstGeom>
          <a:noFill/>
          <a:ln w="44450" cap="flat" cmpd="sng">
            <a:solidFill>
              <a:schemeClr val="bg2"/>
            </a:solidFill>
            <a:prstDash val="solid"/>
            <a:round/>
            <a:headEnd type="triangle" w="med" len="med"/>
            <a:tailEnd type="triangle" w="med" len="med"/>
          </a:ln>
        </p:spPr>
      </p:cxnSp>
      <p:cxnSp>
        <p:nvCxnSpPr>
          <p:cNvPr id="19" name="Google Shape;285;p5">
            <a:extLst>
              <a:ext uri="{FF2B5EF4-FFF2-40B4-BE49-F238E27FC236}">
                <a16:creationId xmlns:a16="http://schemas.microsoft.com/office/drawing/2014/main" id="{4D8B3EDE-0F5E-44F2-A289-E121780B66E7}"/>
              </a:ext>
            </a:extLst>
          </p:cNvPr>
          <p:cNvCxnSpPr/>
          <p:nvPr/>
        </p:nvCxnSpPr>
        <p:spPr>
          <a:xfrm rot="10800000" flipH="1">
            <a:off x="3923739" y="3009821"/>
            <a:ext cx="909944" cy="10102"/>
          </a:xfrm>
          <a:prstGeom prst="straightConnector1">
            <a:avLst/>
          </a:prstGeom>
          <a:noFill/>
          <a:ln w="44450" cap="flat" cmpd="sng">
            <a:solidFill>
              <a:schemeClr val="bg2"/>
            </a:solidFill>
            <a:prstDash val="solid"/>
            <a:round/>
            <a:headEnd type="triangle" w="med" len="med"/>
            <a:tailEnd type="triangle" w="med" len="med"/>
          </a:ln>
        </p:spPr>
      </p:cxnSp>
      <p:sp>
        <p:nvSpPr>
          <p:cNvPr id="20" name="Google Shape;286;p5">
            <a:extLst>
              <a:ext uri="{FF2B5EF4-FFF2-40B4-BE49-F238E27FC236}">
                <a16:creationId xmlns:a16="http://schemas.microsoft.com/office/drawing/2014/main" id="{9CAA57E0-684C-4DCA-94B5-02F60293EE93}"/>
              </a:ext>
            </a:extLst>
          </p:cNvPr>
          <p:cNvSpPr/>
          <p:nvPr/>
        </p:nvSpPr>
        <p:spPr>
          <a:xfrm>
            <a:off x="393007" y="4638727"/>
            <a:ext cx="8395393" cy="4400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400"/>
              <a:buFont typeface="Arial"/>
              <a:buNone/>
              <a:tabLst/>
              <a:defRPr/>
            </a:pPr>
            <a:r>
              <a:rPr kumimoji="0" lang="en-US" sz="1800" b="0" i="0" u="none" strike="noStrike" kern="0" cap="none" spc="0" normalizeH="0" baseline="0" noProof="0" dirty="0" err="1">
                <a:ln>
                  <a:noFill/>
                </a:ln>
                <a:solidFill>
                  <a:srgbClr val="FFFFFF"/>
                </a:solidFill>
                <a:effectLst/>
                <a:uLnTx/>
                <a:uFillTx/>
                <a:latin typeface="Work Sans" pitchFamily="2" charset="0"/>
                <a:sym typeface="Arial"/>
              </a:rPr>
              <a:t>Interacción</a:t>
            </a:r>
            <a:r>
              <a:rPr kumimoji="0" lang="en-US" sz="1800" b="0" i="0" u="none" strike="noStrike" kern="0" cap="none" spc="0" normalizeH="0" baseline="0" noProof="0" dirty="0">
                <a:ln>
                  <a:noFill/>
                </a:ln>
                <a:solidFill>
                  <a:srgbClr val="FFFFFF"/>
                </a:solidFill>
                <a:effectLst/>
                <a:uLnTx/>
                <a:uFillTx/>
                <a:latin typeface="Work Sans" pitchFamily="2" charset="0"/>
                <a:sym typeface="Arial"/>
              </a:rPr>
              <a:t> y </a:t>
            </a:r>
            <a:r>
              <a:rPr kumimoji="0" lang="en-US" sz="1800" b="0" i="0" u="none" strike="noStrike" kern="0" cap="none" spc="0" normalizeH="0" baseline="0" noProof="0" dirty="0" err="1">
                <a:ln>
                  <a:noFill/>
                </a:ln>
                <a:solidFill>
                  <a:srgbClr val="FFFFFF"/>
                </a:solidFill>
                <a:effectLst/>
                <a:uLnTx/>
                <a:uFillTx/>
                <a:latin typeface="Work Sans" pitchFamily="2" charset="0"/>
                <a:sym typeface="Arial"/>
              </a:rPr>
              <a:t>transformación</a:t>
            </a:r>
            <a:r>
              <a:rPr kumimoji="0" lang="en-US" sz="1800" b="0" i="0" u="none" strike="noStrike" kern="0" cap="none" spc="0" normalizeH="0" baseline="0" noProof="0" dirty="0">
                <a:ln>
                  <a:noFill/>
                </a:ln>
                <a:solidFill>
                  <a:srgbClr val="FFFFFF"/>
                </a:solidFill>
                <a:effectLst/>
                <a:uLnTx/>
                <a:uFillTx/>
                <a:latin typeface="Work Sans" pitchFamily="2" charset="0"/>
                <a:sym typeface="Arial"/>
              </a:rPr>
              <a:t> de los </a:t>
            </a:r>
            <a:r>
              <a:rPr kumimoji="0" lang="en-US" sz="1800" b="0" i="0" u="none" strike="noStrike" kern="0" cap="none" spc="0" normalizeH="0" baseline="0" noProof="0" dirty="0" err="1">
                <a:ln>
                  <a:noFill/>
                </a:ln>
                <a:solidFill>
                  <a:srgbClr val="FFFFFF"/>
                </a:solidFill>
                <a:effectLst/>
                <a:uLnTx/>
                <a:uFillTx/>
                <a:latin typeface="Work Sans" pitchFamily="2" charset="0"/>
                <a:sym typeface="Arial"/>
              </a:rPr>
              <a:t>procesos</a:t>
            </a:r>
            <a:endParaRPr kumimoji="0" sz="1800" b="0" i="0" u="none" strike="noStrike" kern="0" cap="none" spc="0" normalizeH="0" baseline="0" noProof="0" dirty="0">
              <a:ln>
                <a:noFill/>
              </a:ln>
              <a:solidFill>
                <a:srgbClr val="000000"/>
              </a:solidFill>
              <a:effectLst/>
              <a:uLnTx/>
              <a:uFillTx/>
              <a:latin typeface="Work Sans" pitchFamily="2" charset="0"/>
              <a:sym typeface="Arial"/>
            </a:endParaRPr>
          </a:p>
        </p:txBody>
      </p:sp>
    </p:spTree>
    <p:extLst>
      <p:ext uri="{BB962C8B-B14F-4D97-AF65-F5344CB8AC3E}">
        <p14:creationId xmlns:p14="http://schemas.microsoft.com/office/powerpoint/2010/main" val="30517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Work Sans" pitchFamily="2" charset="0"/>
            </a:endParaRPr>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Analítica: Datos</a:t>
            </a:r>
          </a:p>
        </p:txBody>
      </p:sp>
      <p:graphicFrame>
        <p:nvGraphicFramePr>
          <p:cNvPr id="2" name="Objeto 1">
            <a:extLst>
              <a:ext uri="{FF2B5EF4-FFF2-40B4-BE49-F238E27FC236}">
                <a16:creationId xmlns:a16="http://schemas.microsoft.com/office/drawing/2014/main" id="{494DC1AE-5B15-48B4-9714-7BF3C6C69868}"/>
              </a:ext>
            </a:extLst>
          </p:cNvPr>
          <p:cNvGraphicFramePr>
            <a:graphicFrameLocks noChangeAspect="1"/>
          </p:cNvGraphicFramePr>
          <p:nvPr>
            <p:extLst>
              <p:ext uri="{D42A27DB-BD31-4B8C-83A1-F6EECF244321}">
                <p14:modId xmlns:p14="http://schemas.microsoft.com/office/powerpoint/2010/main" val="353071902"/>
              </p:ext>
            </p:extLst>
          </p:nvPr>
        </p:nvGraphicFramePr>
        <p:xfrm>
          <a:off x="2472225" y="1214758"/>
          <a:ext cx="3970338" cy="3478462"/>
        </p:xfrm>
        <a:graphic>
          <a:graphicData uri="http://schemas.openxmlformats.org/presentationml/2006/ole">
            <mc:AlternateContent xmlns:mc="http://schemas.openxmlformats.org/markup-compatibility/2006">
              <mc:Choice xmlns:v="urn:schemas-microsoft-com:vml" Requires="v">
                <p:oleObj name="Imagen de mapa de bits" r:id="rId3" imgW="8924760" imgH="7819920" progId="Paint.Picture">
                  <p:embed/>
                </p:oleObj>
              </mc:Choice>
              <mc:Fallback>
                <p:oleObj name="Imagen de mapa de bits" r:id="rId3" imgW="8924760" imgH="7819920" progId="Paint.Picture">
                  <p:embed/>
                  <p:pic>
                    <p:nvPicPr>
                      <p:cNvPr id="2" name="Objeto 1">
                        <a:extLst>
                          <a:ext uri="{FF2B5EF4-FFF2-40B4-BE49-F238E27FC236}">
                            <a16:creationId xmlns:a16="http://schemas.microsoft.com/office/drawing/2014/main" id="{494DC1AE-5B15-48B4-9714-7BF3C6C69868}"/>
                          </a:ext>
                        </a:extLst>
                      </p:cNvPr>
                      <p:cNvPicPr/>
                      <p:nvPr/>
                    </p:nvPicPr>
                    <p:blipFill>
                      <a:blip r:embed="rId4"/>
                      <a:stretch>
                        <a:fillRect/>
                      </a:stretch>
                    </p:blipFill>
                    <p:spPr>
                      <a:xfrm>
                        <a:off x="2472225" y="1214758"/>
                        <a:ext cx="3970338" cy="3478462"/>
                      </a:xfrm>
                      <a:prstGeom prst="rect">
                        <a:avLst/>
                      </a:prstGeom>
                    </p:spPr>
                  </p:pic>
                </p:oleObj>
              </mc:Fallback>
            </mc:AlternateContent>
          </a:graphicData>
        </a:graphic>
      </p:graphicFrame>
      <p:sp>
        <p:nvSpPr>
          <p:cNvPr id="32" name="Rectángulo 31">
            <a:extLst>
              <a:ext uri="{FF2B5EF4-FFF2-40B4-BE49-F238E27FC236}">
                <a16:creationId xmlns:a16="http://schemas.microsoft.com/office/drawing/2014/main" id="{3F31A872-CB1D-40AE-A816-A18074406B85}"/>
              </a:ext>
            </a:extLst>
          </p:cNvPr>
          <p:cNvSpPr>
            <a:spLocks noChangeArrowheads="1"/>
          </p:cNvSpPr>
          <p:nvPr/>
        </p:nvSpPr>
        <p:spPr bwMode="auto">
          <a:xfrm>
            <a:off x="1139704" y="1699921"/>
            <a:ext cx="1620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Acceso</a:t>
            </a:r>
          </a:p>
        </p:txBody>
      </p:sp>
      <p:sp>
        <p:nvSpPr>
          <p:cNvPr id="33" name="Rectángulo 32">
            <a:extLst>
              <a:ext uri="{FF2B5EF4-FFF2-40B4-BE49-F238E27FC236}">
                <a16:creationId xmlns:a16="http://schemas.microsoft.com/office/drawing/2014/main" id="{25BBE1CD-441C-4507-98B1-8CF7F0818B3A}"/>
              </a:ext>
            </a:extLst>
          </p:cNvPr>
          <p:cNvSpPr>
            <a:spLocks noChangeArrowheads="1"/>
          </p:cNvSpPr>
          <p:nvPr/>
        </p:nvSpPr>
        <p:spPr bwMode="auto">
          <a:xfrm>
            <a:off x="562969" y="3005900"/>
            <a:ext cx="15753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Calidad</a:t>
            </a:r>
          </a:p>
        </p:txBody>
      </p:sp>
      <p:sp>
        <p:nvSpPr>
          <p:cNvPr id="34" name="Rectángulo 33">
            <a:extLst>
              <a:ext uri="{FF2B5EF4-FFF2-40B4-BE49-F238E27FC236}">
                <a16:creationId xmlns:a16="http://schemas.microsoft.com/office/drawing/2014/main" id="{B161B393-85E1-486A-809F-B9BC7C98E4EF}"/>
              </a:ext>
            </a:extLst>
          </p:cNvPr>
          <p:cNvSpPr>
            <a:spLocks noChangeArrowheads="1"/>
          </p:cNvSpPr>
          <p:nvPr/>
        </p:nvSpPr>
        <p:spPr bwMode="auto">
          <a:xfrm>
            <a:off x="6442563" y="3071535"/>
            <a:ext cx="27014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4378" eaLnBrk="1" hangingPunct="1">
              <a:defRPr/>
            </a:pPr>
            <a:r>
              <a:rPr lang="es-CO" altLang="es-CO" sz="2400" dirty="0">
                <a:solidFill>
                  <a:srgbClr val="14A5C5"/>
                </a:solidFill>
                <a:latin typeface="Work Sans" pitchFamily="2" charset="0"/>
                <a:cs typeface="Kanit ExtraLight" panose="00000300000000000000" pitchFamily="2" charset="-34"/>
              </a:rPr>
              <a:t>Entendimiento más allá del dato</a:t>
            </a:r>
          </a:p>
        </p:txBody>
      </p:sp>
      <p:sp>
        <p:nvSpPr>
          <p:cNvPr id="35" name="Rectángulo 34">
            <a:extLst>
              <a:ext uri="{FF2B5EF4-FFF2-40B4-BE49-F238E27FC236}">
                <a16:creationId xmlns:a16="http://schemas.microsoft.com/office/drawing/2014/main" id="{45BBB6FE-41EB-466B-B91B-273DDC4C9399}"/>
              </a:ext>
            </a:extLst>
          </p:cNvPr>
          <p:cNvSpPr>
            <a:spLocks noChangeArrowheads="1"/>
          </p:cNvSpPr>
          <p:nvPr/>
        </p:nvSpPr>
        <p:spPr bwMode="auto">
          <a:xfrm>
            <a:off x="6758477" y="1779744"/>
            <a:ext cx="18633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Legislación</a:t>
            </a:r>
          </a:p>
        </p:txBody>
      </p:sp>
      <p:sp>
        <p:nvSpPr>
          <p:cNvPr id="36" name="Rectángulo 35">
            <a:extLst>
              <a:ext uri="{FF2B5EF4-FFF2-40B4-BE49-F238E27FC236}">
                <a16:creationId xmlns:a16="http://schemas.microsoft.com/office/drawing/2014/main" id="{00F25F4A-E932-4100-860F-24A26EB334DE}"/>
              </a:ext>
            </a:extLst>
          </p:cNvPr>
          <p:cNvSpPr>
            <a:spLocks noChangeArrowheads="1"/>
          </p:cNvSpPr>
          <p:nvPr/>
        </p:nvSpPr>
        <p:spPr bwMode="auto">
          <a:xfrm>
            <a:off x="0" y="465336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defTabSz="914378" eaLnBrk="1" hangingPunct="1">
              <a:defRPr/>
            </a:pPr>
            <a:r>
              <a:rPr lang="es-CO" altLang="es-CO" sz="2400" b="1" dirty="0" err="1">
                <a:solidFill>
                  <a:schemeClr val="bg2"/>
                </a:solidFill>
                <a:latin typeface="Work Sans SemiBold" pitchFamily="2" charset="0"/>
                <a:cs typeface="Kanit ExtraLight" panose="00000300000000000000" pitchFamily="2" charset="-34"/>
              </a:rPr>
              <a:t>OpenData</a:t>
            </a:r>
            <a:r>
              <a:rPr lang="es-CO" altLang="es-CO" sz="2400" b="1" dirty="0">
                <a:solidFill>
                  <a:schemeClr val="bg2"/>
                </a:solidFill>
                <a:latin typeface="Work Sans SemiBold" pitchFamily="2" charset="0"/>
                <a:cs typeface="Kanit ExtraLight" panose="00000300000000000000" pitchFamily="2" charset="-34"/>
              </a:rPr>
              <a:t> – MDM – bases de conocimiento – Uso y Admón.</a:t>
            </a:r>
          </a:p>
        </p:txBody>
      </p:sp>
      <p:sp>
        <p:nvSpPr>
          <p:cNvPr id="37" name="Rectángulo 20">
            <a:extLst>
              <a:ext uri="{FF2B5EF4-FFF2-40B4-BE49-F238E27FC236}">
                <a16:creationId xmlns:a16="http://schemas.microsoft.com/office/drawing/2014/main" id="{0A6B7841-BD32-437F-A7EF-8C9DC2D69FFF}"/>
              </a:ext>
            </a:extLst>
          </p:cNvPr>
          <p:cNvSpPr>
            <a:spLocks noChangeArrowheads="1"/>
          </p:cNvSpPr>
          <p:nvPr/>
        </p:nvSpPr>
        <p:spPr bwMode="auto">
          <a:xfrm>
            <a:off x="3451470" y="2157652"/>
            <a:ext cx="20118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r>
              <a:rPr lang="es-CO" altLang="es-CO" sz="3200" dirty="0">
                <a:solidFill>
                  <a:prstClr val="black"/>
                </a:solidFill>
                <a:latin typeface="Work Sans SemiBold" pitchFamily="2" charset="0"/>
                <a:cs typeface="Kanit" panose="00000500000000000000" pitchFamily="2" charset="-34"/>
              </a:rPr>
              <a:t>Data</a:t>
            </a:r>
          </a:p>
        </p:txBody>
      </p:sp>
    </p:spTree>
    <p:extLst>
      <p:ext uri="{BB962C8B-B14F-4D97-AF65-F5344CB8AC3E}">
        <p14:creationId xmlns:p14="http://schemas.microsoft.com/office/powerpoint/2010/main" val="3622661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Work Sans" pitchFamily="2" charset="0"/>
            </a:endParaRPr>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Analítica: Tecnología</a:t>
            </a:r>
          </a:p>
        </p:txBody>
      </p:sp>
      <p:pic>
        <p:nvPicPr>
          <p:cNvPr id="4" name="Imagen 3">
            <a:extLst>
              <a:ext uri="{FF2B5EF4-FFF2-40B4-BE49-F238E27FC236}">
                <a16:creationId xmlns:a16="http://schemas.microsoft.com/office/drawing/2014/main" id="{44487A6D-E542-421A-80BA-C12E372C380B}"/>
              </a:ext>
            </a:extLst>
          </p:cNvPr>
          <p:cNvPicPr>
            <a:picLocks noChangeAspect="1"/>
          </p:cNvPicPr>
          <p:nvPr/>
        </p:nvPicPr>
        <p:blipFill>
          <a:blip r:embed="rId3"/>
          <a:stretch>
            <a:fillRect/>
          </a:stretch>
        </p:blipFill>
        <p:spPr>
          <a:xfrm>
            <a:off x="2651958" y="1219200"/>
            <a:ext cx="3610871" cy="3238500"/>
          </a:xfrm>
          <a:prstGeom prst="rect">
            <a:avLst/>
          </a:prstGeom>
        </p:spPr>
      </p:pic>
      <p:sp>
        <p:nvSpPr>
          <p:cNvPr id="7" name="Rectángulo 6">
            <a:extLst>
              <a:ext uri="{FF2B5EF4-FFF2-40B4-BE49-F238E27FC236}">
                <a16:creationId xmlns:a16="http://schemas.microsoft.com/office/drawing/2014/main" id="{0A7C04B3-E9C9-48B4-AECD-6C0E9EBF9FCE}"/>
              </a:ext>
            </a:extLst>
          </p:cNvPr>
          <p:cNvSpPr>
            <a:spLocks noChangeArrowheads="1"/>
          </p:cNvSpPr>
          <p:nvPr/>
        </p:nvSpPr>
        <p:spPr bwMode="auto">
          <a:xfrm>
            <a:off x="6128022" y="1342770"/>
            <a:ext cx="31507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4378" eaLnBrk="1" hangingPunct="1">
              <a:defRPr/>
            </a:pPr>
            <a:r>
              <a:rPr lang="es-CO" altLang="es-CO" sz="2400" dirty="0">
                <a:solidFill>
                  <a:srgbClr val="14A5C5"/>
                </a:solidFill>
                <a:latin typeface="Work Sans" pitchFamily="2" charset="0"/>
                <a:cs typeface="Kanit ExtraLight" panose="00000300000000000000" pitchFamily="2" charset="-34"/>
              </a:rPr>
              <a:t>Empoderamiento y democratización</a:t>
            </a:r>
          </a:p>
        </p:txBody>
      </p:sp>
      <p:sp>
        <p:nvSpPr>
          <p:cNvPr id="8" name="Rectángulo 7">
            <a:extLst>
              <a:ext uri="{FF2B5EF4-FFF2-40B4-BE49-F238E27FC236}">
                <a16:creationId xmlns:a16="http://schemas.microsoft.com/office/drawing/2014/main" id="{17E68426-EC4F-4EA8-A9A1-A4A1D01A8C2A}"/>
              </a:ext>
            </a:extLst>
          </p:cNvPr>
          <p:cNvSpPr>
            <a:spLocks noChangeArrowheads="1"/>
          </p:cNvSpPr>
          <p:nvPr/>
        </p:nvSpPr>
        <p:spPr bwMode="auto">
          <a:xfrm>
            <a:off x="867803" y="1389789"/>
            <a:ext cx="31507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Integración</a:t>
            </a:r>
          </a:p>
        </p:txBody>
      </p:sp>
      <p:sp>
        <p:nvSpPr>
          <p:cNvPr id="9" name="Rectángulo 8">
            <a:extLst>
              <a:ext uri="{FF2B5EF4-FFF2-40B4-BE49-F238E27FC236}">
                <a16:creationId xmlns:a16="http://schemas.microsoft.com/office/drawing/2014/main" id="{FCA64D14-1361-4478-89AD-3A6F89FA155C}"/>
              </a:ext>
            </a:extLst>
          </p:cNvPr>
          <p:cNvSpPr>
            <a:spLocks noChangeArrowheads="1"/>
          </p:cNvSpPr>
          <p:nvPr/>
        </p:nvSpPr>
        <p:spPr bwMode="auto">
          <a:xfrm>
            <a:off x="512192" y="2383135"/>
            <a:ext cx="31507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Flexibilidad</a:t>
            </a:r>
          </a:p>
        </p:txBody>
      </p:sp>
      <p:sp>
        <p:nvSpPr>
          <p:cNvPr id="11" name="Rectángulo 10">
            <a:extLst>
              <a:ext uri="{FF2B5EF4-FFF2-40B4-BE49-F238E27FC236}">
                <a16:creationId xmlns:a16="http://schemas.microsoft.com/office/drawing/2014/main" id="{DB458952-8494-46B9-9844-195F581BE141}"/>
              </a:ext>
            </a:extLst>
          </p:cNvPr>
          <p:cNvSpPr>
            <a:spLocks noChangeArrowheads="1"/>
          </p:cNvSpPr>
          <p:nvPr/>
        </p:nvSpPr>
        <p:spPr bwMode="auto">
          <a:xfrm>
            <a:off x="867804" y="3693467"/>
            <a:ext cx="31507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Usabilidad</a:t>
            </a:r>
          </a:p>
        </p:txBody>
      </p:sp>
      <p:sp>
        <p:nvSpPr>
          <p:cNvPr id="12" name="Rectángulo 11">
            <a:extLst>
              <a:ext uri="{FF2B5EF4-FFF2-40B4-BE49-F238E27FC236}">
                <a16:creationId xmlns:a16="http://schemas.microsoft.com/office/drawing/2014/main" id="{6796A1D5-85C3-43AE-A7DA-3DB65263CD8D}"/>
              </a:ext>
            </a:extLst>
          </p:cNvPr>
          <p:cNvSpPr>
            <a:spLocks noChangeArrowheads="1"/>
          </p:cNvSpPr>
          <p:nvPr/>
        </p:nvSpPr>
        <p:spPr bwMode="auto">
          <a:xfrm>
            <a:off x="5802743" y="3618628"/>
            <a:ext cx="32402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Capacidad de procesamiento</a:t>
            </a:r>
          </a:p>
        </p:txBody>
      </p:sp>
      <p:sp>
        <p:nvSpPr>
          <p:cNvPr id="13" name="Rectángulo 12">
            <a:extLst>
              <a:ext uri="{FF2B5EF4-FFF2-40B4-BE49-F238E27FC236}">
                <a16:creationId xmlns:a16="http://schemas.microsoft.com/office/drawing/2014/main" id="{37BE7CFA-4B63-469A-BE73-FFD63FB94622}"/>
              </a:ext>
            </a:extLst>
          </p:cNvPr>
          <p:cNvSpPr>
            <a:spLocks noChangeArrowheads="1"/>
          </p:cNvSpPr>
          <p:nvPr/>
        </p:nvSpPr>
        <p:spPr bwMode="auto">
          <a:xfrm>
            <a:off x="1" y="4705160"/>
            <a:ext cx="91440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378"/>
            <a:r>
              <a:rPr lang="es-CO" altLang="es-CO" sz="2400" b="1" dirty="0">
                <a:solidFill>
                  <a:schemeClr val="bg2"/>
                </a:solidFill>
                <a:latin typeface="Work Sans SemiBold" pitchFamily="2" charset="0"/>
                <a:ea typeface="MS PGothic" panose="020B0600070205080204" pitchFamily="34" charset="-128"/>
                <a:cs typeface="Kanit ExtraLight" panose="00000300000000000000" pitchFamily="2" charset="-34"/>
              </a:rPr>
              <a:t>Visualización – Integración – Cloud - </a:t>
            </a:r>
            <a:r>
              <a:rPr lang="es-CO" altLang="es-CO" sz="2400" b="1" dirty="0" err="1">
                <a:solidFill>
                  <a:schemeClr val="bg2"/>
                </a:solidFill>
                <a:latin typeface="Work Sans SemiBold" pitchFamily="2" charset="0"/>
                <a:ea typeface="MS PGothic" panose="020B0600070205080204" pitchFamily="34" charset="-128"/>
                <a:cs typeface="Kanit ExtraLight" panose="00000300000000000000" pitchFamily="2" charset="-34"/>
              </a:rPr>
              <a:t>Realtime</a:t>
            </a:r>
            <a:endParaRPr lang="es-CO" altLang="es-CO" sz="2400" b="1" dirty="0">
              <a:solidFill>
                <a:schemeClr val="bg2"/>
              </a:solidFill>
              <a:latin typeface="Work Sans SemiBold" pitchFamily="2" charset="0"/>
              <a:ea typeface="MS PGothic" panose="020B0600070205080204" pitchFamily="34" charset="-128"/>
              <a:cs typeface="Kanit ExtraLight" panose="00000300000000000000" pitchFamily="2" charset="-34"/>
            </a:endParaRPr>
          </a:p>
        </p:txBody>
      </p:sp>
      <p:sp>
        <p:nvSpPr>
          <p:cNvPr id="14" name="Rectángulo 13">
            <a:extLst>
              <a:ext uri="{FF2B5EF4-FFF2-40B4-BE49-F238E27FC236}">
                <a16:creationId xmlns:a16="http://schemas.microsoft.com/office/drawing/2014/main" id="{12093630-7340-49A1-8C75-A4192B3123E4}"/>
              </a:ext>
            </a:extLst>
          </p:cNvPr>
          <p:cNvSpPr>
            <a:spLocks noChangeArrowheads="1"/>
          </p:cNvSpPr>
          <p:nvPr/>
        </p:nvSpPr>
        <p:spPr bwMode="auto">
          <a:xfrm>
            <a:off x="6664262" y="2716580"/>
            <a:ext cx="28233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4378" eaLnBrk="1" hangingPunct="1">
              <a:defRPr/>
            </a:pPr>
            <a:r>
              <a:rPr lang="es-CO" altLang="es-CO" sz="2400" dirty="0">
                <a:solidFill>
                  <a:srgbClr val="14A5C5"/>
                </a:solidFill>
                <a:latin typeface="Work Sans" pitchFamily="2" charset="0"/>
                <a:cs typeface="Kanit ExtraLight" panose="00000300000000000000" pitchFamily="2" charset="-34"/>
              </a:rPr>
              <a:t>Disponibilidad</a:t>
            </a:r>
          </a:p>
        </p:txBody>
      </p:sp>
    </p:spTree>
    <p:extLst>
      <p:ext uri="{BB962C8B-B14F-4D97-AF65-F5344CB8AC3E}">
        <p14:creationId xmlns:p14="http://schemas.microsoft.com/office/powerpoint/2010/main" val="1342404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51FA3946-A4F4-F341-8CFB-00FD2F0AA2B4}"/>
              </a:ext>
            </a:extLst>
          </p:cNvPr>
          <p:cNvSpPr/>
          <p:nvPr/>
        </p:nvSpPr>
        <p:spPr>
          <a:xfrm>
            <a:off x="0" y="1119696"/>
            <a:ext cx="9144000" cy="402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Work Sans" pitchFamily="2" charset="0"/>
            </a:endParaRPr>
          </a:p>
        </p:txBody>
      </p:sp>
      <p:sp>
        <p:nvSpPr>
          <p:cNvPr id="3" name="Título 2">
            <a:extLst>
              <a:ext uri="{FF2B5EF4-FFF2-40B4-BE49-F238E27FC236}">
                <a16:creationId xmlns:a16="http://schemas.microsoft.com/office/drawing/2014/main" id="{314E487E-B361-CD4A-B777-1FE570C03548}"/>
              </a:ext>
            </a:extLst>
          </p:cNvPr>
          <p:cNvSpPr>
            <a:spLocks noGrp="1"/>
          </p:cNvSpPr>
          <p:nvPr>
            <p:ph type="title"/>
          </p:nvPr>
        </p:nvSpPr>
        <p:spPr/>
        <p:txBody>
          <a:bodyPr/>
          <a:lstStyle/>
          <a:p>
            <a:r>
              <a:rPr lang="es-CO" dirty="0"/>
              <a:t>Analítica: Equipos</a:t>
            </a:r>
          </a:p>
        </p:txBody>
      </p:sp>
      <p:pic>
        <p:nvPicPr>
          <p:cNvPr id="4" name="Imagen 3">
            <a:extLst>
              <a:ext uri="{FF2B5EF4-FFF2-40B4-BE49-F238E27FC236}">
                <a16:creationId xmlns:a16="http://schemas.microsoft.com/office/drawing/2014/main" id="{9F2F8232-E3FD-4156-A535-0C9C1B68C061}"/>
              </a:ext>
            </a:extLst>
          </p:cNvPr>
          <p:cNvPicPr>
            <a:picLocks noChangeAspect="1"/>
          </p:cNvPicPr>
          <p:nvPr/>
        </p:nvPicPr>
        <p:blipFill>
          <a:blip r:embed="rId3"/>
          <a:stretch>
            <a:fillRect/>
          </a:stretch>
        </p:blipFill>
        <p:spPr>
          <a:xfrm>
            <a:off x="3248514" y="1270675"/>
            <a:ext cx="3280941" cy="3283506"/>
          </a:xfrm>
          <a:prstGeom prst="rect">
            <a:avLst/>
          </a:prstGeom>
        </p:spPr>
      </p:pic>
      <p:sp>
        <p:nvSpPr>
          <p:cNvPr id="6" name="Rectángulo 5">
            <a:extLst>
              <a:ext uri="{FF2B5EF4-FFF2-40B4-BE49-F238E27FC236}">
                <a16:creationId xmlns:a16="http://schemas.microsoft.com/office/drawing/2014/main" id="{CD9F32AC-AD6B-4D28-85CA-2DA2397AE550}"/>
              </a:ext>
            </a:extLst>
          </p:cNvPr>
          <p:cNvSpPr>
            <a:spLocks noChangeArrowheads="1"/>
          </p:cNvSpPr>
          <p:nvPr/>
        </p:nvSpPr>
        <p:spPr bwMode="auto">
          <a:xfrm>
            <a:off x="6128022" y="1342770"/>
            <a:ext cx="31507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4378" eaLnBrk="1" hangingPunct="1">
              <a:defRPr/>
            </a:pPr>
            <a:r>
              <a:rPr lang="es-CO" altLang="es-CO" sz="2400" dirty="0">
                <a:solidFill>
                  <a:srgbClr val="14A5C5"/>
                </a:solidFill>
                <a:latin typeface="Work Sans" pitchFamily="2" charset="0"/>
                <a:cs typeface="Kanit ExtraLight" panose="00000300000000000000" pitchFamily="2" charset="-34"/>
              </a:rPr>
              <a:t>Decisiones accionables</a:t>
            </a:r>
          </a:p>
        </p:txBody>
      </p:sp>
      <p:sp>
        <p:nvSpPr>
          <p:cNvPr id="7" name="Rectángulo 6">
            <a:extLst>
              <a:ext uri="{FF2B5EF4-FFF2-40B4-BE49-F238E27FC236}">
                <a16:creationId xmlns:a16="http://schemas.microsoft.com/office/drawing/2014/main" id="{49AF9994-37E5-4142-993F-F5CF92F39DD8}"/>
              </a:ext>
            </a:extLst>
          </p:cNvPr>
          <p:cNvSpPr>
            <a:spLocks noChangeArrowheads="1"/>
          </p:cNvSpPr>
          <p:nvPr/>
        </p:nvSpPr>
        <p:spPr bwMode="auto">
          <a:xfrm>
            <a:off x="512191" y="1389789"/>
            <a:ext cx="31507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Gestión del Conocimiento</a:t>
            </a:r>
          </a:p>
        </p:txBody>
      </p:sp>
      <p:sp>
        <p:nvSpPr>
          <p:cNvPr id="8" name="Rectángulo 7">
            <a:extLst>
              <a:ext uri="{FF2B5EF4-FFF2-40B4-BE49-F238E27FC236}">
                <a16:creationId xmlns:a16="http://schemas.microsoft.com/office/drawing/2014/main" id="{3A700BDF-0A82-4F04-8FAE-21ADF757AEF0}"/>
              </a:ext>
            </a:extLst>
          </p:cNvPr>
          <p:cNvSpPr>
            <a:spLocks noChangeArrowheads="1"/>
          </p:cNvSpPr>
          <p:nvPr/>
        </p:nvSpPr>
        <p:spPr bwMode="auto">
          <a:xfrm>
            <a:off x="266971" y="2687659"/>
            <a:ext cx="31507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Empoderamiento</a:t>
            </a:r>
          </a:p>
        </p:txBody>
      </p:sp>
      <p:sp>
        <p:nvSpPr>
          <p:cNvPr id="9" name="Rectángulo 8">
            <a:extLst>
              <a:ext uri="{FF2B5EF4-FFF2-40B4-BE49-F238E27FC236}">
                <a16:creationId xmlns:a16="http://schemas.microsoft.com/office/drawing/2014/main" id="{928C612E-EA78-40CB-B6F0-106FF5DC3763}"/>
              </a:ext>
            </a:extLst>
          </p:cNvPr>
          <p:cNvSpPr>
            <a:spLocks noChangeArrowheads="1"/>
          </p:cNvSpPr>
          <p:nvPr/>
        </p:nvSpPr>
        <p:spPr bwMode="auto">
          <a:xfrm>
            <a:off x="512190" y="3968415"/>
            <a:ext cx="31507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Roles y Accesos</a:t>
            </a:r>
          </a:p>
        </p:txBody>
      </p:sp>
      <p:sp>
        <p:nvSpPr>
          <p:cNvPr id="11" name="Rectángulo 10">
            <a:extLst>
              <a:ext uri="{FF2B5EF4-FFF2-40B4-BE49-F238E27FC236}">
                <a16:creationId xmlns:a16="http://schemas.microsoft.com/office/drawing/2014/main" id="{C791658E-9A31-450D-81F3-B22DAC5E2F59}"/>
              </a:ext>
            </a:extLst>
          </p:cNvPr>
          <p:cNvSpPr>
            <a:spLocks noChangeArrowheads="1"/>
          </p:cNvSpPr>
          <p:nvPr/>
        </p:nvSpPr>
        <p:spPr bwMode="auto">
          <a:xfrm>
            <a:off x="5802743" y="3618628"/>
            <a:ext cx="32402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s-CO" altLang="es-CO" sz="2400" dirty="0">
                <a:solidFill>
                  <a:srgbClr val="14A5C5"/>
                </a:solidFill>
                <a:latin typeface="Work Sans" pitchFamily="2" charset="0"/>
                <a:cs typeface="Kanit ExtraLight" panose="00000300000000000000" pitchFamily="2" charset="-34"/>
              </a:rPr>
              <a:t>Evolución y transformación</a:t>
            </a:r>
          </a:p>
        </p:txBody>
      </p:sp>
      <p:sp>
        <p:nvSpPr>
          <p:cNvPr id="12" name="Rectángulo 11">
            <a:extLst>
              <a:ext uri="{FF2B5EF4-FFF2-40B4-BE49-F238E27FC236}">
                <a16:creationId xmlns:a16="http://schemas.microsoft.com/office/drawing/2014/main" id="{8B086912-26A7-4E56-990D-F473D9B47583}"/>
              </a:ext>
            </a:extLst>
          </p:cNvPr>
          <p:cNvSpPr>
            <a:spLocks noChangeArrowheads="1"/>
          </p:cNvSpPr>
          <p:nvPr/>
        </p:nvSpPr>
        <p:spPr bwMode="auto">
          <a:xfrm>
            <a:off x="1" y="4705160"/>
            <a:ext cx="91440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378"/>
            <a:r>
              <a:rPr lang="es-CO" altLang="es-CO" sz="2400" b="1" dirty="0">
                <a:solidFill>
                  <a:schemeClr val="bg2"/>
                </a:solidFill>
                <a:latin typeface="Work Sans SemiBold" pitchFamily="2" charset="0"/>
                <a:ea typeface="MS PGothic" panose="020B0600070205080204" pitchFamily="34" charset="-128"/>
                <a:cs typeface="Kanit ExtraLight" panose="00000300000000000000" pitchFamily="2" charset="-34"/>
              </a:rPr>
              <a:t>Gestión – Conocimiento – Acciones - Retroalimentación</a:t>
            </a:r>
          </a:p>
        </p:txBody>
      </p:sp>
      <p:sp>
        <p:nvSpPr>
          <p:cNvPr id="13" name="Rectángulo 12">
            <a:extLst>
              <a:ext uri="{FF2B5EF4-FFF2-40B4-BE49-F238E27FC236}">
                <a16:creationId xmlns:a16="http://schemas.microsoft.com/office/drawing/2014/main" id="{1B223EB7-A105-45C5-8A3D-0010F9F8EF1C}"/>
              </a:ext>
            </a:extLst>
          </p:cNvPr>
          <p:cNvSpPr>
            <a:spLocks noChangeArrowheads="1"/>
          </p:cNvSpPr>
          <p:nvPr/>
        </p:nvSpPr>
        <p:spPr bwMode="auto">
          <a:xfrm>
            <a:off x="6891163" y="2707125"/>
            <a:ext cx="2252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MS PGothic" panose="020B0600070205080204" pitchFamily="34" charset="-128"/>
              </a:defRPr>
            </a:lvl1pPr>
            <a:lvl2pPr marL="742950" indent="-285750" eaLnBrk="0" hangingPunct="0">
              <a:defRPr>
                <a:solidFill>
                  <a:schemeClr val="tx1"/>
                </a:solidFill>
                <a:latin typeface="Calibri" panose="020F0502020204030204" pitchFamily="34" charset="0"/>
                <a:ea typeface="MS PGothic" panose="020B0600070205080204" pitchFamily="34" charset="-128"/>
              </a:defRPr>
            </a:lvl2pPr>
            <a:lvl3pPr marL="1143000" indent="-228600" eaLnBrk="0" hangingPunct="0">
              <a:defRPr>
                <a:solidFill>
                  <a:schemeClr val="tx1"/>
                </a:solidFill>
                <a:latin typeface="Calibri" panose="020F0502020204030204" pitchFamily="34" charset="0"/>
                <a:ea typeface="MS PGothic" panose="020B0600070205080204" pitchFamily="34" charset="-128"/>
              </a:defRPr>
            </a:lvl3pPr>
            <a:lvl4pPr marL="1600200" indent="-228600" eaLnBrk="0" hangingPunct="0">
              <a:defRPr>
                <a:solidFill>
                  <a:schemeClr val="tx1"/>
                </a:solidFill>
                <a:latin typeface="Calibri" panose="020F0502020204030204" pitchFamily="34" charset="0"/>
                <a:ea typeface="MS PGothic" panose="020B0600070205080204" pitchFamily="34" charset="-128"/>
              </a:defRPr>
            </a:lvl4pPr>
            <a:lvl5pPr marL="2057400" indent="-228600" eaLnBrk="0" hangingPunct="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914378" eaLnBrk="1" hangingPunct="1">
              <a:defRPr/>
            </a:pPr>
            <a:r>
              <a:rPr lang="es-CO" altLang="es-CO" sz="2400" dirty="0">
                <a:solidFill>
                  <a:srgbClr val="14A5C5"/>
                </a:solidFill>
                <a:latin typeface="Work Sans" pitchFamily="2" charset="0"/>
                <a:cs typeface="Kanit ExtraLight" panose="00000300000000000000" pitchFamily="2" charset="-34"/>
              </a:rPr>
              <a:t>Estructura</a:t>
            </a:r>
          </a:p>
        </p:txBody>
      </p:sp>
    </p:spTree>
    <p:extLst>
      <p:ext uri="{BB962C8B-B14F-4D97-AF65-F5344CB8AC3E}">
        <p14:creationId xmlns:p14="http://schemas.microsoft.com/office/powerpoint/2010/main" val="2031035205"/>
      </p:ext>
    </p:extLst>
  </p:cSld>
  <p:clrMapOvr>
    <a:masterClrMapping/>
  </p:clrMapOvr>
</p:sld>
</file>

<file path=ppt/theme/theme1.xml><?xml version="1.0" encoding="utf-8"?>
<a:theme xmlns:a="http://schemas.openxmlformats.org/drawingml/2006/main" name="Presidencia de Colomba">
  <a:themeElements>
    <a:clrScheme name="Personalizados 1">
      <a:dk1>
        <a:srgbClr val="073763"/>
      </a:dk1>
      <a:lt1>
        <a:srgbClr val="FEFFFF"/>
      </a:lt1>
      <a:dk2>
        <a:srgbClr val="3C78D8"/>
      </a:dk2>
      <a:lt2>
        <a:srgbClr val="A4C2F4"/>
      </a:lt2>
      <a:accent1>
        <a:srgbClr val="E4EDFE"/>
      </a:accent1>
      <a:accent2>
        <a:srgbClr val="B7CFFF"/>
      </a:accent2>
      <a:accent3>
        <a:srgbClr val="88ACF8"/>
      </a:accent3>
      <a:accent4>
        <a:srgbClr val="5B8BFF"/>
      </a:accent4>
      <a:accent5>
        <a:srgbClr val="6D98FF"/>
      </a:accent5>
      <a:accent6>
        <a:srgbClr val="2A54A7"/>
      </a:accent6>
      <a:hlink>
        <a:srgbClr val="F45721"/>
      </a:hlink>
      <a:folHlink>
        <a:srgbClr val="FFA06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3B6CE2FA1976C418B726CC4960E807E" ma:contentTypeVersion="12" ma:contentTypeDescription="Crear nuevo documento." ma:contentTypeScope="" ma:versionID="4e69e652f96bc17a8d8415e087eebf93">
  <xsd:schema xmlns:xsd="http://www.w3.org/2001/XMLSchema" xmlns:xs="http://www.w3.org/2001/XMLSchema" xmlns:p="http://schemas.microsoft.com/office/2006/metadata/properties" xmlns:ns2="a3d42842-f648-4a62-85e7-cb49ee0b8a48" xmlns:ns3="43c87d74-745e-4ece-99b8-fdcaa6f07101" targetNamespace="http://schemas.microsoft.com/office/2006/metadata/properties" ma:root="true" ma:fieldsID="e1ba1db1cc7278dad978464b6905d643" ns2:_="" ns3:_="">
    <xsd:import namespace="a3d42842-f648-4a62-85e7-cb49ee0b8a48"/>
    <xsd:import namespace="43c87d74-745e-4ece-99b8-fdcaa6f0710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d42842-f648-4a62-85e7-cb49ee0b8a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3c87d74-745e-4ece-99b8-fdcaa6f07101" elementFormDefault="qualified">
    <xsd:import namespace="http://schemas.microsoft.com/office/2006/documentManagement/types"/>
    <xsd:import namespace="http://schemas.microsoft.com/office/infopath/2007/PartnerControls"/>
    <xsd:element name="SharedWithUsers" ma:index="17"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DED2EA9-9601-4BD3-8ADE-745C70D230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d42842-f648-4a62-85e7-cb49ee0b8a48"/>
    <ds:schemaRef ds:uri="43c87d74-745e-4ece-99b8-fdcaa6f071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BFCCDB9-D38E-4EB5-8110-8BC464BAF598}">
  <ds:schemaRefs>
    <ds:schemaRef ds:uri="http://schemas.microsoft.com/sharepoint/v3/contenttype/forms"/>
  </ds:schemaRefs>
</ds:datastoreItem>
</file>

<file path=customXml/itemProps3.xml><?xml version="1.0" encoding="utf-8"?>
<ds:datastoreItem xmlns:ds="http://schemas.openxmlformats.org/officeDocument/2006/customXml" ds:itemID="{C2524306-AE4E-4B95-92ED-A7CA082D3459}">
  <ds:schemaRefs>
    <ds:schemaRef ds:uri="http://purl.org/dc/terms/"/>
    <ds:schemaRef ds:uri="http://purl.org/dc/dcmitype/"/>
    <ds:schemaRef ds:uri="http://www.w3.org/XML/1998/namespace"/>
    <ds:schemaRef ds:uri="http://purl.org/dc/elements/1.1/"/>
    <ds:schemaRef ds:uri="43c87d74-745e-4ece-99b8-fdcaa6f0710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a3d42842-f648-4a62-85e7-cb49ee0b8a48"/>
  </ds:schemaRefs>
</ds:datastoreItem>
</file>

<file path=docProps/app.xml><?xml version="1.0" encoding="utf-8"?>
<Properties xmlns="http://schemas.openxmlformats.org/officeDocument/2006/extended-properties" xmlns:vt="http://schemas.openxmlformats.org/officeDocument/2006/docPropsVTypes">
  <Template/>
  <TotalTime>5673</TotalTime>
  <Words>1501</Words>
  <Application>Microsoft Office PowerPoint</Application>
  <PresentationFormat>Presentación en pantalla (16:9)</PresentationFormat>
  <Paragraphs>215</Paragraphs>
  <Slides>25</Slides>
  <Notes>25</Notes>
  <HiddenSlides>3</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25</vt:i4>
      </vt:variant>
    </vt:vector>
  </HeadingPairs>
  <TitlesOfParts>
    <vt:vector size="34" baseType="lpstr">
      <vt:lpstr>Work Sans SemiBold</vt:lpstr>
      <vt:lpstr>Work Sans</vt:lpstr>
      <vt:lpstr>Work Sans Medium</vt:lpstr>
      <vt:lpstr>Wingdings</vt:lpstr>
      <vt:lpstr>Kanit Light</vt:lpstr>
      <vt:lpstr>Work Sans Light</vt:lpstr>
      <vt:lpstr>Arial</vt:lpstr>
      <vt:lpstr>Presidencia de Colomba</vt:lpstr>
      <vt:lpstr>Imagen de mapa de bits</vt:lpstr>
      <vt:lpstr>ANALÍTICA DE DATOS: EL PODER DE LOS DATOS</vt:lpstr>
      <vt:lpstr>Introducción</vt:lpstr>
      <vt:lpstr>¡A tener en cuenta!</vt:lpstr>
      <vt:lpstr>Analítica Institucional</vt:lpstr>
      <vt:lpstr>Analítica de datos </vt:lpstr>
      <vt:lpstr>Presentación de PowerPoint</vt:lpstr>
      <vt:lpstr>Datos – Información – Decisiones</vt:lpstr>
      <vt:lpstr>Datos – Información – Decisiones</vt:lpstr>
      <vt:lpstr>Datos – Información – Decisiones</vt:lpstr>
      <vt:lpstr>Datos – Información – Decisiones</vt:lpstr>
      <vt:lpstr>BI: Importancia</vt:lpstr>
      <vt:lpstr>BI: Ejemplos de Tableros</vt:lpstr>
      <vt:lpstr>BI: Ejemplos de Tableros</vt:lpstr>
      <vt:lpstr>¿Por qué conocer no es suficiente?</vt:lpstr>
      <vt:lpstr>Tipos de Analítica</vt:lpstr>
      <vt:lpstr>Todo se basa en las preguntas</vt:lpstr>
      <vt:lpstr>¿Cómo preguntar?</vt:lpstr>
      <vt:lpstr>¿Cómo preguntar?</vt:lpstr>
      <vt:lpstr>Ejemplo preguntas: Ciudadano</vt:lpstr>
      <vt:lpstr>Ejemplo preguntas: Ciudadano</vt:lpstr>
      <vt:lpstr>¿y como lo logramos..?</vt:lpstr>
      <vt:lpstr>Es necesario …</vt:lpstr>
      <vt:lpstr>Analítica: Datos</vt:lpstr>
      <vt:lpstr>Analítica: Tecnología</vt:lpstr>
      <vt:lpstr>Analítica: Equipos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José Ramón Iglesias Gamarra</dc:creator>
  <cp:lastModifiedBy>José Ramon Iglesias Gamarra</cp:lastModifiedBy>
  <cp:revision>261</cp:revision>
  <cp:lastPrinted>2020-09-11T00:53:24Z</cp:lastPrinted>
  <dcterms:modified xsi:type="dcterms:W3CDTF">2026-05-29T11:00:15Z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0x010100A3B6CE2FA1976C418B726CC4960E807E</vt:lpwstr>
  </property>
</Properties>
</file>