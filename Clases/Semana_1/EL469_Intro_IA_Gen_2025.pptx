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54" y="7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C2C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AAAA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2C2C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AAAA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AAAA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AAAA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AAAAA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92200" y="2883534"/>
            <a:ext cx="9895205" cy="803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72683" y="2276983"/>
            <a:ext cx="5308600" cy="2719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2C2C2C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5147" y="6509639"/>
            <a:ext cx="537210" cy="1276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AAAAAA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21" Type="http://schemas.openxmlformats.org/officeDocument/2006/relationships/image" Target="../media/image21.png"/><Relationship Id="rId34" Type="http://schemas.openxmlformats.org/officeDocument/2006/relationships/image" Target="../media/image34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33" Type="http://schemas.openxmlformats.org/officeDocument/2006/relationships/image" Target="../media/image33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29" Type="http://schemas.openxmlformats.org/officeDocument/2006/relationships/image" Target="../media/image2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28" Type="http://schemas.openxmlformats.org/officeDocument/2006/relationships/image" Target="../media/image28.png"/><Relationship Id="rId36" Type="http://schemas.openxmlformats.org/officeDocument/2006/relationships/image" Target="../media/image36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31" Type="http://schemas.openxmlformats.org/officeDocument/2006/relationships/image" Target="../media/image31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Relationship Id="rId27" Type="http://schemas.openxmlformats.org/officeDocument/2006/relationships/image" Target="../media/image27.png"/><Relationship Id="rId30" Type="http://schemas.openxmlformats.org/officeDocument/2006/relationships/image" Target="../media/image30.png"/><Relationship Id="rId35" Type="http://schemas.openxmlformats.org/officeDocument/2006/relationships/image" Target="../media/image35.png"/><Relationship Id="rId8" Type="http://schemas.openxmlformats.org/officeDocument/2006/relationships/image" Target="../media/image8.png"/><Relationship Id="rId3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jpg"/><Relationship Id="rId5" Type="http://schemas.openxmlformats.org/officeDocument/2006/relationships/image" Target="../media/image41.jpg"/><Relationship Id="rId4" Type="http://schemas.openxmlformats.org/officeDocument/2006/relationships/image" Target="../media/image40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3" Type="http://schemas.openxmlformats.org/officeDocument/2006/relationships/image" Target="../media/image48.png"/><Relationship Id="rId21" Type="http://schemas.openxmlformats.org/officeDocument/2006/relationships/image" Target="../media/image66.png"/><Relationship Id="rId7" Type="http://schemas.openxmlformats.org/officeDocument/2006/relationships/image" Target="../media/image52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hyperlink" Target="http://www.cnbc.com/2023/03/13/chatgpt-and-generative-ai-are-booming-but-at-a-very-expensive-price.html)" TargetMode="External"/><Relationship Id="rId16" Type="http://schemas.openxmlformats.org/officeDocument/2006/relationships/image" Target="../media/image61.png"/><Relationship Id="rId20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1.png"/><Relationship Id="rId11" Type="http://schemas.openxmlformats.org/officeDocument/2006/relationships/image" Target="../media/image56.png"/><Relationship Id="rId5" Type="http://schemas.openxmlformats.org/officeDocument/2006/relationships/image" Target="../media/image50.png"/><Relationship Id="rId15" Type="http://schemas.openxmlformats.org/officeDocument/2006/relationships/image" Target="../media/image60.png"/><Relationship Id="rId23" Type="http://schemas.openxmlformats.org/officeDocument/2006/relationships/image" Target="../media/image68.png"/><Relationship Id="rId10" Type="http://schemas.openxmlformats.org/officeDocument/2006/relationships/image" Target="../media/image55.png"/><Relationship Id="rId19" Type="http://schemas.openxmlformats.org/officeDocument/2006/relationships/image" Target="../media/image64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Relationship Id="rId22" Type="http://schemas.openxmlformats.org/officeDocument/2006/relationships/image" Target="../media/image6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2.png"/><Relationship Id="rId18" Type="http://schemas.openxmlformats.org/officeDocument/2006/relationships/image" Target="../media/image87.png"/><Relationship Id="rId26" Type="http://schemas.openxmlformats.org/officeDocument/2006/relationships/image" Target="../media/image95.png"/><Relationship Id="rId21" Type="http://schemas.openxmlformats.org/officeDocument/2006/relationships/image" Target="../media/image90.png"/><Relationship Id="rId34" Type="http://schemas.openxmlformats.org/officeDocument/2006/relationships/image" Target="../media/image103.png"/><Relationship Id="rId7" Type="http://schemas.openxmlformats.org/officeDocument/2006/relationships/image" Target="../media/image76.png"/><Relationship Id="rId12" Type="http://schemas.openxmlformats.org/officeDocument/2006/relationships/image" Target="../media/image81.png"/><Relationship Id="rId17" Type="http://schemas.openxmlformats.org/officeDocument/2006/relationships/image" Target="../media/image86.png"/><Relationship Id="rId25" Type="http://schemas.openxmlformats.org/officeDocument/2006/relationships/image" Target="../media/image94.png"/><Relationship Id="rId33" Type="http://schemas.openxmlformats.org/officeDocument/2006/relationships/image" Target="../media/image102.png"/><Relationship Id="rId38" Type="http://schemas.openxmlformats.org/officeDocument/2006/relationships/image" Target="../media/image107.png"/><Relationship Id="rId2" Type="http://schemas.openxmlformats.org/officeDocument/2006/relationships/image" Target="../media/image71.png"/><Relationship Id="rId16" Type="http://schemas.openxmlformats.org/officeDocument/2006/relationships/image" Target="../media/image85.png"/><Relationship Id="rId20" Type="http://schemas.openxmlformats.org/officeDocument/2006/relationships/image" Target="../media/image89.png"/><Relationship Id="rId29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80.png"/><Relationship Id="rId24" Type="http://schemas.openxmlformats.org/officeDocument/2006/relationships/image" Target="../media/image93.png"/><Relationship Id="rId32" Type="http://schemas.openxmlformats.org/officeDocument/2006/relationships/image" Target="../media/image101.png"/><Relationship Id="rId37" Type="http://schemas.openxmlformats.org/officeDocument/2006/relationships/image" Target="../media/image106.png"/><Relationship Id="rId5" Type="http://schemas.openxmlformats.org/officeDocument/2006/relationships/image" Target="../media/image74.png"/><Relationship Id="rId15" Type="http://schemas.openxmlformats.org/officeDocument/2006/relationships/image" Target="../media/image84.png"/><Relationship Id="rId23" Type="http://schemas.openxmlformats.org/officeDocument/2006/relationships/image" Target="../media/image92.png"/><Relationship Id="rId28" Type="http://schemas.openxmlformats.org/officeDocument/2006/relationships/image" Target="../media/image97.png"/><Relationship Id="rId36" Type="http://schemas.openxmlformats.org/officeDocument/2006/relationships/image" Target="../media/image105.png"/><Relationship Id="rId10" Type="http://schemas.openxmlformats.org/officeDocument/2006/relationships/image" Target="../media/image79.png"/><Relationship Id="rId19" Type="http://schemas.openxmlformats.org/officeDocument/2006/relationships/image" Target="../media/image88.png"/><Relationship Id="rId31" Type="http://schemas.openxmlformats.org/officeDocument/2006/relationships/image" Target="../media/image100.png"/><Relationship Id="rId4" Type="http://schemas.openxmlformats.org/officeDocument/2006/relationships/image" Target="../media/image73.png"/><Relationship Id="rId9" Type="http://schemas.openxmlformats.org/officeDocument/2006/relationships/image" Target="../media/image78.png"/><Relationship Id="rId14" Type="http://schemas.openxmlformats.org/officeDocument/2006/relationships/image" Target="../media/image83.png"/><Relationship Id="rId22" Type="http://schemas.openxmlformats.org/officeDocument/2006/relationships/image" Target="../media/image91.png"/><Relationship Id="rId27" Type="http://schemas.openxmlformats.org/officeDocument/2006/relationships/image" Target="../media/image96.png"/><Relationship Id="rId30" Type="http://schemas.openxmlformats.org/officeDocument/2006/relationships/image" Target="../media/image99.png"/><Relationship Id="rId35" Type="http://schemas.openxmlformats.org/officeDocument/2006/relationships/image" Target="../media/image104.png"/><Relationship Id="rId8" Type="http://schemas.openxmlformats.org/officeDocument/2006/relationships/image" Target="../media/image77.png"/><Relationship Id="rId3" Type="http://schemas.openxmlformats.org/officeDocument/2006/relationships/image" Target="../media/image7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20.png"/><Relationship Id="rId3" Type="http://schemas.openxmlformats.org/officeDocument/2006/relationships/image" Target="../media/image110.png"/><Relationship Id="rId7" Type="http://schemas.openxmlformats.org/officeDocument/2006/relationships/image" Target="../media/image114.png"/><Relationship Id="rId12" Type="http://schemas.openxmlformats.org/officeDocument/2006/relationships/image" Target="../media/image119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3.png"/><Relationship Id="rId11" Type="http://schemas.openxmlformats.org/officeDocument/2006/relationships/image" Target="../media/image118.png"/><Relationship Id="rId5" Type="http://schemas.openxmlformats.org/officeDocument/2006/relationships/image" Target="../media/image112.png"/><Relationship Id="rId15" Type="http://schemas.openxmlformats.org/officeDocument/2006/relationships/image" Target="../media/image12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Relationship Id="rId14" Type="http://schemas.openxmlformats.org/officeDocument/2006/relationships/image" Target="../media/image12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8.png"/><Relationship Id="rId18" Type="http://schemas.openxmlformats.org/officeDocument/2006/relationships/image" Target="../media/image153.png"/><Relationship Id="rId26" Type="http://schemas.openxmlformats.org/officeDocument/2006/relationships/image" Target="../media/image161.png"/><Relationship Id="rId39" Type="http://schemas.openxmlformats.org/officeDocument/2006/relationships/image" Target="../media/image173.png"/><Relationship Id="rId21" Type="http://schemas.openxmlformats.org/officeDocument/2006/relationships/image" Target="../media/image156.png"/><Relationship Id="rId34" Type="http://schemas.openxmlformats.org/officeDocument/2006/relationships/image" Target="../media/image168.png"/><Relationship Id="rId42" Type="http://schemas.openxmlformats.org/officeDocument/2006/relationships/image" Target="../media/image176.png"/><Relationship Id="rId7" Type="http://schemas.openxmlformats.org/officeDocument/2006/relationships/image" Target="../media/image142.png"/><Relationship Id="rId2" Type="http://schemas.openxmlformats.org/officeDocument/2006/relationships/image" Target="../media/image138.png"/><Relationship Id="rId16" Type="http://schemas.openxmlformats.org/officeDocument/2006/relationships/image" Target="../media/image151.png"/><Relationship Id="rId20" Type="http://schemas.openxmlformats.org/officeDocument/2006/relationships/image" Target="../media/image155.png"/><Relationship Id="rId29" Type="http://schemas.openxmlformats.org/officeDocument/2006/relationships/image" Target="../media/image164.png"/><Relationship Id="rId41" Type="http://schemas.openxmlformats.org/officeDocument/2006/relationships/image" Target="../media/image17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1.png"/><Relationship Id="rId11" Type="http://schemas.openxmlformats.org/officeDocument/2006/relationships/image" Target="../media/image146.png"/><Relationship Id="rId24" Type="http://schemas.openxmlformats.org/officeDocument/2006/relationships/image" Target="../media/image159.png"/><Relationship Id="rId32" Type="http://schemas.openxmlformats.org/officeDocument/2006/relationships/image" Target="../media/image166.png"/><Relationship Id="rId37" Type="http://schemas.openxmlformats.org/officeDocument/2006/relationships/image" Target="../media/image171.png"/><Relationship Id="rId40" Type="http://schemas.openxmlformats.org/officeDocument/2006/relationships/image" Target="../media/image174.png"/><Relationship Id="rId5" Type="http://schemas.openxmlformats.org/officeDocument/2006/relationships/image" Target="../media/image140.png"/><Relationship Id="rId15" Type="http://schemas.openxmlformats.org/officeDocument/2006/relationships/image" Target="../media/image150.png"/><Relationship Id="rId23" Type="http://schemas.openxmlformats.org/officeDocument/2006/relationships/image" Target="../media/image158.png"/><Relationship Id="rId28" Type="http://schemas.openxmlformats.org/officeDocument/2006/relationships/image" Target="../media/image163.png"/><Relationship Id="rId36" Type="http://schemas.openxmlformats.org/officeDocument/2006/relationships/image" Target="../media/image170.png"/><Relationship Id="rId10" Type="http://schemas.openxmlformats.org/officeDocument/2006/relationships/image" Target="../media/image145.png"/><Relationship Id="rId19" Type="http://schemas.openxmlformats.org/officeDocument/2006/relationships/image" Target="../media/image154.png"/><Relationship Id="rId31" Type="http://schemas.openxmlformats.org/officeDocument/2006/relationships/image" Target="../media/image165.png"/><Relationship Id="rId4" Type="http://schemas.openxmlformats.org/officeDocument/2006/relationships/image" Target="../media/image72.png"/><Relationship Id="rId9" Type="http://schemas.openxmlformats.org/officeDocument/2006/relationships/image" Target="../media/image144.png"/><Relationship Id="rId14" Type="http://schemas.openxmlformats.org/officeDocument/2006/relationships/image" Target="../media/image149.png"/><Relationship Id="rId22" Type="http://schemas.openxmlformats.org/officeDocument/2006/relationships/image" Target="../media/image157.png"/><Relationship Id="rId27" Type="http://schemas.openxmlformats.org/officeDocument/2006/relationships/image" Target="../media/image162.png"/><Relationship Id="rId30" Type="http://schemas.openxmlformats.org/officeDocument/2006/relationships/image" Target="../media/image74.png"/><Relationship Id="rId35" Type="http://schemas.openxmlformats.org/officeDocument/2006/relationships/image" Target="../media/image169.png"/><Relationship Id="rId8" Type="http://schemas.openxmlformats.org/officeDocument/2006/relationships/image" Target="../media/image143.png"/><Relationship Id="rId3" Type="http://schemas.openxmlformats.org/officeDocument/2006/relationships/image" Target="../media/image139.jpg"/><Relationship Id="rId12" Type="http://schemas.openxmlformats.org/officeDocument/2006/relationships/image" Target="../media/image147.png"/><Relationship Id="rId17" Type="http://schemas.openxmlformats.org/officeDocument/2006/relationships/image" Target="../media/image152.png"/><Relationship Id="rId25" Type="http://schemas.openxmlformats.org/officeDocument/2006/relationships/image" Target="../media/image160.png"/><Relationship Id="rId33" Type="http://schemas.openxmlformats.org/officeDocument/2006/relationships/image" Target="../media/image167.png"/><Relationship Id="rId38" Type="http://schemas.openxmlformats.org/officeDocument/2006/relationships/image" Target="../media/image17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1.png"/><Relationship Id="rId4" Type="http://schemas.openxmlformats.org/officeDocument/2006/relationships/image" Target="../media/image18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2.png"/><Relationship Id="rId4" Type="http://schemas.openxmlformats.org/officeDocument/2006/relationships/image" Target="../media/image13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3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4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6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8.png"/><Relationship Id="rId7" Type="http://schemas.openxmlformats.org/officeDocument/2006/relationships/image" Target="../media/image192.png"/><Relationship Id="rId2" Type="http://schemas.openxmlformats.org/officeDocument/2006/relationships/image" Target="../media/image187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1.png"/><Relationship Id="rId5" Type="http://schemas.openxmlformats.org/officeDocument/2006/relationships/image" Target="../media/image190.png"/><Relationship Id="rId4" Type="http://schemas.openxmlformats.org/officeDocument/2006/relationships/image" Target="../media/image189.png"/></Relationships>
</file>

<file path=ppt/slides/_rels/slide3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04.png"/><Relationship Id="rId18" Type="http://schemas.openxmlformats.org/officeDocument/2006/relationships/image" Target="../media/image209.png"/><Relationship Id="rId26" Type="http://schemas.openxmlformats.org/officeDocument/2006/relationships/image" Target="../media/image217.png"/><Relationship Id="rId39" Type="http://schemas.openxmlformats.org/officeDocument/2006/relationships/image" Target="../media/image230.png"/><Relationship Id="rId21" Type="http://schemas.openxmlformats.org/officeDocument/2006/relationships/image" Target="../media/image212.png"/><Relationship Id="rId34" Type="http://schemas.openxmlformats.org/officeDocument/2006/relationships/image" Target="../media/image225.png"/><Relationship Id="rId42" Type="http://schemas.openxmlformats.org/officeDocument/2006/relationships/image" Target="../media/image233.png"/><Relationship Id="rId7" Type="http://schemas.openxmlformats.org/officeDocument/2006/relationships/image" Target="../media/image198.png"/><Relationship Id="rId2" Type="http://schemas.openxmlformats.org/officeDocument/2006/relationships/image" Target="../media/image193.png"/><Relationship Id="rId16" Type="http://schemas.openxmlformats.org/officeDocument/2006/relationships/image" Target="../media/image207.png"/><Relationship Id="rId20" Type="http://schemas.openxmlformats.org/officeDocument/2006/relationships/image" Target="../media/image211.png"/><Relationship Id="rId29" Type="http://schemas.openxmlformats.org/officeDocument/2006/relationships/image" Target="../media/image220.png"/><Relationship Id="rId41" Type="http://schemas.openxmlformats.org/officeDocument/2006/relationships/image" Target="../media/image2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7.png"/><Relationship Id="rId11" Type="http://schemas.openxmlformats.org/officeDocument/2006/relationships/image" Target="../media/image202.png"/><Relationship Id="rId24" Type="http://schemas.openxmlformats.org/officeDocument/2006/relationships/image" Target="../media/image215.png"/><Relationship Id="rId32" Type="http://schemas.openxmlformats.org/officeDocument/2006/relationships/image" Target="../media/image223.png"/><Relationship Id="rId37" Type="http://schemas.openxmlformats.org/officeDocument/2006/relationships/image" Target="../media/image228.png"/><Relationship Id="rId40" Type="http://schemas.openxmlformats.org/officeDocument/2006/relationships/image" Target="../media/image231.png"/><Relationship Id="rId5" Type="http://schemas.openxmlformats.org/officeDocument/2006/relationships/image" Target="../media/image196.png"/><Relationship Id="rId15" Type="http://schemas.openxmlformats.org/officeDocument/2006/relationships/image" Target="../media/image206.png"/><Relationship Id="rId23" Type="http://schemas.openxmlformats.org/officeDocument/2006/relationships/image" Target="../media/image214.png"/><Relationship Id="rId28" Type="http://schemas.openxmlformats.org/officeDocument/2006/relationships/image" Target="../media/image219.png"/><Relationship Id="rId36" Type="http://schemas.openxmlformats.org/officeDocument/2006/relationships/image" Target="../media/image227.png"/><Relationship Id="rId10" Type="http://schemas.openxmlformats.org/officeDocument/2006/relationships/image" Target="../media/image201.png"/><Relationship Id="rId19" Type="http://schemas.openxmlformats.org/officeDocument/2006/relationships/image" Target="../media/image210.png"/><Relationship Id="rId31" Type="http://schemas.openxmlformats.org/officeDocument/2006/relationships/image" Target="../media/image222.png"/><Relationship Id="rId4" Type="http://schemas.openxmlformats.org/officeDocument/2006/relationships/image" Target="../media/image195.png"/><Relationship Id="rId9" Type="http://schemas.openxmlformats.org/officeDocument/2006/relationships/image" Target="../media/image200.png"/><Relationship Id="rId14" Type="http://schemas.openxmlformats.org/officeDocument/2006/relationships/image" Target="../media/image205.png"/><Relationship Id="rId22" Type="http://schemas.openxmlformats.org/officeDocument/2006/relationships/image" Target="../media/image213.png"/><Relationship Id="rId27" Type="http://schemas.openxmlformats.org/officeDocument/2006/relationships/image" Target="../media/image218.png"/><Relationship Id="rId30" Type="http://schemas.openxmlformats.org/officeDocument/2006/relationships/image" Target="../media/image221.png"/><Relationship Id="rId35" Type="http://schemas.openxmlformats.org/officeDocument/2006/relationships/image" Target="../media/image226.png"/><Relationship Id="rId43" Type="http://schemas.openxmlformats.org/officeDocument/2006/relationships/image" Target="../media/image234.png"/><Relationship Id="rId8" Type="http://schemas.openxmlformats.org/officeDocument/2006/relationships/image" Target="../media/image199.png"/><Relationship Id="rId3" Type="http://schemas.openxmlformats.org/officeDocument/2006/relationships/image" Target="../media/image194.png"/><Relationship Id="rId12" Type="http://schemas.openxmlformats.org/officeDocument/2006/relationships/image" Target="../media/image203.png"/><Relationship Id="rId17" Type="http://schemas.openxmlformats.org/officeDocument/2006/relationships/image" Target="../media/image208.png"/><Relationship Id="rId25" Type="http://schemas.openxmlformats.org/officeDocument/2006/relationships/image" Target="../media/image216.png"/><Relationship Id="rId33" Type="http://schemas.openxmlformats.org/officeDocument/2006/relationships/image" Target="../media/image224.png"/><Relationship Id="rId38" Type="http://schemas.openxmlformats.org/officeDocument/2006/relationships/image" Target="../media/image229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13" Type="http://schemas.openxmlformats.org/officeDocument/2006/relationships/image" Target="../media/image246.png"/><Relationship Id="rId18" Type="http://schemas.openxmlformats.org/officeDocument/2006/relationships/image" Target="../media/image251.png"/><Relationship Id="rId3" Type="http://schemas.openxmlformats.org/officeDocument/2006/relationships/image" Target="../media/image236.png"/><Relationship Id="rId7" Type="http://schemas.openxmlformats.org/officeDocument/2006/relationships/image" Target="../media/image240.png"/><Relationship Id="rId12" Type="http://schemas.openxmlformats.org/officeDocument/2006/relationships/image" Target="../media/image245.png"/><Relationship Id="rId17" Type="http://schemas.openxmlformats.org/officeDocument/2006/relationships/image" Target="../media/image250.png"/><Relationship Id="rId2" Type="http://schemas.openxmlformats.org/officeDocument/2006/relationships/image" Target="../media/image235.png"/><Relationship Id="rId16" Type="http://schemas.openxmlformats.org/officeDocument/2006/relationships/image" Target="../media/image249.png"/><Relationship Id="rId20" Type="http://schemas.openxmlformats.org/officeDocument/2006/relationships/image" Target="../media/image2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9.png"/><Relationship Id="rId11" Type="http://schemas.openxmlformats.org/officeDocument/2006/relationships/image" Target="../media/image244.png"/><Relationship Id="rId5" Type="http://schemas.openxmlformats.org/officeDocument/2006/relationships/image" Target="../media/image238.png"/><Relationship Id="rId15" Type="http://schemas.openxmlformats.org/officeDocument/2006/relationships/image" Target="../media/image248.png"/><Relationship Id="rId10" Type="http://schemas.openxmlformats.org/officeDocument/2006/relationships/image" Target="../media/image243.png"/><Relationship Id="rId19" Type="http://schemas.openxmlformats.org/officeDocument/2006/relationships/image" Target="../media/image252.png"/><Relationship Id="rId4" Type="http://schemas.openxmlformats.org/officeDocument/2006/relationships/image" Target="../media/image237.png"/><Relationship Id="rId9" Type="http://schemas.openxmlformats.org/officeDocument/2006/relationships/image" Target="../media/image242.png"/><Relationship Id="rId14" Type="http://schemas.openxmlformats.org/officeDocument/2006/relationships/image" Target="../media/image24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jpg"/><Relationship Id="rId13" Type="http://schemas.openxmlformats.org/officeDocument/2006/relationships/image" Target="../media/image265.png"/><Relationship Id="rId18" Type="http://schemas.openxmlformats.org/officeDocument/2006/relationships/image" Target="../media/image270.png"/><Relationship Id="rId3" Type="http://schemas.openxmlformats.org/officeDocument/2006/relationships/image" Target="../media/image255.png"/><Relationship Id="rId7" Type="http://schemas.openxmlformats.org/officeDocument/2006/relationships/image" Target="../media/image259.png"/><Relationship Id="rId12" Type="http://schemas.openxmlformats.org/officeDocument/2006/relationships/image" Target="../media/image264.png"/><Relationship Id="rId17" Type="http://schemas.openxmlformats.org/officeDocument/2006/relationships/image" Target="../media/image269.png"/><Relationship Id="rId2" Type="http://schemas.openxmlformats.org/officeDocument/2006/relationships/image" Target="../media/image254.png"/><Relationship Id="rId16" Type="http://schemas.openxmlformats.org/officeDocument/2006/relationships/image" Target="../media/image26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8.png"/><Relationship Id="rId11" Type="http://schemas.openxmlformats.org/officeDocument/2006/relationships/image" Target="../media/image263.png"/><Relationship Id="rId5" Type="http://schemas.openxmlformats.org/officeDocument/2006/relationships/image" Target="../media/image257.png"/><Relationship Id="rId15" Type="http://schemas.openxmlformats.org/officeDocument/2006/relationships/image" Target="../media/image267.png"/><Relationship Id="rId10" Type="http://schemas.openxmlformats.org/officeDocument/2006/relationships/image" Target="../media/image262.png"/><Relationship Id="rId4" Type="http://schemas.openxmlformats.org/officeDocument/2006/relationships/image" Target="../media/image256.png"/><Relationship Id="rId9" Type="http://schemas.openxmlformats.org/officeDocument/2006/relationships/image" Target="../media/image261.png"/><Relationship Id="rId14" Type="http://schemas.openxmlformats.org/officeDocument/2006/relationships/image" Target="../media/image266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7.png"/><Relationship Id="rId13" Type="http://schemas.openxmlformats.org/officeDocument/2006/relationships/image" Target="../media/image282.png"/><Relationship Id="rId18" Type="http://schemas.openxmlformats.org/officeDocument/2006/relationships/image" Target="../media/image287.png"/><Relationship Id="rId26" Type="http://schemas.openxmlformats.org/officeDocument/2006/relationships/image" Target="../media/image295.png"/><Relationship Id="rId3" Type="http://schemas.openxmlformats.org/officeDocument/2006/relationships/image" Target="../media/image272.png"/><Relationship Id="rId21" Type="http://schemas.openxmlformats.org/officeDocument/2006/relationships/image" Target="../media/image290.png"/><Relationship Id="rId7" Type="http://schemas.openxmlformats.org/officeDocument/2006/relationships/image" Target="../media/image276.png"/><Relationship Id="rId12" Type="http://schemas.openxmlformats.org/officeDocument/2006/relationships/image" Target="../media/image281.png"/><Relationship Id="rId17" Type="http://schemas.openxmlformats.org/officeDocument/2006/relationships/image" Target="../media/image286.png"/><Relationship Id="rId25" Type="http://schemas.openxmlformats.org/officeDocument/2006/relationships/image" Target="../media/image294.png"/><Relationship Id="rId2" Type="http://schemas.openxmlformats.org/officeDocument/2006/relationships/image" Target="../media/image271.png"/><Relationship Id="rId16" Type="http://schemas.openxmlformats.org/officeDocument/2006/relationships/image" Target="../media/image285.png"/><Relationship Id="rId20" Type="http://schemas.openxmlformats.org/officeDocument/2006/relationships/image" Target="../media/image28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5.png"/><Relationship Id="rId11" Type="http://schemas.openxmlformats.org/officeDocument/2006/relationships/image" Target="../media/image280.png"/><Relationship Id="rId24" Type="http://schemas.openxmlformats.org/officeDocument/2006/relationships/image" Target="../media/image293.png"/><Relationship Id="rId5" Type="http://schemas.openxmlformats.org/officeDocument/2006/relationships/image" Target="../media/image274.png"/><Relationship Id="rId15" Type="http://schemas.openxmlformats.org/officeDocument/2006/relationships/image" Target="../media/image284.png"/><Relationship Id="rId23" Type="http://schemas.openxmlformats.org/officeDocument/2006/relationships/image" Target="../media/image292.png"/><Relationship Id="rId10" Type="http://schemas.openxmlformats.org/officeDocument/2006/relationships/image" Target="../media/image279.png"/><Relationship Id="rId19" Type="http://schemas.openxmlformats.org/officeDocument/2006/relationships/image" Target="../media/image288.png"/><Relationship Id="rId4" Type="http://schemas.openxmlformats.org/officeDocument/2006/relationships/image" Target="../media/image273.png"/><Relationship Id="rId9" Type="http://schemas.openxmlformats.org/officeDocument/2006/relationships/image" Target="../media/image278.png"/><Relationship Id="rId14" Type="http://schemas.openxmlformats.org/officeDocument/2006/relationships/image" Target="../media/image283.png"/><Relationship Id="rId22" Type="http://schemas.openxmlformats.org/officeDocument/2006/relationships/image" Target="../media/image291.png"/><Relationship Id="rId27" Type="http://schemas.openxmlformats.org/officeDocument/2006/relationships/image" Target="../media/image296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3.png"/><Relationship Id="rId13" Type="http://schemas.openxmlformats.org/officeDocument/2006/relationships/image" Target="../media/image308.png"/><Relationship Id="rId18" Type="http://schemas.openxmlformats.org/officeDocument/2006/relationships/image" Target="../media/image313.png"/><Relationship Id="rId26" Type="http://schemas.openxmlformats.org/officeDocument/2006/relationships/image" Target="../media/image321.jpg"/><Relationship Id="rId3" Type="http://schemas.openxmlformats.org/officeDocument/2006/relationships/image" Target="../media/image298.png"/><Relationship Id="rId21" Type="http://schemas.openxmlformats.org/officeDocument/2006/relationships/image" Target="../media/image316.png"/><Relationship Id="rId7" Type="http://schemas.openxmlformats.org/officeDocument/2006/relationships/image" Target="../media/image302.png"/><Relationship Id="rId12" Type="http://schemas.openxmlformats.org/officeDocument/2006/relationships/image" Target="../media/image307.png"/><Relationship Id="rId17" Type="http://schemas.openxmlformats.org/officeDocument/2006/relationships/image" Target="../media/image312.png"/><Relationship Id="rId25" Type="http://schemas.openxmlformats.org/officeDocument/2006/relationships/image" Target="../media/image320.jpg"/><Relationship Id="rId2" Type="http://schemas.openxmlformats.org/officeDocument/2006/relationships/image" Target="../media/image297.png"/><Relationship Id="rId16" Type="http://schemas.openxmlformats.org/officeDocument/2006/relationships/image" Target="../media/image311.png"/><Relationship Id="rId20" Type="http://schemas.openxmlformats.org/officeDocument/2006/relationships/image" Target="../media/image315.png"/><Relationship Id="rId29" Type="http://schemas.openxmlformats.org/officeDocument/2006/relationships/image" Target="../media/image324.jp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1.png"/><Relationship Id="rId11" Type="http://schemas.openxmlformats.org/officeDocument/2006/relationships/image" Target="../media/image306.png"/><Relationship Id="rId24" Type="http://schemas.openxmlformats.org/officeDocument/2006/relationships/image" Target="../media/image319.png"/><Relationship Id="rId5" Type="http://schemas.openxmlformats.org/officeDocument/2006/relationships/image" Target="../media/image300.png"/><Relationship Id="rId15" Type="http://schemas.openxmlformats.org/officeDocument/2006/relationships/image" Target="../media/image310.png"/><Relationship Id="rId23" Type="http://schemas.openxmlformats.org/officeDocument/2006/relationships/image" Target="../media/image318.png"/><Relationship Id="rId28" Type="http://schemas.openxmlformats.org/officeDocument/2006/relationships/image" Target="../media/image323.jpg"/><Relationship Id="rId10" Type="http://schemas.openxmlformats.org/officeDocument/2006/relationships/image" Target="../media/image305.png"/><Relationship Id="rId19" Type="http://schemas.openxmlformats.org/officeDocument/2006/relationships/image" Target="../media/image314.png"/><Relationship Id="rId4" Type="http://schemas.openxmlformats.org/officeDocument/2006/relationships/image" Target="../media/image299.png"/><Relationship Id="rId9" Type="http://schemas.openxmlformats.org/officeDocument/2006/relationships/image" Target="../media/image304.png"/><Relationship Id="rId14" Type="http://schemas.openxmlformats.org/officeDocument/2006/relationships/image" Target="../media/image309.png"/><Relationship Id="rId22" Type="http://schemas.openxmlformats.org/officeDocument/2006/relationships/image" Target="../media/image317.png"/><Relationship Id="rId27" Type="http://schemas.openxmlformats.org/officeDocument/2006/relationships/image" Target="../media/image322.jpg"/><Relationship Id="rId30" Type="http://schemas.openxmlformats.org/officeDocument/2006/relationships/image" Target="../media/image325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6.pn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8.jpg"/><Relationship Id="rId2" Type="http://schemas.openxmlformats.org/officeDocument/2006/relationships/image" Target="../media/image32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9.jp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08089" y="2161159"/>
            <a:ext cx="4157979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spc="-20" dirty="0"/>
              <a:t>Introducción</a:t>
            </a:r>
            <a:r>
              <a:rPr sz="4800" spc="-105" dirty="0"/>
              <a:t> </a:t>
            </a:r>
            <a:r>
              <a:rPr sz="4800" dirty="0"/>
              <a:t>a</a:t>
            </a:r>
            <a:r>
              <a:rPr sz="4800" spc="-105" dirty="0"/>
              <a:t> </a:t>
            </a:r>
            <a:r>
              <a:rPr sz="4800" spc="-25" dirty="0"/>
              <a:t>la </a:t>
            </a:r>
            <a:r>
              <a:rPr sz="4800" dirty="0"/>
              <a:t>IA </a:t>
            </a:r>
            <a:r>
              <a:rPr sz="4800" spc="-10" dirty="0"/>
              <a:t>Generativa</a:t>
            </a:r>
            <a:endParaRPr sz="4800" dirty="0"/>
          </a:p>
        </p:txBody>
      </p:sp>
      <p:pic>
        <p:nvPicPr>
          <p:cNvPr id="4" name="Google Shape;30;p1">
            <a:extLst>
              <a:ext uri="{FF2B5EF4-FFF2-40B4-BE49-F238E27FC236}">
                <a16:creationId xmlns:a16="http://schemas.microsoft.com/office/drawing/2014/main" id="{5DE6C2FD-1485-6F96-F8DF-F9848B7A1517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661538" y="906323"/>
            <a:ext cx="2590476" cy="84761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8">
            <a:extLst>
              <a:ext uri="{FF2B5EF4-FFF2-40B4-BE49-F238E27FC236}">
                <a16:creationId xmlns:a16="http://schemas.microsoft.com/office/drawing/2014/main" id="{D35D6031-C771-80E1-CDDF-5EF5BBF5AD3E}"/>
              </a:ext>
            </a:extLst>
          </p:cNvPr>
          <p:cNvSpPr txBox="1"/>
          <p:nvPr/>
        </p:nvSpPr>
        <p:spPr>
          <a:xfrm>
            <a:off x="2218425" y="3858993"/>
            <a:ext cx="3396123" cy="15850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783"/>
            <a:r>
              <a:rPr lang="en-US" sz="2700" dirty="0">
                <a:latin typeface="Gill Sans MT" panose="020B0502020104020203" pitchFamily="34" charset="77"/>
              </a:rPr>
              <a:t>Dr. José Ramón Iglesias</a:t>
            </a:r>
          </a:p>
          <a:p>
            <a:pPr defTabSz="685783"/>
            <a:r>
              <a:rPr lang="en-US" sz="14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DSP-ASIC BUILDER GROUP</a:t>
            </a:r>
          </a:p>
          <a:p>
            <a:pPr defTabSz="685783"/>
            <a:r>
              <a:rPr lang="en-US" sz="14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Director Semillero TRIAC</a:t>
            </a:r>
          </a:p>
          <a:p>
            <a:pPr defTabSz="685783"/>
            <a:r>
              <a:rPr lang="en-US" sz="14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Ingenieria Electronica</a:t>
            </a:r>
          </a:p>
          <a:p>
            <a:pPr defTabSz="685783"/>
            <a:r>
              <a:rPr lang="en-US" sz="1400" dirty="0">
                <a:solidFill>
                  <a:prstClr val="white">
                    <a:lumMod val="50000"/>
                  </a:prstClr>
                </a:solidFill>
                <a:latin typeface="Gill Sans MT" panose="020B0502020104020203" pitchFamily="34" charset="77"/>
              </a:rPr>
              <a:t>Universidad Popular del Cesar</a:t>
            </a:r>
          </a:p>
          <a:p>
            <a:pPr defTabSz="685783"/>
            <a:endParaRPr lang="en-US" sz="1400" dirty="0">
              <a:solidFill>
                <a:prstClr val="white">
                  <a:lumMod val="50000"/>
                </a:prstClr>
              </a:solidFill>
              <a:latin typeface="Gill Sans MT" panose="020B0502020104020203" pitchFamily="34" charset="7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47" y="6288862"/>
            <a:ext cx="51180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92000" cy="6857365"/>
            <a:chOff x="0" y="0"/>
            <a:chExt cx="12192000" cy="6857365"/>
          </a:xfrm>
        </p:grpSpPr>
        <p:sp>
          <p:nvSpPr>
            <p:cNvPr id="4" name="object 4"/>
            <p:cNvSpPr/>
            <p:nvPr/>
          </p:nvSpPr>
          <p:spPr>
            <a:xfrm>
              <a:off x="5190743" y="0"/>
              <a:ext cx="7001509" cy="6857365"/>
            </a:xfrm>
            <a:custGeom>
              <a:avLst/>
              <a:gdLst/>
              <a:ahLst/>
              <a:cxnLst/>
              <a:rect l="l" t="t" r="r" b="b"/>
              <a:pathLst>
                <a:path w="7001509" h="6857365">
                  <a:moveTo>
                    <a:pt x="7001256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7001256" y="6857364"/>
                  </a:lnTo>
                  <a:lnTo>
                    <a:pt x="7001256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74882" y="210947"/>
              <a:ext cx="979297" cy="1162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48583" y="0"/>
              <a:ext cx="9040368" cy="685736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4148327" cy="685736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6768" y="434086"/>
              <a:ext cx="925029" cy="82168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61301" y="995172"/>
              <a:ext cx="1496733" cy="2616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168366" y="994028"/>
              <a:ext cx="1089691" cy="21120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561594" y="1430147"/>
              <a:ext cx="197485" cy="3175"/>
            </a:xfrm>
            <a:custGeom>
              <a:avLst/>
              <a:gdLst/>
              <a:ahLst/>
              <a:cxnLst/>
              <a:rect l="l" t="t" r="r" b="b"/>
              <a:pathLst>
                <a:path w="197484" h="3175">
                  <a:moveTo>
                    <a:pt x="0" y="0"/>
                  </a:moveTo>
                  <a:lnTo>
                    <a:pt x="197027" y="2793"/>
                  </a:lnTo>
                </a:path>
              </a:pathLst>
            </a:custGeom>
            <a:ln w="41275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46950" y="2083180"/>
              <a:ext cx="344805" cy="177165"/>
            </a:xfrm>
            <a:custGeom>
              <a:avLst/>
              <a:gdLst/>
              <a:ahLst/>
              <a:cxnLst/>
              <a:rect l="l" t="t" r="r" b="b"/>
              <a:pathLst>
                <a:path w="344805" h="177164">
                  <a:moveTo>
                    <a:pt x="97701" y="0"/>
                  </a:moveTo>
                  <a:lnTo>
                    <a:pt x="89484" y="0"/>
                  </a:lnTo>
                  <a:lnTo>
                    <a:pt x="86601" y="254"/>
                  </a:lnTo>
                  <a:lnTo>
                    <a:pt x="84734" y="635"/>
                  </a:lnTo>
                  <a:lnTo>
                    <a:pt x="85009" y="635"/>
                  </a:lnTo>
                  <a:lnTo>
                    <a:pt x="83273" y="1270"/>
                  </a:lnTo>
                  <a:lnTo>
                    <a:pt x="82423" y="1778"/>
                  </a:lnTo>
                  <a:lnTo>
                    <a:pt x="81737" y="2413"/>
                  </a:lnTo>
                  <a:lnTo>
                    <a:pt x="81064" y="2921"/>
                  </a:lnTo>
                  <a:lnTo>
                    <a:pt x="79781" y="4445"/>
                  </a:lnTo>
                  <a:lnTo>
                    <a:pt x="62572" y="28194"/>
                  </a:lnTo>
                  <a:lnTo>
                    <a:pt x="60858" y="30480"/>
                  </a:lnTo>
                  <a:lnTo>
                    <a:pt x="53225" y="55118"/>
                  </a:lnTo>
                  <a:lnTo>
                    <a:pt x="53225" y="61087"/>
                  </a:lnTo>
                  <a:lnTo>
                    <a:pt x="53517" y="63373"/>
                  </a:lnTo>
                  <a:lnTo>
                    <a:pt x="54114" y="65024"/>
                  </a:lnTo>
                  <a:lnTo>
                    <a:pt x="54698" y="66802"/>
                  </a:lnTo>
                  <a:lnTo>
                    <a:pt x="55664" y="68072"/>
                  </a:lnTo>
                  <a:lnTo>
                    <a:pt x="58381" y="69850"/>
                  </a:lnTo>
                  <a:lnTo>
                    <a:pt x="60096" y="70485"/>
                  </a:lnTo>
                  <a:lnTo>
                    <a:pt x="62166" y="70739"/>
                  </a:lnTo>
                  <a:lnTo>
                    <a:pt x="64249" y="71120"/>
                  </a:lnTo>
                  <a:lnTo>
                    <a:pt x="75196" y="71120"/>
                  </a:lnTo>
                  <a:lnTo>
                    <a:pt x="77406" y="70739"/>
                  </a:lnTo>
                  <a:lnTo>
                    <a:pt x="79616" y="70485"/>
                  </a:lnTo>
                  <a:lnTo>
                    <a:pt x="81432" y="69850"/>
                  </a:lnTo>
                  <a:lnTo>
                    <a:pt x="84226" y="68072"/>
                  </a:lnTo>
                  <a:lnTo>
                    <a:pt x="85267" y="66802"/>
                  </a:lnTo>
                  <a:lnTo>
                    <a:pt x="85940" y="65024"/>
                  </a:lnTo>
                  <a:lnTo>
                    <a:pt x="86614" y="63373"/>
                  </a:lnTo>
                  <a:lnTo>
                    <a:pt x="86956" y="61087"/>
                  </a:lnTo>
                  <a:lnTo>
                    <a:pt x="86956" y="38989"/>
                  </a:lnTo>
                  <a:lnTo>
                    <a:pt x="102806" y="5080"/>
                  </a:lnTo>
                  <a:lnTo>
                    <a:pt x="103124" y="4445"/>
                  </a:lnTo>
                  <a:lnTo>
                    <a:pt x="103251" y="4191"/>
                  </a:lnTo>
                  <a:lnTo>
                    <a:pt x="103365" y="2032"/>
                  </a:lnTo>
                  <a:lnTo>
                    <a:pt x="103009" y="1524"/>
                  </a:lnTo>
                  <a:lnTo>
                    <a:pt x="102336" y="1016"/>
                  </a:lnTo>
                  <a:lnTo>
                    <a:pt x="101650" y="635"/>
                  </a:lnTo>
                  <a:lnTo>
                    <a:pt x="100596" y="254"/>
                  </a:lnTo>
                  <a:lnTo>
                    <a:pt x="97701" y="0"/>
                  </a:lnTo>
                  <a:close/>
                </a:path>
                <a:path w="344805" h="177164">
                  <a:moveTo>
                    <a:pt x="44475" y="0"/>
                  </a:moveTo>
                  <a:lnTo>
                    <a:pt x="36385" y="0"/>
                  </a:lnTo>
                  <a:lnTo>
                    <a:pt x="33502" y="254"/>
                  </a:lnTo>
                  <a:lnTo>
                    <a:pt x="31635" y="635"/>
                  </a:lnTo>
                  <a:lnTo>
                    <a:pt x="31910" y="635"/>
                  </a:lnTo>
                  <a:lnTo>
                    <a:pt x="30175" y="1270"/>
                  </a:lnTo>
                  <a:lnTo>
                    <a:pt x="29324" y="1778"/>
                  </a:lnTo>
                  <a:lnTo>
                    <a:pt x="28638" y="2413"/>
                  </a:lnTo>
                  <a:lnTo>
                    <a:pt x="27965" y="2921"/>
                  </a:lnTo>
                  <a:lnTo>
                    <a:pt x="26682" y="4445"/>
                  </a:lnTo>
                  <a:lnTo>
                    <a:pt x="9347" y="28194"/>
                  </a:lnTo>
                  <a:lnTo>
                    <a:pt x="7620" y="30480"/>
                  </a:lnTo>
                  <a:lnTo>
                    <a:pt x="0" y="55118"/>
                  </a:lnTo>
                  <a:lnTo>
                    <a:pt x="0" y="61087"/>
                  </a:lnTo>
                  <a:lnTo>
                    <a:pt x="304" y="63373"/>
                  </a:lnTo>
                  <a:lnTo>
                    <a:pt x="939" y="65024"/>
                  </a:lnTo>
                  <a:lnTo>
                    <a:pt x="1574" y="66802"/>
                  </a:lnTo>
                  <a:lnTo>
                    <a:pt x="2540" y="68072"/>
                  </a:lnTo>
                  <a:lnTo>
                    <a:pt x="5168" y="69850"/>
                  </a:lnTo>
                  <a:lnTo>
                    <a:pt x="6857" y="70485"/>
                  </a:lnTo>
                  <a:lnTo>
                    <a:pt x="8940" y="70739"/>
                  </a:lnTo>
                  <a:lnTo>
                    <a:pt x="11010" y="71120"/>
                  </a:lnTo>
                  <a:lnTo>
                    <a:pt x="22072" y="71120"/>
                  </a:lnTo>
                  <a:lnTo>
                    <a:pt x="24244" y="70739"/>
                  </a:lnTo>
                  <a:lnTo>
                    <a:pt x="26403" y="70485"/>
                  </a:lnTo>
                  <a:lnTo>
                    <a:pt x="28193" y="69850"/>
                  </a:lnTo>
                  <a:lnTo>
                    <a:pt x="30987" y="68072"/>
                  </a:lnTo>
                  <a:lnTo>
                    <a:pt x="32029" y="66802"/>
                  </a:lnTo>
                  <a:lnTo>
                    <a:pt x="32702" y="65024"/>
                  </a:lnTo>
                  <a:lnTo>
                    <a:pt x="33388" y="63373"/>
                  </a:lnTo>
                  <a:lnTo>
                    <a:pt x="33718" y="61087"/>
                  </a:lnTo>
                  <a:lnTo>
                    <a:pt x="33718" y="38989"/>
                  </a:lnTo>
                  <a:lnTo>
                    <a:pt x="49707" y="5080"/>
                  </a:lnTo>
                  <a:lnTo>
                    <a:pt x="49961" y="4445"/>
                  </a:lnTo>
                  <a:lnTo>
                    <a:pt x="50063" y="4191"/>
                  </a:lnTo>
                  <a:lnTo>
                    <a:pt x="50253" y="3429"/>
                  </a:lnTo>
                  <a:lnTo>
                    <a:pt x="50253" y="2032"/>
                  </a:lnTo>
                  <a:lnTo>
                    <a:pt x="49885" y="1524"/>
                  </a:lnTo>
                  <a:lnTo>
                    <a:pt x="49161" y="1016"/>
                  </a:lnTo>
                  <a:lnTo>
                    <a:pt x="48437" y="635"/>
                  </a:lnTo>
                  <a:lnTo>
                    <a:pt x="47358" y="254"/>
                  </a:lnTo>
                  <a:lnTo>
                    <a:pt x="44475" y="0"/>
                  </a:lnTo>
                  <a:close/>
                </a:path>
                <a:path w="344805" h="177164">
                  <a:moveTo>
                    <a:pt x="225551" y="13208"/>
                  </a:moveTo>
                  <a:lnTo>
                    <a:pt x="133110" y="13208"/>
                  </a:lnTo>
                  <a:lnTo>
                    <a:pt x="131025" y="13843"/>
                  </a:lnTo>
                  <a:lnTo>
                    <a:pt x="126961" y="17145"/>
                  </a:lnTo>
                  <a:lnTo>
                    <a:pt x="125945" y="19685"/>
                  </a:lnTo>
                  <a:lnTo>
                    <a:pt x="125945" y="167132"/>
                  </a:lnTo>
                  <a:lnTo>
                    <a:pt x="126961" y="169799"/>
                  </a:lnTo>
                  <a:lnTo>
                    <a:pt x="131182" y="173228"/>
                  </a:lnTo>
                  <a:lnTo>
                    <a:pt x="131442" y="173228"/>
                  </a:lnTo>
                  <a:lnTo>
                    <a:pt x="133527" y="173863"/>
                  </a:lnTo>
                  <a:lnTo>
                    <a:pt x="225374" y="173863"/>
                  </a:lnTo>
                  <a:lnTo>
                    <a:pt x="226110" y="173609"/>
                  </a:lnTo>
                  <a:lnTo>
                    <a:pt x="226796" y="173228"/>
                  </a:lnTo>
                  <a:lnTo>
                    <a:pt x="227469" y="172720"/>
                  </a:lnTo>
                  <a:lnTo>
                    <a:pt x="228028" y="171958"/>
                  </a:lnTo>
                  <a:lnTo>
                    <a:pt x="228485" y="170942"/>
                  </a:lnTo>
                  <a:lnTo>
                    <a:pt x="228930" y="170053"/>
                  </a:lnTo>
                  <a:lnTo>
                    <a:pt x="229273" y="168656"/>
                  </a:lnTo>
                  <a:lnTo>
                    <a:pt x="229730" y="165481"/>
                  </a:lnTo>
                  <a:lnTo>
                    <a:pt x="229730" y="156591"/>
                  </a:lnTo>
                  <a:lnTo>
                    <a:pt x="226796" y="148971"/>
                  </a:lnTo>
                  <a:lnTo>
                    <a:pt x="226110" y="148463"/>
                  </a:lnTo>
                  <a:lnTo>
                    <a:pt x="225374" y="148209"/>
                  </a:lnTo>
                  <a:lnTo>
                    <a:pt x="161429" y="148209"/>
                  </a:lnTo>
                  <a:lnTo>
                    <a:pt x="161429" y="102870"/>
                  </a:lnTo>
                  <a:lnTo>
                    <a:pt x="215779" y="102870"/>
                  </a:lnTo>
                  <a:lnTo>
                    <a:pt x="216636" y="102235"/>
                  </a:lnTo>
                  <a:lnTo>
                    <a:pt x="217309" y="101854"/>
                  </a:lnTo>
                  <a:lnTo>
                    <a:pt x="217868" y="101219"/>
                  </a:lnTo>
                  <a:lnTo>
                    <a:pt x="218325" y="100203"/>
                  </a:lnTo>
                  <a:lnTo>
                    <a:pt x="218782" y="99314"/>
                  </a:lnTo>
                  <a:lnTo>
                    <a:pt x="219113" y="98044"/>
                  </a:lnTo>
                  <a:lnTo>
                    <a:pt x="219570" y="94869"/>
                  </a:lnTo>
                  <a:lnTo>
                    <a:pt x="219570" y="86233"/>
                  </a:lnTo>
                  <a:lnTo>
                    <a:pt x="219113" y="82931"/>
                  </a:lnTo>
                  <a:lnTo>
                    <a:pt x="218782" y="81661"/>
                  </a:lnTo>
                  <a:lnTo>
                    <a:pt x="218325" y="80772"/>
                  </a:lnTo>
                  <a:lnTo>
                    <a:pt x="217868" y="79756"/>
                  </a:lnTo>
                  <a:lnTo>
                    <a:pt x="217309" y="79121"/>
                  </a:lnTo>
                  <a:lnTo>
                    <a:pt x="215950" y="78105"/>
                  </a:lnTo>
                  <a:lnTo>
                    <a:pt x="161429" y="78105"/>
                  </a:lnTo>
                  <a:lnTo>
                    <a:pt x="161429" y="38608"/>
                  </a:lnTo>
                  <a:lnTo>
                    <a:pt x="225394" y="38608"/>
                  </a:lnTo>
                  <a:lnTo>
                    <a:pt x="226809" y="37465"/>
                  </a:lnTo>
                  <a:lnTo>
                    <a:pt x="227355" y="36830"/>
                  </a:lnTo>
                  <a:lnTo>
                    <a:pt x="228257" y="34798"/>
                  </a:lnTo>
                  <a:lnTo>
                    <a:pt x="228600" y="33528"/>
                  </a:lnTo>
                  <a:lnTo>
                    <a:pt x="229044" y="30226"/>
                  </a:lnTo>
                  <a:lnTo>
                    <a:pt x="229044" y="21463"/>
                  </a:lnTo>
                  <a:lnTo>
                    <a:pt x="228600" y="18161"/>
                  </a:lnTo>
                  <a:lnTo>
                    <a:pt x="228325" y="17145"/>
                  </a:lnTo>
                  <a:lnTo>
                    <a:pt x="228257" y="16891"/>
                  </a:lnTo>
                  <a:lnTo>
                    <a:pt x="227355" y="14859"/>
                  </a:lnTo>
                  <a:lnTo>
                    <a:pt x="226809" y="14097"/>
                  </a:lnTo>
                  <a:lnTo>
                    <a:pt x="226394" y="13843"/>
                  </a:lnTo>
                  <a:lnTo>
                    <a:pt x="225551" y="13208"/>
                  </a:lnTo>
                  <a:close/>
                </a:path>
                <a:path w="344805" h="177164">
                  <a:moveTo>
                    <a:pt x="258200" y="144018"/>
                  </a:moveTo>
                  <a:lnTo>
                    <a:pt x="255346" y="144018"/>
                  </a:lnTo>
                  <a:lnTo>
                    <a:pt x="254812" y="144399"/>
                  </a:lnTo>
                  <a:lnTo>
                    <a:pt x="254266" y="144653"/>
                  </a:lnTo>
                  <a:lnTo>
                    <a:pt x="252633" y="149606"/>
                  </a:lnTo>
                  <a:lnTo>
                    <a:pt x="252571" y="150114"/>
                  </a:lnTo>
                  <a:lnTo>
                    <a:pt x="252447" y="159766"/>
                  </a:lnTo>
                  <a:lnTo>
                    <a:pt x="252641" y="161798"/>
                  </a:lnTo>
                  <a:lnTo>
                    <a:pt x="253187" y="163576"/>
                  </a:lnTo>
                  <a:lnTo>
                    <a:pt x="253720" y="165481"/>
                  </a:lnTo>
                  <a:lnTo>
                    <a:pt x="287807" y="176784"/>
                  </a:lnTo>
                  <a:lnTo>
                    <a:pt x="299821" y="176784"/>
                  </a:lnTo>
                  <a:lnTo>
                    <a:pt x="306781" y="175895"/>
                  </a:lnTo>
                  <a:lnTo>
                    <a:pt x="312701" y="174371"/>
                  </a:lnTo>
                  <a:lnTo>
                    <a:pt x="319595" y="172720"/>
                  </a:lnTo>
                  <a:lnTo>
                    <a:pt x="325158" y="170307"/>
                  </a:lnTo>
                  <a:lnTo>
                    <a:pt x="329844" y="167005"/>
                  </a:lnTo>
                  <a:lnTo>
                    <a:pt x="334543" y="163830"/>
                  </a:lnTo>
                  <a:lnTo>
                    <a:pt x="338175" y="159766"/>
                  </a:lnTo>
                  <a:lnTo>
                    <a:pt x="341296" y="153924"/>
                  </a:lnTo>
                  <a:lnTo>
                    <a:pt x="286778" y="153924"/>
                  </a:lnTo>
                  <a:lnTo>
                    <a:pt x="282422" y="153416"/>
                  </a:lnTo>
                  <a:lnTo>
                    <a:pt x="278574" y="152400"/>
                  </a:lnTo>
                  <a:lnTo>
                    <a:pt x="274739" y="151257"/>
                  </a:lnTo>
                  <a:lnTo>
                    <a:pt x="271373" y="150114"/>
                  </a:lnTo>
                  <a:lnTo>
                    <a:pt x="268490" y="148844"/>
                  </a:lnTo>
                  <a:lnTo>
                    <a:pt x="265595" y="147701"/>
                  </a:lnTo>
                  <a:lnTo>
                    <a:pt x="263182" y="146558"/>
                  </a:lnTo>
                  <a:lnTo>
                    <a:pt x="261239" y="145415"/>
                  </a:lnTo>
                  <a:lnTo>
                    <a:pt x="259295" y="144399"/>
                  </a:lnTo>
                  <a:lnTo>
                    <a:pt x="258200" y="144018"/>
                  </a:lnTo>
                  <a:close/>
                </a:path>
                <a:path w="344805" h="177164">
                  <a:moveTo>
                    <a:pt x="306006" y="51689"/>
                  </a:moveTo>
                  <a:lnTo>
                    <a:pt x="294627" y="51689"/>
                  </a:lnTo>
                  <a:lnTo>
                    <a:pt x="287794" y="52578"/>
                  </a:lnTo>
                  <a:lnTo>
                    <a:pt x="281698" y="54356"/>
                  </a:lnTo>
                  <a:lnTo>
                    <a:pt x="275602" y="56007"/>
                  </a:lnTo>
                  <a:lnTo>
                    <a:pt x="253404" y="80772"/>
                  </a:lnTo>
                  <a:lnTo>
                    <a:pt x="253344" y="81026"/>
                  </a:lnTo>
                  <a:lnTo>
                    <a:pt x="253225" y="81534"/>
                  </a:lnTo>
                  <a:lnTo>
                    <a:pt x="253106" y="82042"/>
                  </a:lnTo>
                  <a:lnTo>
                    <a:pt x="253047" y="92837"/>
                  </a:lnTo>
                  <a:lnTo>
                    <a:pt x="253765" y="96647"/>
                  </a:lnTo>
                  <a:lnTo>
                    <a:pt x="253885" y="97282"/>
                  </a:lnTo>
                  <a:lnTo>
                    <a:pt x="255549" y="101092"/>
                  </a:lnTo>
                  <a:lnTo>
                    <a:pt x="289458" y="124841"/>
                  </a:lnTo>
                  <a:lnTo>
                    <a:pt x="296417" y="127127"/>
                  </a:lnTo>
                  <a:lnTo>
                    <a:pt x="299529" y="128397"/>
                  </a:lnTo>
                  <a:lnTo>
                    <a:pt x="302285" y="129794"/>
                  </a:lnTo>
                  <a:lnTo>
                    <a:pt x="305041" y="131064"/>
                  </a:lnTo>
                  <a:lnTo>
                    <a:pt x="307251" y="132588"/>
                  </a:lnTo>
                  <a:lnTo>
                    <a:pt x="310591" y="136144"/>
                  </a:lnTo>
                  <a:lnTo>
                    <a:pt x="311429" y="138303"/>
                  </a:lnTo>
                  <a:lnTo>
                    <a:pt x="311429" y="143002"/>
                  </a:lnTo>
                  <a:lnTo>
                    <a:pt x="311185" y="144018"/>
                  </a:lnTo>
                  <a:lnTo>
                    <a:pt x="311094" y="144399"/>
                  </a:lnTo>
                  <a:lnTo>
                    <a:pt x="310972" y="144907"/>
                  </a:lnTo>
                  <a:lnTo>
                    <a:pt x="294716" y="153924"/>
                  </a:lnTo>
                  <a:lnTo>
                    <a:pt x="341296" y="153924"/>
                  </a:lnTo>
                  <a:lnTo>
                    <a:pt x="343331" y="150114"/>
                  </a:lnTo>
                  <a:lnTo>
                    <a:pt x="344435" y="145415"/>
                  </a:lnTo>
                  <a:lnTo>
                    <a:pt x="344487" y="132588"/>
                  </a:lnTo>
                  <a:lnTo>
                    <a:pt x="343750" y="128905"/>
                  </a:lnTo>
                  <a:lnTo>
                    <a:pt x="314883" y="104267"/>
                  </a:lnTo>
                  <a:lnTo>
                    <a:pt x="311226" y="102870"/>
                  </a:lnTo>
                  <a:lnTo>
                    <a:pt x="307606" y="101600"/>
                  </a:lnTo>
                  <a:lnTo>
                    <a:pt x="300482" y="99314"/>
                  </a:lnTo>
                  <a:lnTo>
                    <a:pt x="297294" y="98044"/>
                  </a:lnTo>
                  <a:lnTo>
                    <a:pt x="294500" y="96647"/>
                  </a:lnTo>
                  <a:lnTo>
                    <a:pt x="291693" y="95377"/>
                  </a:lnTo>
                  <a:lnTo>
                    <a:pt x="289433" y="93853"/>
                  </a:lnTo>
                  <a:lnTo>
                    <a:pt x="286004" y="90297"/>
                  </a:lnTo>
                  <a:lnTo>
                    <a:pt x="285153" y="88138"/>
                  </a:lnTo>
                  <a:lnTo>
                    <a:pt x="285153" y="83947"/>
                  </a:lnTo>
                  <a:lnTo>
                    <a:pt x="285508" y="82423"/>
                  </a:lnTo>
                  <a:lnTo>
                    <a:pt x="286232" y="81026"/>
                  </a:lnTo>
                  <a:lnTo>
                    <a:pt x="286956" y="79502"/>
                  </a:lnTo>
                  <a:lnTo>
                    <a:pt x="288036" y="78232"/>
                  </a:lnTo>
                  <a:lnTo>
                    <a:pt x="289483" y="77216"/>
                  </a:lnTo>
                  <a:lnTo>
                    <a:pt x="290931" y="76073"/>
                  </a:lnTo>
                  <a:lnTo>
                    <a:pt x="292785" y="75311"/>
                  </a:lnTo>
                  <a:lnTo>
                    <a:pt x="295033" y="74676"/>
                  </a:lnTo>
                  <a:lnTo>
                    <a:pt x="296729" y="74295"/>
                  </a:lnTo>
                  <a:lnTo>
                    <a:pt x="296405" y="74295"/>
                  </a:lnTo>
                  <a:lnTo>
                    <a:pt x="299961" y="73787"/>
                  </a:lnTo>
                  <a:lnTo>
                    <a:pt x="337642" y="73787"/>
                  </a:lnTo>
                  <a:lnTo>
                    <a:pt x="337642" y="66294"/>
                  </a:lnTo>
                  <a:lnTo>
                    <a:pt x="337502" y="65024"/>
                  </a:lnTo>
                  <a:lnTo>
                    <a:pt x="337468" y="64770"/>
                  </a:lnTo>
                  <a:lnTo>
                    <a:pt x="337350" y="63881"/>
                  </a:lnTo>
                  <a:lnTo>
                    <a:pt x="337159" y="63119"/>
                  </a:lnTo>
                  <a:lnTo>
                    <a:pt x="336981" y="62230"/>
                  </a:lnTo>
                  <a:lnTo>
                    <a:pt x="336759" y="61595"/>
                  </a:lnTo>
                  <a:lnTo>
                    <a:pt x="309689" y="51943"/>
                  </a:lnTo>
                  <a:lnTo>
                    <a:pt x="306006" y="51689"/>
                  </a:lnTo>
                  <a:close/>
                </a:path>
                <a:path w="344805" h="177164">
                  <a:moveTo>
                    <a:pt x="337642" y="73787"/>
                  </a:moveTo>
                  <a:lnTo>
                    <a:pt x="307365" y="73787"/>
                  </a:lnTo>
                  <a:lnTo>
                    <a:pt x="311226" y="74295"/>
                  </a:lnTo>
                  <a:lnTo>
                    <a:pt x="315180" y="75311"/>
                  </a:lnTo>
                  <a:lnTo>
                    <a:pt x="318558" y="76073"/>
                  </a:lnTo>
                  <a:lnTo>
                    <a:pt x="318368" y="76073"/>
                  </a:lnTo>
                  <a:lnTo>
                    <a:pt x="320979" y="76962"/>
                  </a:lnTo>
                  <a:lnTo>
                    <a:pt x="323545" y="77978"/>
                  </a:lnTo>
                  <a:lnTo>
                    <a:pt x="326123" y="78867"/>
                  </a:lnTo>
                  <a:lnTo>
                    <a:pt x="328269" y="79883"/>
                  </a:lnTo>
                  <a:lnTo>
                    <a:pt x="329984" y="80772"/>
                  </a:lnTo>
                  <a:lnTo>
                    <a:pt x="331698" y="81534"/>
                  </a:lnTo>
                  <a:lnTo>
                    <a:pt x="332968" y="82042"/>
                  </a:lnTo>
                  <a:lnTo>
                    <a:pt x="334945" y="82042"/>
                  </a:lnTo>
                  <a:lnTo>
                    <a:pt x="335673" y="81534"/>
                  </a:lnTo>
                  <a:lnTo>
                    <a:pt x="336219" y="81280"/>
                  </a:lnTo>
                  <a:lnTo>
                    <a:pt x="336651" y="80772"/>
                  </a:lnTo>
                  <a:lnTo>
                    <a:pt x="336956" y="79883"/>
                  </a:lnTo>
                  <a:lnTo>
                    <a:pt x="337273" y="79121"/>
                  </a:lnTo>
                  <a:lnTo>
                    <a:pt x="337451" y="78232"/>
                  </a:lnTo>
                  <a:lnTo>
                    <a:pt x="337578" y="77216"/>
                  </a:lnTo>
                  <a:lnTo>
                    <a:pt x="337642" y="73787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34656" y="2083180"/>
              <a:ext cx="615581" cy="17678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90826" y="2134870"/>
              <a:ext cx="755059" cy="167131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672588" y="2134869"/>
              <a:ext cx="812165" cy="125095"/>
            </a:xfrm>
            <a:custGeom>
              <a:avLst/>
              <a:gdLst/>
              <a:ahLst/>
              <a:cxnLst/>
              <a:rect l="l" t="t" r="r" b="b"/>
              <a:pathLst>
                <a:path w="812164" h="125094">
                  <a:moveTo>
                    <a:pt x="117348" y="46482"/>
                  </a:moveTo>
                  <a:lnTo>
                    <a:pt x="116332" y="39370"/>
                  </a:lnTo>
                  <a:lnTo>
                    <a:pt x="112014" y="26035"/>
                  </a:lnTo>
                  <a:lnTo>
                    <a:pt x="109639" y="22098"/>
                  </a:lnTo>
                  <a:lnTo>
                    <a:pt x="108585" y="20320"/>
                  </a:lnTo>
                  <a:lnTo>
                    <a:pt x="99441" y="10668"/>
                  </a:lnTo>
                  <a:lnTo>
                    <a:pt x="93599" y="6858"/>
                  </a:lnTo>
                  <a:lnTo>
                    <a:pt x="86487" y="4064"/>
                  </a:lnTo>
                  <a:lnTo>
                    <a:pt x="84836" y="3556"/>
                  </a:lnTo>
                  <a:lnTo>
                    <a:pt x="84836" y="41529"/>
                  </a:lnTo>
                  <a:lnTo>
                    <a:pt x="84797" y="42799"/>
                  </a:lnTo>
                  <a:lnTo>
                    <a:pt x="84683" y="46482"/>
                  </a:lnTo>
                  <a:lnTo>
                    <a:pt x="84582" y="50292"/>
                  </a:lnTo>
                  <a:lnTo>
                    <a:pt x="34163" y="50292"/>
                  </a:lnTo>
                  <a:lnTo>
                    <a:pt x="34290" y="46482"/>
                  </a:lnTo>
                  <a:lnTo>
                    <a:pt x="34848" y="43243"/>
                  </a:lnTo>
                  <a:lnTo>
                    <a:pt x="34925" y="42799"/>
                  </a:lnTo>
                  <a:lnTo>
                    <a:pt x="55753" y="22098"/>
                  </a:lnTo>
                  <a:lnTo>
                    <a:pt x="68580" y="22098"/>
                  </a:lnTo>
                  <a:lnTo>
                    <a:pt x="74803" y="24638"/>
                  </a:lnTo>
                  <a:lnTo>
                    <a:pt x="78867" y="29591"/>
                  </a:lnTo>
                  <a:lnTo>
                    <a:pt x="82931" y="34671"/>
                  </a:lnTo>
                  <a:lnTo>
                    <a:pt x="84836" y="41529"/>
                  </a:lnTo>
                  <a:lnTo>
                    <a:pt x="84836" y="3556"/>
                  </a:lnTo>
                  <a:lnTo>
                    <a:pt x="80886" y="2311"/>
                  </a:lnTo>
                  <a:lnTo>
                    <a:pt x="75133" y="1117"/>
                  </a:lnTo>
                  <a:lnTo>
                    <a:pt x="75438" y="1117"/>
                  </a:lnTo>
                  <a:lnTo>
                    <a:pt x="68262" y="292"/>
                  </a:lnTo>
                  <a:lnTo>
                    <a:pt x="68681" y="292"/>
                  </a:lnTo>
                  <a:lnTo>
                    <a:pt x="60833" y="0"/>
                  </a:lnTo>
                  <a:lnTo>
                    <a:pt x="21336" y="11430"/>
                  </a:lnTo>
                  <a:lnTo>
                    <a:pt x="787" y="49707"/>
                  </a:lnTo>
                  <a:lnTo>
                    <a:pt x="0" y="56540"/>
                  </a:lnTo>
                  <a:lnTo>
                    <a:pt x="0" y="71310"/>
                  </a:lnTo>
                  <a:lnTo>
                    <a:pt x="21082" y="115062"/>
                  </a:lnTo>
                  <a:lnTo>
                    <a:pt x="63754" y="125095"/>
                  </a:lnTo>
                  <a:lnTo>
                    <a:pt x="69723" y="125095"/>
                  </a:lnTo>
                  <a:lnTo>
                    <a:pt x="75184" y="124714"/>
                  </a:lnTo>
                  <a:lnTo>
                    <a:pt x="80391" y="123952"/>
                  </a:lnTo>
                  <a:lnTo>
                    <a:pt x="85598" y="123317"/>
                  </a:lnTo>
                  <a:lnTo>
                    <a:pt x="109474" y="115570"/>
                  </a:lnTo>
                  <a:lnTo>
                    <a:pt x="109982" y="115062"/>
                  </a:lnTo>
                  <a:lnTo>
                    <a:pt x="110744" y="113792"/>
                  </a:lnTo>
                  <a:lnTo>
                    <a:pt x="110998" y="113030"/>
                  </a:lnTo>
                  <a:lnTo>
                    <a:pt x="111125" y="112141"/>
                  </a:lnTo>
                  <a:lnTo>
                    <a:pt x="111379" y="111252"/>
                  </a:lnTo>
                  <a:lnTo>
                    <a:pt x="111506" y="110109"/>
                  </a:lnTo>
                  <a:lnTo>
                    <a:pt x="111633" y="107569"/>
                  </a:lnTo>
                  <a:lnTo>
                    <a:pt x="111709" y="101473"/>
                  </a:lnTo>
                  <a:lnTo>
                    <a:pt x="111633" y="100330"/>
                  </a:lnTo>
                  <a:lnTo>
                    <a:pt x="111506" y="99060"/>
                  </a:lnTo>
                  <a:lnTo>
                    <a:pt x="111379" y="97663"/>
                  </a:lnTo>
                  <a:lnTo>
                    <a:pt x="111125" y="96520"/>
                  </a:lnTo>
                  <a:lnTo>
                    <a:pt x="110744" y="95885"/>
                  </a:lnTo>
                  <a:lnTo>
                    <a:pt x="110363" y="95123"/>
                  </a:lnTo>
                  <a:lnTo>
                    <a:pt x="109982" y="94615"/>
                  </a:lnTo>
                  <a:lnTo>
                    <a:pt x="109474" y="94234"/>
                  </a:lnTo>
                  <a:lnTo>
                    <a:pt x="108839" y="93980"/>
                  </a:lnTo>
                  <a:lnTo>
                    <a:pt x="105448" y="93980"/>
                  </a:lnTo>
                  <a:lnTo>
                    <a:pt x="104267" y="94234"/>
                  </a:lnTo>
                  <a:lnTo>
                    <a:pt x="101866" y="95123"/>
                  </a:lnTo>
                  <a:lnTo>
                    <a:pt x="99669" y="95885"/>
                  </a:lnTo>
                  <a:lnTo>
                    <a:pt x="72771" y="101473"/>
                  </a:lnTo>
                  <a:lnTo>
                    <a:pt x="61087" y="101473"/>
                  </a:lnTo>
                  <a:lnTo>
                    <a:pt x="35941" y="83312"/>
                  </a:lnTo>
                  <a:lnTo>
                    <a:pt x="34671" y="79502"/>
                  </a:lnTo>
                  <a:lnTo>
                    <a:pt x="34163" y="75184"/>
                  </a:lnTo>
                  <a:lnTo>
                    <a:pt x="34163" y="70485"/>
                  </a:lnTo>
                  <a:lnTo>
                    <a:pt x="110236" y="70485"/>
                  </a:lnTo>
                  <a:lnTo>
                    <a:pt x="112776" y="69596"/>
                  </a:lnTo>
                  <a:lnTo>
                    <a:pt x="114554" y="67691"/>
                  </a:lnTo>
                  <a:lnTo>
                    <a:pt x="116459" y="65913"/>
                  </a:lnTo>
                  <a:lnTo>
                    <a:pt x="117348" y="63119"/>
                  </a:lnTo>
                  <a:lnTo>
                    <a:pt x="117348" y="50292"/>
                  </a:lnTo>
                  <a:lnTo>
                    <a:pt x="117348" y="46482"/>
                  </a:lnTo>
                  <a:close/>
                </a:path>
                <a:path w="812164" h="125094">
                  <a:moveTo>
                    <a:pt x="259842" y="41402"/>
                  </a:moveTo>
                  <a:lnTo>
                    <a:pt x="259080" y="34544"/>
                  </a:lnTo>
                  <a:lnTo>
                    <a:pt x="257111" y="27178"/>
                  </a:lnTo>
                  <a:lnTo>
                    <a:pt x="256032" y="23114"/>
                  </a:lnTo>
                  <a:lnTo>
                    <a:pt x="254393" y="19939"/>
                  </a:lnTo>
                  <a:lnTo>
                    <a:pt x="253492" y="18161"/>
                  </a:lnTo>
                  <a:lnTo>
                    <a:pt x="250063" y="13843"/>
                  </a:lnTo>
                  <a:lnTo>
                    <a:pt x="224028" y="0"/>
                  </a:lnTo>
                  <a:lnTo>
                    <a:pt x="208407" y="0"/>
                  </a:lnTo>
                  <a:lnTo>
                    <a:pt x="201295" y="1651"/>
                  </a:lnTo>
                  <a:lnTo>
                    <a:pt x="187706" y="8255"/>
                  </a:lnTo>
                  <a:lnTo>
                    <a:pt x="180975" y="13208"/>
                  </a:lnTo>
                  <a:lnTo>
                    <a:pt x="174244" y="19939"/>
                  </a:lnTo>
                  <a:lnTo>
                    <a:pt x="174117" y="5588"/>
                  </a:lnTo>
                  <a:lnTo>
                    <a:pt x="173609" y="4953"/>
                  </a:lnTo>
                  <a:lnTo>
                    <a:pt x="173228" y="4318"/>
                  </a:lnTo>
                  <a:lnTo>
                    <a:pt x="172466" y="3810"/>
                  </a:lnTo>
                  <a:lnTo>
                    <a:pt x="171450" y="3429"/>
                  </a:lnTo>
                  <a:lnTo>
                    <a:pt x="170434" y="2921"/>
                  </a:lnTo>
                  <a:lnTo>
                    <a:pt x="168910" y="2667"/>
                  </a:lnTo>
                  <a:lnTo>
                    <a:pt x="167005" y="2413"/>
                  </a:lnTo>
                  <a:lnTo>
                    <a:pt x="165227" y="2286"/>
                  </a:lnTo>
                  <a:lnTo>
                    <a:pt x="154813" y="2286"/>
                  </a:lnTo>
                  <a:lnTo>
                    <a:pt x="153035" y="2413"/>
                  </a:lnTo>
                  <a:lnTo>
                    <a:pt x="151130" y="2667"/>
                  </a:lnTo>
                  <a:lnTo>
                    <a:pt x="149733" y="2921"/>
                  </a:lnTo>
                  <a:lnTo>
                    <a:pt x="148463" y="3429"/>
                  </a:lnTo>
                  <a:lnTo>
                    <a:pt x="147320" y="3810"/>
                  </a:lnTo>
                  <a:lnTo>
                    <a:pt x="146558" y="4318"/>
                  </a:lnTo>
                  <a:lnTo>
                    <a:pt x="146050" y="4953"/>
                  </a:lnTo>
                  <a:lnTo>
                    <a:pt x="145669" y="5588"/>
                  </a:lnTo>
                  <a:lnTo>
                    <a:pt x="145415" y="6223"/>
                  </a:lnTo>
                  <a:lnTo>
                    <a:pt x="145415" y="118745"/>
                  </a:lnTo>
                  <a:lnTo>
                    <a:pt x="152603" y="122555"/>
                  </a:lnTo>
                  <a:lnTo>
                    <a:pt x="154178" y="122555"/>
                  </a:lnTo>
                  <a:lnTo>
                    <a:pt x="156337" y="122809"/>
                  </a:lnTo>
                  <a:lnTo>
                    <a:pt x="168402" y="122809"/>
                  </a:lnTo>
                  <a:lnTo>
                    <a:pt x="170561" y="122555"/>
                  </a:lnTo>
                  <a:lnTo>
                    <a:pt x="172161" y="122555"/>
                  </a:lnTo>
                  <a:lnTo>
                    <a:pt x="174371" y="122047"/>
                  </a:lnTo>
                  <a:lnTo>
                    <a:pt x="175641" y="121666"/>
                  </a:lnTo>
                  <a:lnTo>
                    <a:pt x="177038" y="121285"/>
                  </a:lnTo>
                  <a:lnTo>
                    <a:pt x="177927" y="120777"/>
                  </a:lnTo>
                  <a:lnTo>
                    <a:pt x="178943" y="119507"/>
                  </a:lnTo>
                  <a:lnTo>
                    <a:pt x="179197" y="118745"/>
                  </a:lnTo>
                  <a:lnTo>
                    <a:pt x="179197" y="44196"/>
                  </a:lnTo>
                  <a:lnTo>
                    <a:pt x="184023" y="38735"/>
                  </a:lnTo>
                  <a:lnTo>
                    <a:pt x="188455" y="34544"/>
                  </a:lnTo>
                  <a:lnTo>
                    <a:pt x="188976" y="34163"/>
                  </a:lnTo>
                  <a:lnTo>
                    <a:pt x="192913" y="31623"/>
                  </a:lnTo>
                  <a:lnTo>
                    <a:pt x="197358" y="28702"/>
                  </a:lnTo>
                  <a:lnTo>
                    <a:pt x="201676" y="27178"/>
                  </a:lnTo>
                  <a:lnTo>
                    <a:pt x="209423" y="27178"/>
                  </a:lnTo>
                  <a:lnTo>
                    <a:pt x="212344" y="27813"/>
                  </a:lnTo>
                  <a:lnTo>
                    <a:pt x="214884" y="29083"/>
                  </a:lnTo>
                  <a:lnTo>
                    <a:pt x="217424" y="30226"/>
                  </a:lnTo>
                  <a:lnTo>
                    <a:pt x="219583" y="31877"/>
                  </a:lnTo>
                  <a:lnTo>
                    <a:pt x="221107" y="34163"/>
                  </a:lnTo>
                  <a:lnTo>
                    <a:pt x="222758" y="36322"/>
                  </a:lnTo>
                  <a:lnTo>
                    <a:pt x="223901" y="38735"/>
                  </a:lnTo>
                  <a:lnTo>
                    <a:pt x="224028" y="38989"/>
                  </a:lnTo>
                  <a:lnTo>
                    <a:pt x="224790" y="42037"/>
                  </a:lnTo>
                  <a:lnTo>
                    <a:pt x="225679" y="45085"/>
                  </a:lnTo>
                  <a:lnTo>
                    <a:pt x="226060" y="49276"/>
                  </a:lnTo>
                  <a:lnTo>
                    <a:pt x="226060" y="118745"/>
                  </a:lnTo>
                  <a:lnTo>
                    <a:pt x="226314" y="119507"/>
                  </a:lnTo>
                  <a:lnTo>
                    <a:pt x="226949" y="120142"/>
                  </a:lnTo>
                  <a:lnTo>
                    <a:pt x="227457" y="120777"/>
                  </a:lnTo>
                  <a:lnTo>
                    <a:pt x="228346" y="121285"/>
                  </a:lnTo>
                  <a:lnTo>
                    <a:pt x="230886" y="122047"/>
                  </a:lnTo>
                  <a:lnTo>
                    <a:pt x="233083" y="122555"/>
                  </a:lnTo>
                  <a:lnTo>
                    <a:pt x="234696" y="122555"/>
                  </a:lnTo>
                  <a:lnTo>
                    <a:pt x="236982" y="122809"/>
                  </a:lnTo>
                  <a:lnTo>
                    <a:pt x="248920" y="122809"/>
                  </a:lnTo>
                  <a:lnTo>
                    <a:pt x="251079" y="122555"/>
                  </a:lnTo>
                  <a:lnTo>
                    <a:pt x="252806" y="122555"/>
                  </a:lnTo>
                  <a:lnTo>
                    <a:pt x="259842" y="118745"/>
                  </a:lnTo>
                  <a:lnTo>
                    <a:pt x="259842" y="41402"/>
                  </a:lnTo>
                  <a:close/>
                </a:path>
                <a:path w="812164" h="125094">
                  <a:moveTo>
                    <a:pt x="530606" y="6223"/>
                  </a:moveTo>
                  <a:lnTo>
                    <a:pt x="530352" y="5588"/>
                  </a:lnTo>
                  <a:lnTo>
                    <a:pt x="529717" y="4953"/>
                  </a:lnTo>
                  <a:lnTo>
                    <a:pt x="529209" y="4318"/>
                  </a:lnTo>
                  <a:lnTo>
                    <a:pt x="528320" y="3810"/>
                  </a:lnTo>
                  <a:lnTo>
                    <a:pt x="527050" y="3429"/>
                  </a:lnTo>
                  <a:lnTo>
                    <a:pt x="525907" y="2921"/>
                  </a:lnTo>
                  <a:lnTo>
                    <a:pt x="524129" y="2667"/>
                  </a:lnTo>
                  <a:lnTo>
                    <a:pt x="522097" y="2413"/>
                  </a:lnTo>
                  <a:lnTo>
                    <a:pt x="519938" y="2286"/>
                  </a:lnTo>
                  <a:lnTo>
                    <a:pt x="508000" y="2286"/>
                  </a:lnTo>
                  <a:lnTo>
                    <a:pt x="505841" y="2413"/>
                  </a:lnTo>
                  <a:lnTo>
                    <a:pt x="503682" y="2667"/>
                  </a:lnTo>
                  <a:lnTo>
                    <a:pt x="502031" y="2921"/>
                  </a:lnTo>
                  <a:lnTo>
                    <a:pt x="500761" y="3429"/>
                  </a:lnTo>
                  <a:lnTo>
                    <a:pt x="499491" y="3810"/>
                  </a:lnTo>
                  <a:lnTo>
                    <a:pt x="498602" y="4318"/>
                  </a:lnTo>
                  <a:lnTo>
                    <a:pt x="497586" y="5588"/>
                  </a:lnTo>
                  <a:lnTo>
                    <a:pt x="497332" y="6223"/>
                  </a:lnTo>
                  <a:lnTo>
                    <a:pt x="497332" y="80772"/>
                  </a:lnTo>
                  <a:lnTo>
                    <a:pt x="492506" y="86360"/>
                  </a:lnTo>
                  <a:lnTo>
                    <a:pt x="487807" y="90551"/>
                  </a:lnTo>
                  <a:lnTo>
                    <a:pt x="483616" y="93472"/>
                  </a:lnTo>
                  <a:lnTo>
                    <a:pt x="479298" y="96393"/>
                  </a:lnTo>
                  <a:lnTo>
                    <a:pt x="474980" y="97790"/>
                  </a:lnTo>
                  <a:lnTo>
                    <a:pt x="467360" y="97790"/>
                  </a:lnTo>
                  <a:lnTo>
                    <a:pt x="450723" y="75565"/>
                  </a:lnTo>
                  <a:lnTo>
                    <a:pt x="450723" y="6223"/>
                  </a:lnTo>
                  <a:lnTo>
                    <a:pt x="450469" y="5588"/>
                  </a:lnTo>
                  <a:lnTo>
                    <a:pt x="449453" y="4318"/>
                  </a:lnTo>
                  <a:lnTo>
                    <a:pt x="448564" y="3810"/>
                  </a:lnTo>
                  <a:lnTo>
                    <a:pt x="447294" y="3429"/>
                  </a:lnTo>
                  <a:lnTo>
                    <a:pt x="446024" y="2921"/>
                  </a:lnTo>
                  <a:lnTo>
                    <a:pt x="444246" y="2667"/>
                  </a:lnTo>
                  <a:lnTo>
                    <a:pt x="442087" y="2413"/>
                  </a:lnTo>
                  <a:lnTo>
                    <a:pt x="440055" y="2286"/>
                  </a:lnTo>
                  <a:lnTo>
                    <a:pt x="428117" y="2286"/>
                  </a:lnTo>
                  <a:lnTo>
                    <a:pt x="425958" y="2413"/>
                  </a:lnTo>
                  <a:lnTo>
                    <a:pt x="423799" y="2667"/>
                  </a:lnTo>
                  <a:lnTo>
                    <a:pt x="422148" y="2921"/>
                  </a:lnTo>
                  <a:lnTo>
                    <a:pt x="420751" y="3429"/>
                  </a:lnTo>
                  <a:lnTo>
                    <a:pt x="419481" y="3810"/>
                  </a:lnTo>
                  <a:lnTo>
                    <a:pt x="418592" y="4318"/>
                  </a:lnTo>
                  <a:lnTo>
                    <a:pt x="418084" y="4953"/>
                  </a:lnTo>
                  <a:lnTo>
                    <a:pt x="417703" y="5588"/>
                  </a:lnTo>
                  <a:lnTo>
                    <a:pt x="417449" y="6223"/>
                  </a:lnTo>
                  <a:lnTo>
                    <a:pt x="417449" y="83439"/>
                  </a:lnTo>
                  <a:lnTo>
                    <a:pt x="417931" y="88773"/>
                  </a:lnTo>
                  <a:lnTo>
                    <a:pt x="418109" y="90551"/>
                  </a:lnTo>
                  <a:lnTo>
                    <a:pt x="419608" y="96139"/>
                  </a:lnTo>
                  <a:lnTo>
                    <a:pt x="421005" y="101854"/>
                  </a:lnTo>
                  <a:lnTo>
                    <a:pt x="423545" y="106807"/>
                  </a:lnTo>
                  <a:lnTo>
                    <a:pt x="426974" y="111125"/>
                  </a:lnTo>
                  <a:lnTo>
                    <a:pt x="430276" y="115443"/>
                  </a:lnTo>
                  <a:lnTo>
                    <a:pt x="434848" y="118872"/>
                  </a:lnTo>
                  <a:lnTo>
                    <a:pt x="440309" y="121285"/>
                  </a:lnTo>
                  <a:lnTo>
                    <a:pt x="445897" y="123825"/>
                  </a:lnTo>
                  <a:lnTo>
                    <a:pt x="452755" y="125095"/>
                  </a:lnTo>
                  <a:lnTo>
                    <a:pt x="468122" y="125095"/>
                  </a:lnTo>
                  <a:lnTo>
                    <a:pt x="475234" y="123317"/>
                  </a:lnTo>
                  <a:lnTo>
                    <a:pt x="488696" y="116713"/>
                  </a:lnTo>
                  <a:lnTo>
                    <a:pt x="495427" y="111760"/>
                  </a:lnTo>
                  <a:lnTo>
                    <a:pt x="502031" y="105156"/>
                  </a:lnTo>
                  <a:lnTo>
                    <a:pt x="502158" y="119507"/>
                  </a:lnTo>
                  <a:lnTo>
                    <a:pt x="502666" y="120142"/>
                  </a:lnTo>
                  <a:lnTo>
                    <a:pt x="503047" y="120777"/>
                  </a:lnTo>
                  <a:lnTo>
                    <a:pt x="503809" y="121285"/>
                  </a:lnTo>
                  <a:lnTo>
                    <a:pt x="504952" y="121666"/>
                  </a:lnTo>
                  <a:lnTo>
                    <a:pt x="505968" y="122047"/>
                  </a:lnTo>
                  <a:lnTo>
                    <a:pt x="507822" y="122555"/>
                  </a:lnTo>
                  <a:lnTo>
                    <a:pt x="509270" y="122555"/>
                  </a:lnTo>
                  <a:lnTo>
                    <a:pt x="511048" y="122809"/>
                  </a:lnTo>
                  <a:lnTo>
                    <a:pt x="521335" y="122809"/>
                  </a:lnTo>
                  <a:lnTo>
                    <a:pt x="523240" y="122555"/>
                  </a:lnTo>
                  <a:lnTo>
                    <a:pt x="524548" y="122555"/>
                  </a:lnTo>
                  <a:lnTo>
                    <a:pt x="526415" y="122047"/>
                  </a:lnTo>
                  <a:lnTo>
                    <a:pt x="528701" y="121285"/>
                  </a:lnTo>
                  <a:lnTo>
                    <a:pt x="529463" y="120777"/>
                  </a:lnTo>
                  <a:lnTo>
                    <a:pt x="529844" y="120142"/>
                  </a:lnTo>
                  <a:lnTo>
                    <a:pt x="530352" y="119507"/>
                  </a:lnTo>
                  <a:lnTo>
                    <a:pt x="530555" y="118872"/>
                  </a:lnTo>
                  <a:lnTo>
                    <a:pt x="530606" y="105156"/>
                  </a:lnTo>
                  <a:lnTo>
                    <a:pt x="530606" y="97790"/>
                  </a:lnTo>
                  <a:lnTo>
                    <a:pt x="530606" y="6223"/>
                  </a:lnTo>
                  <a:close/>
                </a:path>
                <a:path w="812164" h="125094">
                  <a:moveTo>
                    <a:pt x="677672" y="41402"/>
                  </a:moveTo>
                  <a:lnTo>
                    <a:pt x="676910" y="34544"/>
                  </a:lnTo>
                  <a:lnTo>
                    <a:pt x="674941" y="27178"/>
                  </a:lnTo>
                  <a:lnTo>
                    <a:pt x="673862" y="23114"/>
                  </a:lnTo>
                  <a:lnTo>
                    <a:pt x="672312" y="19939"/>
                  </a:lnTo>
                  <a:lnTo>
                    <a:pt x="671449" y="18161"/>
                  </a:lnTo>
                  <a:lnTo>
                    <a:pt x="668020" y="13843"/>
                  </a:lnTo>
                  <a:lnTo>
                    <a:pt x="642239" y="0"/>
                  </a:lnTo>
                  <a:lnTo>
                    <a:pt x="626872" y="0"/>
                  </a:lnTo>
                  <a:lnTo>
                    <a:pt x="619760" y="1651"/>
                  </a:lnTo>
                  <a:lnTo>
                    <a:pt x="606171" y="8255"/>
                  </a:lnTo>
                  <a:lnTo>
                    <a:pt x="599554" y="13208"/>
                  </a:lnTo>
                  <a:lnTo>
                    <a:pt x="592963" y="19939"/>
                  </a:lnTo>
                  <a:lnTo>
                    <a:pt x="592963" y="6223"/>
                  </a:lnTo>
                  <a:lnTo>
                    <a:pt x="590169" y="3429"/>
                  </a:lnTo>
                  <a:lnTo>
                    <a:pt x="589026" y="2921"/>
                  </a:lnTo>
                  <a:lnTo>
                    <a:pt x="587616" y="2667"/>
                  </a:lnTo>
                  <a:lnTo>
                    <a:pt x="585724" y="2413"/>
                  </a:lnTo>
                  <a:lnTo>
                    <a:pt x="583946" y="2286"/>
                  </a:lnTo>
                  <a:lnTo>
                    <a:pt x="573659" y="2286"/>
                  </a:lnTo>
                  <a:lnTo>
                    <a:pt x="571881" y="2413"/>
                  </a:lnTo>
                  <a:lnTo>
                    <a:pt x="570103" y="2667"/>
                  </a:lnTo>
                  <a:lnTo>
                    <a:pt x="568579" y="2921"/>
                  </a:lnTo>
                  <a:lnTo>
                    <a:pt x="567436" y="3429"/>
                  </a:lnTo>
                  <a:lnTo>
                    <a:pt x="566293" y="3810"/>
                  </a:lnTo>
                  <a:lnTo>
                    <a:pt x="565531" y="4318"/>
                  </a:lnTo>
                  <a:lnTo>
                    <a:pt x="565023" y="4953"/>
                  </a:lnTo>
                  <a:lnTo>
                    <a:pt x="564642" y="5588"/>
                  </a:lnTo>
                  <a:lnTo>
                    <a:pt x="564388" y="6223"/>
                  </a:lnTo>
                  <a:lnTo>
                    <a:pt x="564388" y="118745"/>
                  </a:lnTo>
                  <a:lnTo>
                    <a:pt x="571411" y="122555"/>
                  </a:lnTo>
                  <a:lnTo>
                    <a:pt x="573024" y="122555"/>
                  </a:lnTo>
                  <a:lnTo>
                    <a:pt x="575183" y="122809"/>
                  </a:lnTo>
                  <a:lnTo>
                    <a:pt x="587121" y="122809"/>
                  </a:lnTo>
                  <a:lnTo>
                    <a:pt x="589267" y="122555"/>
                  </a:lnTo>
                  <a:lnTo>
                    <a:pt x="590715" y="122555"/>
                  </a:lnTo>
                  <a:lnTo>
                    <a:pt x="593090" y="122047"/>
                  </a:lnTo>
                  <a:lnTo>
                    <a:pt x="595617" y="121285"/>
                  </a:lnTo>
                  <a:lnTo>
                    <a:pt x="596519" y="120777"/>
                  </a:lnTo>
                  <a:lnTo>
                    <a:pt x="597027" y="120142"/>
                  </a:lnTo>
                  <a:lnTo>
                    <a:pt x="597662" y="119507"/>
                  </a:lnTo>
                  <a:lnTo>
                    <a:pt x="597903" y="118745"/>
                  </a:lnTo>
                  <a:lnTo>
                    <a:pt x="597903" y="44196"/>
                  </a:lnTo>
                  <a:lnTo>
                    <a:pt x="602615" y="38735"/>
                  </a:lnTo>
                  <a:lnTo>
                    <a:pt x="606920" y="34544"/>
                  </a:lnTo>
                  <a:lnTo>
                    <a:pt x="607453" y="34163"/>
                  </a:lnTo>
                  <a:lnTo>
                    <a:pt x="611492" y="31623"/>
                  </a:lnTo>
                  <a:lnTo>
                    <a:pt x="615823" y="28702"/>
                  </a:lnTo>
                  <a:lnTo>
                    <a:pt x="620128" y="27178"/>
                  </a:lnTo>
                  <a:lnTo>
                    <a:pt x="627761" y="27178"/>
                  </a:lnTo>
                  <a:lnTo>
                    <a:pt x="630682" y="27813"/>
                  </a:lnTo>
                  <a:lnTo>
                    <a:pt x="633222" y="29083"/>
                  </a:lnTo>
                  <a:lnTo>
                    <a:pt x="635762" y="30226"/>
                  </a:lnTo>
                  <a:lnTo>
                    <a:pt x="637794" y="31877"/>
                  </a:lnTo>
                  <a:lnTo>
                    <a:pt x="639305" y="34163"/>
                  </a:lnTo>
                  <a:lnTo>
                    <a:pt x="640969" y="36322"/>
                  </a:lnTo>
                  <a:lnTo>
                    <a:pt x="642112" y="38735"/>
                  </a:lnTo>
                  <a:lnTo>
                    <a:pt x="642239" y="38989"/>
                  </a:lnTo>
                  <a:lnTo>
                    <a:pt x="643001" y="42037"/>
                  </a:lnTo>
                  <a:lnTo>
                    <a:pt x="643890" y="45085"/>
                  </a:lnTo>
                  <a:lnTo>
                    <a:pt x="644271" y="49276"/>
                  </a:lnTo>
                  <a:lnTo>
                    <a:pt x="644271" y="118745"/>
                  </a:lnTo>
                  <a:lnTo>
                    <a:pt x="644525" y="119507"/>
                  </a:lnTo>
                  <a:lnTo>
                    <a:pt x="651332" y="122555"/>
                  </a:lnTo>
                  <a:lnTo>
                    <a:pt x="652907" y="122555"/>
                  </a:lnTo>
                  <a:lnTo>
                    <a:pt x="655053" y="122809"/>
                  </a:lnTo>
                  <a:lnTo>
                    <a:pt x="666877" y="122809"/>
                  </a:lnTo>
                  <a:lnTo>
                    <a:pt x="669036" y="122555"/>
                  </a:lnTo>
                  <a:lnTo>
                    <a:pt x="670763" y="122555"/>
                  </a:lnTo>
                  <a:lnTo>
                    <a:pt x="677672" y="118745"/>
                  </a:lnTo>
                  <a:lnTo>
                    <a:pt x="677672" y="41402"/>
                  </a:lnTo>
                  <a:close/>
                </a:path>
                <a:path w="812164" h="125094">
                  <a:moveTo>
                    <a:pt x="811784" y="70866"/>
                  </a:moveTo>
                  <a:lnTo>
                    <a:pt x="811657" y="35433"/>
                  </a:lnTo>
                  <a:lnTo>
                    <a:pt x="810768" y="29591"/>
                  </a:lnTo>
                  <a:lnTo>
                    <a:pt x="808774" y="23749"/>
                  </a:lnTo>
                  <a:lnTo>
                    <a:pt x="806831" y="18415"/>
                  </a:lnTo>
                  <a:lnTo>
                    <a:pt x="803783" y="13970"/>
                  </a:lnTo>
                  <a:lnTo>
                    <a:pt x="799465" y="10414"/>
                  </a:lnTo>
                  <a:lnTo>
                    <a:pt x="795274" y="6858"/>
                  </a:lnTo>
                  <a:lnTo>
                    <a:pt x="789813" y="4318"/>
                  </a:lnTo>
                  <a:lnTo>
                    <a:pt x="783209" y="2540"/>
                  </a:lnTo>
                  <a:lnTo>
                    <a:pt x="776605" y="889"/>
                  </a:lnTo>
                  <a:lnTo>
                    <a:pt x="768604" y="0"/>
                  </a:lnTo>
                  <a:lnTo>
                    <a:pt x="754126" y="0"/>
                  </a:lnTo>
                  <a:lnTo>
                    <a:pt x="716534" y="9779"/>
                  </a:lnTo>
                  <a:lnTo>
                    <a:pt x="710565" y="16256"/>
                  </a:lnTo>
                  <a:lnTo>
                    <a:pt x="710057" y="17780"/>
                  </a:lnTo>
                  <a:lnTo>
                    <a:pt x="713232" y="34036"/>
                  </a:lnTo>
                  <a:lnTo>
                    <a:pt x="713994" y="34671"/>
                  </a:lnTo>
                  <a:lnTo>
                    <a:pt x="714883" y="34925"/>
                  </a:lnTo>
                  <a:lnTo>
                    <a:pt x="717296" y="34925"/>
                  </a:lnTo>
                  <a:lnTo>
                    <a:pt x="719074" y="34417"/>
                  </a:lnTo>
                  <a:lnTo>
                    <a:pt x="721360" y="33147"/>
                  </a:lnTo>
                  <a:lnTo>
                    <a:pt x="723646" y="32004"/>
                  </a:lnTo>
                  <a:lnTo>
                    <a:pt x="726440" y="30734"/>
                  </a:lnTo>
                  <a:lnTo>
                    <a:pt x="729869" y="29337"/>
                  </a:lnTo>
                  <a:lnTo>
                    <a:pt x="733171" y="27940"/>
                  </a:lnTo>
                  <a:lnTo>
                    <a:pt x="737108" y="26670"/>
                  </a:lnTo>
                  <a:lnTo>
                    <a:pt x="745871" y="24384"/>
                  </a:lnTo>
                  <a:lnTo>
                    <a:pt x="750824" y="23749"/>
                  </a:lnTo>
                  <a:lnTo>
                    <a:pt x="760730" y="23749"/>
                  </a:lnTo>
                  <a:lnTo>
                    <a:pt x="766648" y="24384"/>
                  </a:lnTo>
                  <a:lnTo>
                    <a:pt x="765073" y="24384"/>
                  </a:lnTo>
                  <a:lnTo>
                    <a:pt x="767080" y="25019"/>
                  </a:lnTo>
                  <a:lnTo>
                    <a:pt x="777748" y="35433"/>
                  </a:lnTo>
                  <a:lnTo>
                    <a:pt x="778510" y="37973"/>
                  </a:lnTo>
                  <a:lnTo>
                    <a:pt x="778891" y="41021"/>
                  </a:lnTo>
                  <a:lnTo>
                    <a:pt x="778891" y="51181"/>
                  </a:lnTo>
                  <a:lnTo>
                    <a:pt x="778891" y="70866"/>
                  </a:lnTo>
                  <a:lnTo>
                    <a:pt x="778891" y="89789"/>
                  </a:lnTo>
                  <a:lnTo>
                    <a:pt x="774827" y="94107"/>
                  </a:lnTo>
                  <a:lnTo>
                    <a:pt x="770763" y="97282"/>
                  </a:lnTo>
                  <a:lnTo>
                    <a:pt x="762889" y="101854"/>
                  </a:lnTo>
                  <a:lnTo>
                    <a:pt x="758571" y="102870"/>
                  </a:lnTo>
                  <a:lnTo>
                    <a:pt x="748284" y="102870"/>
                  </a:lnTo>
                  <a:lnTo>
                    <a:pt x="743966" y="101600"/>
                  </a:lnTo>
                  <a:lnTo>
                    <a:pt x="737616" y="96266"/>
                  </a:lnTo>
                  <a:lnTo>
                    <a:pt x="736092" y="92583"/>
                  </a:lnTo>
                  <a:lnTo>
                    <a:pt x="736092" y="85217"/>
                  </a:lnTo>
                  <a:lnTo>
                    <a:pt x="736600" y="82804"/>
                  </a:lnTo>
                  <a:lnTo>
                    <a:pt x="737743" y="80772"/>
                  </a:lnTo>
                  <a:lnTo>
                    <a:pt x="738886" y="78613"/>
                  </a:lnTo>
                  <a:lnTo>
                    <a:pt x="760730" y="70866"/>
                  </a:lnTo>
                  <a:lnTo>
                    <a:pt x="778891" y="70866"/>
                  </a:lnTo>
                  <a:lnTo>
                    <a:pt x="778891" y="51181"/>
                  </a:lnTo>
                  <a:lnTo>
                    <a:pt x="767334" y="51181"/>
                  </a:lnTo>
                  <a:lnTo>
                    <a:pt x="759663" y="51333"/>
                  </a:lnTo>
                  <a:lnTo>
                    <a:pt x="714121" y="63500"/>
                  </a:lnTo>
                  <a:lnTo>
                    <a:pt x="703326" y="82550"/>
                  </a:lnTo>
                  <a:lnTo>
                    <a:pt x="703326" y="94996"/>
                  </a:lnTo>
                  <a:lnTo>
                    <a:pt x="734568" y="124206"/>
                  </a:lnTo>
                  <a:lnTo>
                    <a:pt x="740283" y="125095"/>
                  </a:lnTo>
                  <a:lnTo>
                    <a:pt x="754253" y="125095"/>
                  </a:lnTo>
                  <a:lnTo>
                    <a:pt x="761111" y="123698"/>
                  </a:lnTo>
                  <a:lnTo>
                    <a:pt x="767334" y="120904"/>
                  </a:lnTo>
                  <a:lnTo>
                    <a:pt x="773379" y="118364"/>
                  </a:lnTo>
                  <a:lnTo>
                    <a:pt x="776960" y="115951"/>
                  </a:lnTo>
                  <a:lnTo>
                    <a:pt x="779145" y="114427"/>
                  </a:lnTo>
                  <a:lnTo>
                    <a:pt x="784098" y="109474"/>
                  </a:lnTo>
                  <a:lnTo>
                    <a:pt x="784098" y="119507"/>
                  </a:lnTo>
                  <a:lnTo>
                    <a:pt x="784479" y="120396"/>
                  </a:lnTo>
                  <a:lnTo>
                    <a:pt x="786003" y="121666"/>
                  </a:lnTo>
                  <a:lnTo>
                    <a:pt x="787273" y="122174"/>
                  </a:lnTo>
                  <a:lnTo>
                    <a:pt x="789051" y="122428"/>
                  </a:lnTo>
                  <a:lnTo>
                    <a:pt x="790829" y="122809"/>
                  </a:lnTo>
                  <a:lnTo>
                    <a:pt x="804291" y="122809"/>
                  </a:lnTo>
                  <a:lnTo>
                    <a:pt x="806196" y="122428"/>
                  </a:lnTo>
                  <a:lnTo>
                    <a:pt x="808101" y="122174"/>
                  </a:lnTo>
                  <a:lnTo>
                    <a:pt x="809498" y="121666"/>
                  </a:lnTo>
                  <a:lnTo>
                    <a:pt x="811276" y="120396"/>
                  </a:lnTo>
                  <a:lnTo>
                    <a:pt x="811784" y="119507"/>
                  </a:lnTo>
                  <a:lnTo>
                    <a:pt x="811784" y="109474"/>
                  </a:lnTo>
                  <a:lnTo>
                    <a:pt x="811784" y="102870"/>
                  </a:lnTo>
                  <a:lnTo>
                    <a:pt x="811784" y="70866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34105" y="2084577"/>
              <a:ext cx="998093" cy="175387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757166" y="2088260"/>
              <a:ext cx="1270889" cy="21374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43471" y="2439670"/>
              <a:ext cx="413384" cy="167640"/>
            </a:xfrm>
            <a:custGeom>
              <a:avLst/>
              <a:gdLst/>
              <a:ahLst/>
              <a:cxnLst/>
              <a:rect l="l" t="t" r="r" b="b"/>
              <a:pathLst>
                <a:path w="413384" h="167639">
                  <a:moveTo>
                    <a:pt x="120383" y="109219"/>
                  </a:moveTo>
                  <a:lnTo>
                    <a:pt x="86829" y="109219"/>
                  </a:lnTo>
                  <a:lnTo>
                    <a:pt x="86829" y="162813"/>
                  </a:lnTo>
                  <a:lnTo>
                    <a:pt x="97574" y="167131"/>
                  </a:lnTo>
                  <a:lnTo>
                    <a:pt x="109651" y="167131"/>
                  </a:lnTo>
                  <a:lnTo>
                    <a:pt x="120383" y="162813"/>
                  </a:lnTo>
                  <a:lnTo>
                    <a:pt x="120383" y="109219"/>
                  </a:lnTo>
                  <a:close/>
                </a:path>
                <a:path w="413384" h="167639">
                  <a:moveTo>
                    <a:pt x="56184" y="0"/>
                  </a:moveTo>
                  <a:lnTo>
                    <a:pt x="44284" y="0"/>
                  </a:lnTo>
                  <a:lnTo>
                    <a:pt x="36728" y="1524"/>
                  </a:lnTo>
                  <a:lnTo>
                    <a:pt x="5816" y="29590"/>
                  </a:lnTo>
                  <a:lnTo>
                    <a:pt x="0" y="64007"/>
                  </a:lnTo>
                  <a:lnTo>
                    <a:pt x="0" y="72262"/>
                  </a:lnTo>
                  <a:lnTo>
                    <a:pt x="15087" y="112394"/>
                  </a:lnTo>
                  <a:lnTo>
                    <a:pt x="32711" y="123570"/>
                  </a:lnTo>
                  <a:lnTo>
                    <a:pt x="33048" y="123570"/>
                  </a:lnTo>
                  <a:lnTo>
                    <a:pt x="39941" y="125094"/>
                  </a:lnTo>
                  <a:lnTo>
                    <a:pt x="52298" y="125094"/>
                  </a:lnTo>
                  <a:lnTo>
                    <a:pt x="55689" y="124713"/>
                  </a:lnTo>
                  <a:lnTo>
                    <a:pt x="77431" y="116331"/>
                  </a:lnTo>
                  <a:lnTo>
                    <a:pt x="80479" y="114426"/>
                  </a:lnTo>
                  <a:lnTo>
                    <a:pt x="83604" y="112013"/>
                  </a:lnTo>
                  <a:lnTo>
                    <a:pt x="86829" y="109219"/>
                  </a:lnTo>
                  <a:lnTo>
                    <a:pt x="120383" y="109219"/>
                  </a:lnTo>
                  <a:lnTo>
                    <a:pt x="120383" y="98551"/>
                  </a:lnTo>
                  <a:lnTo>
                    <a:pt x="53721" y="98551"/>
                  </a:lnTo>
                  <a:lnTo>
                    <a:pt x="49872" y="97535"/>
                  </a:lnTo>
                  <a:lnTo>
                    <a:pt x="34353" y="66547"/>
                  </a:lnTo>
                  <a:lnTo>
                    <a:pt x="34434" y="56788"/>
                  </a:lnTo>
                  <a:lnTo>
                    <a:pt x="34823" y="53212"/>
                  </a:lnTo>
                  <a:lnTo>
                    <a:pt x="36703" y="44830"/>
                  </a:lnTo>
                  <a:lnTo>
                    <a:pt x="38138" y="41020"/>
                  </a:lnTo>
                  <a:lnTo>
                    <a:pt x="40055" y="37718"/>
                  </a:lnTo>
                  <a:lnTo>
                    <a:pt x="41986" y="34289"/>
                  </a:lnTo>
                  <a:lnTo>
                    <a:pt x="44526" y="31495"/>
                  </a:lnTo>
                  <a:lnTo>
                    <a:pt x="47713" y="29590"/>
                  </a:lnTo>
                  <a:lnTo>
                    <a:pt x="50888" y="27558"/>
                  </a:lnTo>
                  <a:lnTo>
                    <a:pt x="54660" y="26542"/>
                  </a:lnTo>
                  <a:lnTo>
                    <a:pt x="120383" y="26542"/>
                  </a:lnTo>
                  <a:lnTo>
                    <a:pt x="120383" y="19176"/>
                  </a:lnTo>
                  <a:lnTo>
                    <a:pt x="91795" y="19176"/>
                  </a:lnTo>
                  <a:lnTo>
                    <a:pt x="87858" y="15620"/>
                  </a:lnTo>
                  <a:lnTo>
                    <a:pt x="84264" y="12572"/>
                  </a:lnTo>
                  <a:lnTo>
                    <a:pt x="59359" y="380"/>
                  </a:lnTo>
                  <a:lnTo>
                    <a:pt x="56184" y="0"/>
                  </a:lnTo>
                  <a:close/>
                </a:path>
                <a:path w="413384" h="167639">
                  <a:moveTo>
                    <a:pt x="120383" y="26542"/>
                  </a:moveTo>
                  <a:lnTo>
                    <a:pt x="63881" y="26542"/>
                  </a:lnTo>
                  <a:lnTo>
                    <a:pt x="68516" y="27939"/>
                  </a:lnTo>
                  <a:lnTo>
                    <a:pt x="72936" y="30987"/>
                  </a:lnTo>
                  <a:lnTo>
                    <a:pt x="77368" y="33908"/>
                  </a:lnTo>
                  <a:lnTo>
                    <a:pt x="82003" y="38226"/>
                  </a:lnTo>
                  <a:lnTo>
                    <a:pt x="86829" y="43941"/>
                  </a:lnTo>
                  <a:lnTo>
                    <a:pt x="86829" y="80644"/>
                  </a:lnTo>
                  <a:lnTo>
                    <a:pt x="60706" y="98551"/>
                  </a:lnTo>
                  <a:lnTo>
                    <a:pt x="120383" y="98551"/>
                  </a:lnTo>
                  <a:lnTo>
                    <a:pt x="120383" y="26542"/>
                  </a:lnTo>
                  <a:close/>
                </a:path>
                <a:path w="413384" h="167639">
                  <a:moveTo>
                    <a:pt x="111239" y="2285"/>
                  </a:moveTo>
                  <a:lnTo>
                    <a:pt x="101104" y="2285"/>
                  </a:lnTo>
                  <a:lnTo>
                    <a:pt x="99314" y="2412"/>
                  </a:lnTo>
                  <a:lnTo>
                    <a:pt x="97523" y="2666"/>
                  </a:lnTo>
                  <a:lnTo>
                    <a:pt x="96062" y="2920"/>
                  </a:lnTo>
                  <a:lnTo>
                    <a:pt x="94945" y="3428"/>
                  </a:lnTo>
                  <a:lnTo>
                    <a:pt x="93827" y="3809"/>
                  </a:lnTo>
                  <a:lnTo>
                    <a:pt x="92928" y="4444"/>
                  </a:lnTo>
                  <a:lnTo>
                    <a:pt x="91988" y="5714"/>
                  </a:lnTo>
                  <a:lnTo>
                    <a:pt x="91795" y="6222"/>
                  </a:lnTo>
                  <a:lnTo>
                    <a:pt x="91795" y="19176"/>
                  </a:lnTo>
                  <a:lnTo>
                    <a:pt x="120383" y="19176"/>
                  </a:lnTo>
                  <a:lnTo>
                    <a:pt x="120383" y="6222"/>
                  </a:lnTo>
                  <a:lnTo>
                    <a:pt x="120200" y="5714"/>
                  </a:lnTo>
                  <a:lnTo>
                    <a:pt x="119354" y="4444"/>
                  </a:lnTo>
                  <a:lnTo>
                    <a:pt x="118503" y="3809"/>
                  </a:lnTo>
                  <a:lnTo>
                    <a:pt x="117436" y="3428"/>
                  </a:lnTo>
                  <a:lnTo>
                    <a:pt x="116357" y="2920"/>
                  </a:lnTo>
                  <a:lnTo>
                    <a:pt x="114909" y="2666"/>
                  </a:lnTo>
                  <a:lnTo>
                    <a:pt x="113068" y="2412"/>
                  </a:lnTo>
                  <a:lnTo>
                    <a:pt x="111239" y="2285"/>
                  </a:lnTo>
                  <a:close/>
                </a:path>
                <a:path w="413384" h="167639">
                  <a:moveTo>
                    <a:pt x="176809" y="2285"/>
                  </a:moveTo>
                  <a:lnTo>
                    <a:pt x="164846" y="2285"/>
                  </a:lnTo>
                  <a:lnTo>
                    <a:pt x="162648" y="2412"/>
                  </a:lnTo>
                  <a:lnTo>
                    <a:pt x="160464" y="2666"/>
                  </a:lnTo>
                  <a:lnTo>
                    <a:pt x="158711" y="2920"/>
                  </a:lnTo>
                  <a:lnTo>
                    <a:pt x="157416" y="3428"/>
                  </a:lnTo>
                  <a:lnTo>
                    <a:pt x="156121" y="3809"/>
                  </a:lnTo>
                  <a:lnTo>
                    <a:pt x="155232" y="4317"/>
                  </a:lnTo>
                  <a:lnTo>
                    <a:pt x="154241" y="5587"/>
                  </a:lnTo>
                  <a:lnTo>
                    <a:pt x="154000" y="6222"/>
                  </a:lnTo>
                  <a:lnTo>
                    <a:pt x="154000" y="83438"/>
                  </a:lnTo>
                  <a:lnTo>
                    <a:pt x="171551" y="118871"/>
                  </a:lnTo>
                  <a:lnTo>
                    <a:pt x="177152" y="121284"/>
                  </a:lnTo>
                  <a:lnTo>
                    <a:pt x="182740" y="123825"/>
                  </a:lnTo>
                  <a:lnTo>
                    <a:pt x="189649" y="125094"/>
                  </a:lnTo>
                  <a:lnTo>
                    <a:pt x="205219" y="125094"/>
                  </a:lnTo>
                  <a:lnTo>
                    <a:pt x="212318" y="123316"/>
                  </a:lnTo>
                  <a:lnTo>
                    <a:pt x="225996" y="116712"/>
                  </a:lnTo>
                  <a:lnTo>
                    <a:pt x="232740" y="111759"/>
                  </a:lnTo>
                  <a:lnTo>
                    <a:pt x="239356" y="105155"/>
                  </a:lnTo>
                  <a:lnTo>
                    <a:pt x="268211" y="105155"/>
                  </a:lnTo>
                  <a:lnTo>
                    <a:pt x="268211" y="97789"/>
                  </a:lnTo>
                  <a:lnTo>
                    <a:pt x="204419" y="97789"/>
                  </a:lnTo>
                  <a:lnTo>
                    <a:pt x="201434" y="97154"/>
                  </a:lnTo>
                  <a:lnTo>
                    <a:pt x="196342" y="94868"/>
                  </a:lnTo>
                  <a:lnTo>
                    <a:pt x="194233" y="93090"/>
                  </a:lnTo>
                  <a:lnTo>
                    <a:pt x="190931" y="88772"/>
                  </a:lnTo>
                  <a:lnTo>
                    <a:pt x="189817" y="86359"/>
                  </a:lnTo>
                  <a:lnTo>
                    <a:pt x="189699" y="86105"/>
                  </a:lnTo>
                  <a:lnTo>
                    <a:pt x="188087" y="80009"/>
                  </a:lnTo>
                  <a:lnTo>
                    <a:pt x="187680" y="75564"/>
                  </a:lnTo>
                  <a:lnTo>
                    <a:pt x="187680" y="6222"/>
                  </a:lnTo>
                  <a:lnTo>
                    <a:pt x="187413" y="5587"/>
                  </a:lnTo>
                  <a:lnTo>
                    <a:pt x="186347" y="4317"/>
                  </a:lnTo>
                  <a:lnTo>
                    <a:pt x="185420" y="3809"/>
                  </a:lnTo>
                  <a:lnTo>
                    <a:pt x="184124" y="3428"/>
                  </a:lnTo>
                  <a:lnTo>
                    <a:pt x="182829" y="2920"/>
                  </a:lnTo>
                  <a:lnTo>
                    <a:pt x="181101" y="2666"/>
                  </a:lnTo>
                  <a:lnTo>
                    <a:pt x="178955" y="2412"/>
                  </a:lnTo>
                  <a:lnTo>
                    <a:pt x="176809" y="2285"/>
                  </a:lnTo>
                  <a:close/>
                </a:path>
                <a:path w="413384" h="167639">
                  <a:moveTo>
                    <a:pt x="260769" y="122554"/>
                  </a:moveTo>
                  <a:lnTo>
                    <a:pt x="246672" y="122554"/>
                  </a:lnTo>
                  <a:lnTo>
                    <a:pt x="248500" y="122808"/>
                  </a:lnTo>
                  <a:lnTo>
                    <a:pt x="258927" y="122808"/>
                  </a:lnTo>
                  <a:lnTo>
                    <a:pt x="260769" y="122554"/>
                  </a:lnTo>
                  <a:close/>
                </a:path>
                <a:path w="413384" h="167639">
                  <a:moveTo>
                    <a:pt x="268211" y="105155"/>
                  </a:moveTo>
                  <a:lnTo>
                    <a:pt x="239356" y="105155"/>
                  </a:lnTo>
                  <a:lnTo>
                    <a:pt x="239395" y="118871"/>
                  </a:lnTo>
                  <a:lnTo>
                    <a:pt x="245313" y="122554"/>
                  </a:lnTo>
                  <a:lnTo>
                    <a:pt x="262106" y="122554"/>
                  </a:lnTo>
                  <a:lnTo>
                    <a:pt x="268211" y="105155"/>
                  </a:lnTo>
                  <a:close/>
                </a:path>
                <a:path w="413384" h="167639">
                  <a:moveTo>
                    <a:pt x="257479" y="2285"/>
                  </a:moveTo>
                  <a:lnTo>
                    <a:pt x="245402" y="2285"/>
                  </a:lnTo>
                  <a:lnTo>
                    <a:pt x="243243" y="2412"/>
                  </a:lnTo>
                  <a:lnTo>
                    <a:pt x="241096" y="2666"/>
                  </a:lnTo>
                  <a:lnTo>
                    <a:pt x="239382" y="2920"/>
                  </a:lnTo>
                  <a:lnTo>
                    <a:pt x="238086" y="3428"/>
                  </a:lnTo>
                  <a:lnTo>
                    <a:pt x="236778" y="3809"/>
                  </a:lnTo>
                  <a:lnTo>
                    <a:pt x="235889" y="4317"/>
                  </a:lnTo>
                  <a:lnTo>
                    <a:pt x="234899" y="5587"/>
                  </a:lnTo>
                  <a:lnTo>
                    <a:pt x="234657" y="6222"/>
                  </a:lnTo>
                  <a:lnTo>
                    <a:pt x="234657" y="80771"/>
                  </a:lnTo>
                  <a:lnTo>
                    <a:pt x="229743" y="86359"/>
                  </a:lnTo>
                  <a:lnTo>
                    <a:pt x="225107" y="90550"/>
                  </a:lnTo>
                  <a:lnTo>
                    <a:pt x="216433" y="96392"/>
                  </a:lnTo>
                  <a:lnTo>
                    <a:pt x="212115" y="97789"/>
                  </a:lnTo>
                  <a:lnTo>
                    <a:pt x="268211" y="97789"/>
                  </a:lnTo>
                  <a:lnTo>
                    <a:pt x="268211" y="6222"/>
                  </a:lnTo>
                  <a:lnTo>
                    <a:pt x="267944" y="5587"/>
                  </a:lnTo>
                  <a:lnTo>
                    <a:pt x="266865" y="4317"/>
                  </a:lnTo>
                  <a:lnTo>
                    <a:pt x="265976" y="3809"/>
                  </a:lnTo>
                  <a:lnTo>
                    <a:pt x="264718" y="3428"/>
                  </a:lnTo>
                  <a:lnTo>
                    <a:pt x="263474" y="2920"/>
                  </a:lnTo>
                  <a:lnTo>
                    <a:pt x="261772" y="2666"/>
                  </a:lnTo>
                  <a:lnTo>
                    <a:pt x="259626" y="2412"/>
                  </a:lnTo>
                  <a:lnTo>
                    <a:pt x="257479" y="2285"/>
                  </a:lnTo>
                  <a:close/>
                </a:path>
                <a:path w="413384" h="167639">
                  <a:moveTo>
                    <a:pt x="356577" y="0"/>
                  </a:moveTo>
                  <a:lnTo>
                    <a:pt x="317030" y="11429"/>
                  </a:lnTo>
                  <a:lnTo>
                    <a:pt x="311759" y="17017"/>
                  </a:lnTo>
                  <a:lnTo>
                    <a:pt x="306476" y="22478"/>
                  </a:lnTo>
                  <a:lnTo>
                    <a:pt x="295763" y="71302"/>
                  </a:lnTo>
                  <a:lnTo>
                    <a:pt x="296506" y="78327"/>
                  </a:lnTo>
                  <a:lnTo>
                    <a:pt x="316852" y="115062"/>
                  </a:lnTo>
                  <a:lnTo>
                    <a:pt x="359536" y="125094"/>
                  </a:lnTo>
                  <a:lnTo>
                    <a:pt x="365442" y="125094"/>
                  </a:lnTo>
                  <a:lnTo>
                    <a:pt x="370992" y="124713"/>
                  </a:lnTo>
                  <a:lnTo>
                    <a:pt x="376173" y="123951"/>
                  </a:lnTo>
                  <a:lnTo>
                    <a:pt x="381368" y="123316"/>
                  </a:lnTo>
                  <a:lnTo>
                    <a:pt x="407369" y="101472"/>
                  </a:lnTo>
                  <a:lnTo>
                    <a:pt x="356806" y="101472"/>
                  </a:lnTo>
                  <a:lnTo>
                    <a:pt x="351815" y="100710"/>
                  </a:lnTo>
                  <a:lnTo>
                    <a:pt x="331685" y="83312"/>
                  </a:lnTo>
                  <a:lnTo>
                    <a:pt x="330479" y="79501"/>
                  </a:lnTo>
                  <a:lnTo>
                    <a:pt x="329869" y="75183"/>
                  </a:lnTo>
                  <a:lnTo>
                    <a:pt x="329869" y="70484"/>
                  </a:lnTo>
                  <a:lnTo>
                    <a:pt x="405968" y="70484"/>
                  </a:lnTo>
                  <a:lnTo>
                    <a:pt x="408495" y="69595"/>
                  </a:lnTo>
                  <a:lnTo>
                    <a:pt x="410336" y="67690"/>
                  </a:lnTo>
                  <a:lnTo>
                    <a:pt x="412165" y="65912"/>
                  </a:lnTo>
                  <a:lnTo>
                    <a:pt x="413092" y="63118"/>
                  </a:lnTo>
                  <a:lnTo>
                    <a:pt x="413092" y="50291"/>
                  </a:lnTo>
                  <a:lnTo>
                    <a:pt x="329869" y="50291"/>
                  </a:lnTo>
                  <a:lnTo>
                    <a:pt x="330060" y="46481"/>
                  </a:lnTo>
                  <a:lnTo>
                    <a:pt x="351485" y="22097"/>
                  </a:lnTo>
                  <a:lnTo>
                    <a:pt x="405411" y="22097"/>
                  </a:lnTo>
                  <a:lnTo>
                    <a:pt x="404367" y="20319"/>
                  </a:lnTo>
                  <a:lnTo>
                    <a:pt x="370909" y="1111"/>
                  </a:lnTo>
                  <a:lnTo>
                    <a:pt x="371214" y="1111"/>
                  </a:lnTo>
                  <a:lnTo>
                    <a:pt x="364016" y="281"/>
                  </a:lnTo>
                  <a:lnTo>
                    <a:pt x="364435" y="281"/>
                  </a:lnTo>
                  <a:lnTo>
                    <a:pt x="356577" y="0"/>
                  </a:lnTo>
                  <a:close/>
                </a:path>
                <a:path w="413384" h="167639">
                  <a:moveTo>
                    <a:pt x="404634" y="93979"/>
                  </a:moveTo>
                  <a:lnTo>
                    <a:pt x="401231" y="93979"/>
                  </a:lnTo>
                  <a:lnTo>
                    <a:pt x="400062" y="94233"/>
                  </a:lnTo>
                  <a:lnTo>
                    <a:pt x="395383" y="95884"/>
                  </a:lnTo>
                  <a:lnTo>
                    <a:pt x="393064" y="96646"/>
                  </a:lnTo>
                  <a:lnTo>
                    <a:pt x="368528" y="101472"/>
                  </a:lnTo>
                  <a:lnTo>
                    <a:pt x="407369" y="101472"/>
                  </a:lnTo>
                  <a:lnTo>
                    <a:pt x="405168" y="94233"/>
                  </a:lnTo>
                  <a:lnTo>
                    <a:pt x="404634" y="93979"/>
                  </a:lnTo>
                  <a:close/>
                </a:path>
                <a:path w="413384" h="167639">
                  <a:moveTo>
                    <a:pt x="405411" y="22097"/>
                  </a:moveTo>
                  <a:lnTo>
                    <a:pt x="364274" y="22097"/>
                  </a:lnTo>
                  <a:lnTo>
                    <a:pt x="370560" y="24637"/>
                  </a:lnTo>
                  <a:lnTo>
                    <a:pt x="374637" y="29590"/>
                  </a:lnTo>
                  <a:lnTo>
                    <a:pt x="378701" y="34670"/>
                  </a:lnTo>
                  <a:lnTo>
                    <a:pt x="380606" y="41528"/>
                  </a:lnTo>
                  <a:lnTo>
                    <a:pt x="380567" y="42799"/>
                  </a:lnTo>
                  <a:lnTo>
                    <a:pt x="380455" y="46481"/>
                  </a:lnTo>
                  <a:lnTo>
                    <a:pt x="380339" y="50291"/>
                  </a:lnTo>
                  <a:lnTo>
                    <a:pt x="413092" y="50291"/>
                  </a:lnTo>
                  <a:lnTo>
                    <a:pt x="413092" y="46481"/>
                  </a:lnTo>
                  <a:lnTo>
                    <a:pt x="412013" y="39369"/>
                  </a:lnTo>
                  <a:lnTo>
                    <a:pt x="407720" y="26034"/>
                  </a:lnTo>
                  <a:lnTo>
                    <a:pt x="405411" y="22097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47140" y="2388997"/>
              <a:ext cx="167525" cy="17576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313688" y="2400426"/>
              <a:ext cx="245541" cy="162051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633982" y="2439670"/>
              <a:ext cx="270510" cy="125095"/>
            </a:xfrm>
            <a:custGeom>
              <a:avLst/>
              <a:gdLst/>
              <a:ahLst/>
              <a:cxnLst/>
              <a:rect l="l" t="t" r="r" b="b"/>
              <a:pathLst>
                <a:path w="270510" h="125094">
                  <a:moveTo>
                    <a:pt x="25400" y="122554"/>
                  </a:moveTo>
                  <a:lnTo>
                    <a:pt x="8890" y="122554"/>
                  </a:lnTo>
                  <a:lnTo>
                    <a:pt x="11049" y="122808"/>
                  </a:lnTo>
                  <a:lnTo>
                    <a:pt x="23241" y="122808"/>
                  </a:lnTo>
                  <a:lnTo>
                    <a:pt x="25400" y="122554"/>
                  </a:lnTo>
                  <a:close/>
                </a:path>
                <a:path w="270510" h="125094">
                  <a:moveTo>
                    <a:pt x="106680" y="122554"/>
                  </a:moveTo>
                  <a:lnTo>
                    <a:pt x="90169" y="122554"/>
                  </a:lnTo>
                  <a:lnTo>
                    <a:pt x="92456" y="122808"/>
                  </a:lnTo>
                  <a:lnTo>
                    <a:pt x="104520" y="122808"/>
                  </a:lnTo>
                  <a:lnTo>
                    <a:pt x="106680" y="122554"/>
                  </a:lnTo>
                  <a:close/>
                </a:path>
                <a:path w="270510" h="125094">
                  <a:moveTo>
                    <a:pt x="19938" y="2285"/>
                  </a:moveTo>
                  <a:lnTo>
                    <a:pt x="9525" y="2285"/>
                  </a:lnTo>
                  <a:lnTo>
                    <a:pt x="7747" y="2412"/>
                  </a:lnTo>
                  <a:lnTo>
                    <a:pt x="5842" y="2666"/>
                  </a:lnTo>
                  <a:lnTo>
                    <a:pt x="4318" y="2920"/>
                  </a:lnTo>
                  <a:lnTo>
                    <a:pt x="3175" y="3428"/>
                  </a:lnTo>
                  <a:lnTo>
                    <a:pt x="2031" y="3809"/>
                  </a:lnTo>
                  <a:lnTo>
                    <a:pt x="1143" y="4317"/>
                  </a:lnTo>
                  <a:lnTo>
                    <a:pt x="762" y="4952"/>
                  </a:lnTo>
                  <a:lnTo>
                    <a:pt x="254" y="5587"/>
                  </a:lnTo>
                  <a:lnTo>
                    <a:pt x="0" y="6222"/>
                  </a:lnTo>
                  <a:lnTo>
                    <a:pt x="0" y="118744"/>
                  </a:lnTo>
                  <a:lnTo>
                    <a:pt x="381" y="119506"/>
                  </a:lnTo>
                  <a:lnTo>
                    <a:pt x="1397" y="120776"/>
                  </a:lnTo>
                  <a:lnTo>
                    <a:pt x="2286" y="121284"/>
                  </a:lnTo>
                  <a:lnTo>
                    <a:pt x="3682" y="121665"/>
                  </a:lnTo>
                  <a:lnTo>
                    <a:pt x="4953" y="122046"/>
                  </a:lnTo>
                  <a:lnTo>
                    <a:pt x="7323" y="122554"/>
                  </a:lnTo>
                  <a:lnTo>
                    <a:pt x="26966" y="122554"/>
                  </a:lnTo>
                  <a:lnTo>
                    <a:pt x="34162" y="118744"/>
                  </a:lnTo>
                  <a:lnTo>
                    <a:pt x="34162" y="44195"/>
                  </a:lnTo>
                  <a:lnTo>
                    <a:pt x="38988" y="38734"/>
                  </a:lnTo>
                  <a:lnTo>
                    <a:pt x="43426" y="34543"/>
                  </a:lnTo>
                  <a:lnTo>
                    <a:pt x="43965" y="34162"/>
                  </a:lnTo>
                  <a:lnTo>
                    <a:pt x="48006" y="31622"/>
                  </a:lnTo>
                  <a:lnTo>
                    <a:pt x="52450" y="28701"/>
                  </a:lnTo>
                  <a:lnTo>
                    <a:pt x="56768" y="27177"/>
                  </a:lnTo>
                  <a:lnTo>
                    <a:pt x="112716" y="27177"/>
                  </a:lnTo>
                  <a:lnTo>
                    <a:pt x="111632" y="23113"/>
                  </a:lnTo>
                  <a:lnTo>
                    <a:pt x="110004" y="19938"/>
                  </a:lnTo>
                  <a:lnTo>
                    <a:pt x="29210" y="19938"/>
                  </a:lnTo>
                  <a:lnTo>
                    <a:pt x="29210" y="6222"/>
                  </a:lnTo>
                  <a:lnTo>
                    <a:pt x="28956" y="5587"/>
                  </a:lnTo>
                  <a:lnTo>
                    <a:pt x="28448" y="4952"/>
                  </a:lnTo>
                  <a:lnTo>
                    <a:pt x="28067" y="4317"/>
                  </a:lnTo>
                  <a:lnTo>
                    <a:pt x="27305" y="3809"/>
                  </a:lnTo>
                  <a:lnTo>
                    <a:pt x="26288" y="3428"/>
                  </a:lnTo>
                  <a:lnTo>
                    <a:pt x="25273" y="2920"/>
                  </a:lnTo>
                  <a:lnTo>
                    <a:pt x="23749" y="2666"/>
                  </a:lnTo>
                  <a:lnTo>
                    <a:pt x="21843" y="2412"/>
                  </a:lnTo>
                  <a:lnTo>
                    <a:pt x="19938" y="2285"/>
                  </a:lnTo>
                  <a:close/>
                </a:path>
                <a:path w="270510" h="125094">
                  <a:moveTo>
                    <a:pt x="112716" y="27177"/>
                  </a:moveTo>
                  <a:lnTo>
                    <a:pt x="64516" y="27177"/>
                  </a:lnTo>
                  <a:lnTo>
                    <a:pt x="67563" y="27812"/>
                  </a:lnTo>
                  <a:lnTo>
                    <a:pt x="70104" y="29082"/>
                  </a:lnTo>
                  <a:lnTo>
                    <a:pt x="72770" y="30225"/>
                  </a:lnTo>
                  <a:lnTo>
                    <a:pt x="74803" y="31876"/>
                  </a:lnTo>
                  <a:lnTo>
                    <a:pt x="76454" y="34162"/>
                  </a:lnTo>
                  <a:lnTo>
                    <a:pt x="78105" y="36321"/>
                  </a:lnTo>
                  <a:lnTo>
                    <a:pt x="79254" y="38734"/>
                  </a:lnTo>
                  <a:lnTo>
                    <a:pt x="79375" y="38988"/>
                  </a:lnTo>
                  <a:lnTo>
                    <a:pt x="80137" y="42037"/>
                  </a:lnTo>
                  <a:lnTo>
                    <a:pt x="81025" y="45084"/>
                  </a:lnTo>
                  <a:lnTo>
                    <a:pt x="81406" y="49275"/>
                  </a:lnTo>
                  <a:lnTo>
                    <a:pt x="81406" y="118744"/>
                  </a:lnTo>
                  <a:lnTo>
                    <a:pt x="81787" y="119506"/>
                  </a:lnTo>
                  <a:lnTo>
                    <a:pt x="82804" y="120776"/>
                  </a:lnTo>
                  <a:lnTo>
                    <a:pt x="83693" y="121284"/>
                  </a:lnTo>
                  <a:lnTo>
                    <a:pt x="86232" y="122046"/>
                  </a:lnTo>
                  <a:lnTo>
                    <a:pt x="88603" y="122554"/>
                  </a:lnTo>
                  <a:lnTo>
                    <a:pt x="108415" y="122554"/>
                  </a:lnTo>
                  <a:lnTo>
                    <a:pt x="115443" y="118744"/>
                  </a:lnTo>
                  <a:lnTo>
                    <a:pt x="115443" y="41401"/>
                  </a:lnTo>
                  <a:lnTo>
                    <a:pt x="114681" y="34543"/>
                  </a:lnTo>
                  <a:lnTo>
                    <a:pt x="112716" y="27177"/>
                  </a:lnTo>
                  <a:close/>
                </a:path>
                <a:path w="270510" h="125094">
                  <a:moveTo>
                    <a:pt x="79375" y="0"/>
                  </a:moveTo>
                  <a:lnTo>
                    <a:pt x="63626" y="0"/>
                  </a:lnTo>
                  <a:lnTo>
                    <a:pt x="56515" y="1650"/>
                  </a:lnTo>
                  <a:lnTo>
                    <a:pt x="42672" y="8254"/>
                  </a:lnTo>
                  <a:lnTo>
                    <a:pt x="35813" y="13207"/>
                  </a:lnTo>
                  <a:lnTo>
                    <a:pt x="29210" y="19938"/>
                  </a:lnTo>
                  <a:lnTo>
                    <a:pt x="110004" y="19938"/>
                  </a:lnTo>
                  <a:lnTo>
                    <a:pt x="79375" y="0"/>
                  </a:lnTo>
                  <a:close/>
                </a:path>
                <a:path w="270510" h="125094">
                  <a:moveTo>
                    <a:pt x="206756" y="0"/>
                  </a:moveTo>
                  <a:lnTo>
                    <a:pt x="162560" y="12064"/>
                  </a:lnTo>
                  <a:lnTo>
                    <a:pt x="141620" y="50101"/>
                  </a:lnTo>
                  <a:lnTo>
                    <a:pt x="140588" y="63626"/>
                  </a:lnTo>
                  <a:lnTo>
                    <a:pt x="140724" y="67690"/>
                  </a:lnTo>
                  <a:lnTo>
                    <a:pt x="140827" y="70768"/>
                  </a:lnTo>
                  <a:lnTo>
                    <a:pt x="141541" y="77517"/>
                  </a:lnTo>
                  <a:lnTo>
                    <a:pt x="142732" y="83861"/>
                  </a:lnTo>
                  <a:lnTo>
                    <a:pt x="144291" y="89407"/>
                  </a:lnTo>
                  <a:lnTo>
                    <a:pt x="144399" y="89788"/>
                  </a:lnTo>
                  <a:lnTo>
                    <a:pt x="175768" y="120903"/>
                  </a:lnTo>
                  <a:lnTo>
                    <a:pt x="203835" y="125094"/>
                  </a:lnTo>
                  <a:lnTo>
                    <a:pt x="210730" y="124833"/>
                  </a:lnTo>
                  <a:lnTo>
                    <a:pt x="211514" y="124833"/>
                  </a:lnTo>
                  <a:lnTo>
                    <a:pt x="248157" y="113029"/>
                  </a:lnTo>
                  <a:lnTo>
                    <a:pt x="260203" y="100075"/>
                  </a:lnTo>
                  <a:lnTo>
                    <a:pt x="199390" y="100075"/>
                  </a:lnTo>
                  <a:lnTo>
                    <a:pt x="194691" y="99059"/>
                  </a:lnTo>
                  <a:lnTo>
                    <a:pt x="191534" y="97535"/>
                  </a:lnTo>
                  <a:lnTo>
                    <a:pt x="187198" y="95376"/>
                  </a:lnTo>
                  <a:lnTo>
                    <a:pt x="184150" y="92709"/>
                  </a:lnTo>
                  <a:lnTo>
                    <a:pt x="181991" y="89407"/>
                  </a:lnTo>
                  <a:lnTo>
                    <a:pt x="179705" y="85978"/>
                  </a:lnTo>
                  <a:lnTo>
                    <a:pt x="178181" y="81914"/>
                  </a:lnTo>
                  <a:lnTo>
                    <a:pt x="176149" y="72770"/>
                  </a:lnTo>
                  <a:lnTo>
                    <a:pt x="175729" y="68579"/>
                  </a:lnTo>
                  <a:lnTo>
                    <a:pt x="175641" y="56387"/>
                  </a:lnTo>
                  <a:lnTo>
                    <a:pt x="176152" y="52196"/>
                  </a:lnTo>
                  <a:lnTo>
                    <a:pt x="176275" y="51180"/>
                  </a:lnTo>
                  <a:lnTo>
                    <a:pt x="177419" y="46608"/>
                  </a:lnTo>
                  <a:lnTo>
                    <a:pt x="178688" y="41909"/>
                  </a:lnTo>
                  <a:lnTo>
                    <a:pt x="180467" y="37972"/>
                  </a:lnTo>
                  <a:lnTo>
                    <a:pt x="183006" y="34797"/>
                  </a:lnTo>
                  <a:lnTo>
                    <a:pt x="185419" y="31495"/>
                  </a:lnTo>
                  <a:lnTo>
                    <a:pt x="188468" y="28955"/>
                  </a:lnTo>
                  <a:lnTo>
                    <a:pt x="196087" y="25653"/>
                  </a:lnTo>
                  <a:lnTo>
                    <a:pt x="200532" y="24764"/>
                  </a:lnTo>
                  <a:lnTo>
                    <a:pt x="262080" y="24764"/>
                  </a:lnTo>
                  <a:lnTo>
                    <a:pt x="259842" y="21081"/>
                  </a:lnTo>
                  <a:lnTo>
                    <a:pt x="254635" y="15875"/>
                  </a:lnTo>
                  <a:lnTo>
                    <a:pt x="249555" y="10667"/>
                  </a:lnTo>
                  <a:lnTo>
                    <a:pt x="242950" y="6730"/>
                  </a:lnTo>
                  <a:lnTo>
                    <a:pt x="234950" y="4063"/>
                  </a:lnTo>
                  <a:lnTo>
                    <a:pt x="228758" y="2303"/>
                  </a:lnTo>
                  <a:lnTo>
                    <a:pt x="222586" y="1142"/>
                  </a:lnTo>
                  <a:lnTo>
                    <a:pt x="223051" y="1142"/>
                  </a:lnTo>
                  <a:lnTo>
                    <a:pt x="214906" y="285"/>
                  </a:lnTo>
                  <a:lnTo>
                    <a:pt x="215446" y="285"/>
                  </a:lnTo>
                  <a:lnTo>
                    <a:pt x="206756" y="0"/>
                  </a:lnTo>
                  <a:close/>
                </a:path>
                <a:path w="270510" h="125094">
                  <a:moveTo>
                    <a:pt x="262080" y="24764"/>
                  </a:moveTo>
                  <a:lnTo>
                    <a:pt x="211328" y="24764"/>
                  </a:lnTo>
                  <a:lnTo>
                    <a:pt x="216026" y="25653"/>
                  </a:lnTo>
                  <a:lnTo>
                    <a:pt x="219710" y="27558"/>
                  </a:lnTo>
                  <a:lnTo>
                    <a:pt x="234950" y="68579"/>
                  </a:lnTo>
                  <a:lnTo>
                    <a:pt x="234541" y="72770"/>
                  </a:lnTo>
                  <a:lnTo>
                    <a:pt x="234442" y="73787"/>
                  </a:lnTo>
                  <a:lnTo>
                    <a:pt x="233172" y="78358"/>
                  </a:lnTo>
                  <a:lnTo>
                    <a:pt x="232029" y="82930"/>
                  </a:lnTo>
                  <a:lnTo>
                    <a:pt x="230250" y="86867"/>
                  </a:lnTo>
                  <a:lnTo>
                    <a:pt x="210185" y="100075"/>
                  </a:lnTo>
                  <a:lnTo>
                    <a:pt x="260203" y="100075"/>
                  </a:lnTo>
                  <a:lnTo>
                    <a:pt x="270001" y="61467"/>
                  </a:lnTo>
                  <a:lnTo>
                    <a:pt x="269860" y="57150"/>
                  </a:lnTo>
                  <a:lnTo>
                    <a:pt x="269765" y="54252"/>
                  </a:lnTo>
                  <a:lnTo>
                    <a:pt x="269065" y="47466"/>
                  </a:lnTo>
                  <a:lnTo>
                    <a:pt x="267912" y="41108"/>
                  </a:lnTo>
                  <a:lnTo>
                    <a:pt x="266319" y="35178"/>
                  </a:lnTo>
                  <a:lnTo>
                    <a:pt x="263779" y="27558"/>
                  </a:lnTo>
                  <a:lnTo>
                    <a:pt x="262080" y="24764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981199" y="2387726"/>
              <a:ext cx="1517014" cy="177037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98163" y="2401189"/>
              <a:ext cx="470535" cy="1635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164583" y="2388997"/>
              <a:ext cx="805179" cy="21793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35804" y="2387726"/>
              <a:ext cx="970153" cy="17703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50151" y="2692526"/>
              <a:ext cx="856246" cy="2103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48355" y="2717673"/>
              <a:ext cx="1265555" cy="193928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779527" y="2692526"/>
              <a:ext cx="1204718" cy="210312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68956" y="2697860"/>
              <a:ext cx="1036111" cy="171703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50316" y="3002660"/>
              <a:ext cx="1124813" cy="20497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835612" y="3002660"/>
              <a:ext cx="1815891" cy="17170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3804157" y="3051555"/>
              <a:ext cx="136905" cy="16497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113783" y="2998597"/>
              <a:ext cx="1254378" cy="21818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567806" y="3010026"/>
              <a:ext cx="443865" cy="207010"/>
            </a:xfrm>
            <a:custGeom>
              <a:avLst/>
              <a:gdLst/>
              <a:ahLst/>
              <a:cxnLst/>
              <a:rect l="l" t="t" r="r" b="b"/>
              <a:pathLst>
                <a:path w="443864" h="207010">
                  <a:moveTo>
                    <a:pt x="26162" y="0"/>
                  </a:moveTo>
                  <a:lnTo>
                    <a:pt x="12445" y="0"/>
                  </a:lnTo>
                  <a:lnTo>
                    <a:pt x="7492" y="508"/>
                  </a:lnTo>
                  <a:lnTo>
                    <a:pt x="5587" y="762"/>
                  </a:lnTo>
                  <a:lnTo>
                    <a:pt x="4063" y="1270"/>
                  </a:lnTo>
                  <a:lnTo>
                    <a:pt x="2666" y="1650"/>
                  </a:lnTo>
                  <a:lnTo>
                    <a:pt x="1650" y="2159"/>
                  </a:lnTo>
                  <a:lnTo>
                    <a:pt x="1015" y="2794"/>
                  </a:lnTo>
                  <a:lnTo>
                    <a:pt x="380" y="3556"/>
                  </a:lnTo>
                  <a:lnTo>
                    <a:pt x="0" y="4318"/>
                  </a:lnTo>
                  <a:lnTo>
                    <a:pt x="0" y="157734"/>
                  </a:lnTo>
                  <a:lnTo>
                    <a:pt x="380" y="158496"/>
                  </a:lnTo>
                  <a:lnTo>
                    <a:pt x="1015" y="159131"/>
                  </a:lnTo>
                  <a:lnTo>
                    <a:pt x="1650" y="159893"/>
                  </a:lnTo>
                  <a:lnTo>
                    <a:pt x="12445" y="162051"/>
                  </a:lnTo>
                  <a:lnTo>
                    <a:pt x="26162" y="162051"/>
                  </a:lnTo>
                  <a:lnTo>
                    <a:pt x="38353" y="157734"/>
                  </a:lnTo>
                  <a:lnTo>
                    <a:pt x="38353" y="91948"/>
                  </a:lnTo>
                  <a:lnTo>
                    <a:pt x="146938" y="91948"/>
                  </a:lnTo>
                  <a:lnTo>
                    <a:pt x="146938" y="64135"/>
                  </a:lnTo>
                  <a:lnTo>
                    <a:pt x="38353" y="64135"/>
                  </a:lnTo>
                  <a:lnTo>
                    <a:pt x="38353" y="4318"/>
                  </a:lnTo>
                  <a:lnTo>
                    <a:pt x="34416" y="1270"/>
                  </a:lnTo>
                  <a:lnTo>
                    <a:pt x="32892" y="762"/>
                  </a:lnTo>
                  <a:lnTo>
                    <a:pt x="30987" y="508"/>
                  </a:lnTo>
                  <a:lnTo>
                    <a:pt x="26162" y="0"/>
                  </a:lnTo>
                  <a:close/>
                </a:path>
                <a:path w="443864" h="207010">
                  <a:moveTo>
                    <a:pt x="146938" y="91948"/>
                  </a:moveTo>
                  <a:lnTo>
                    <a:pt x="108712" y="91948"/>
                  </a:lnTo>
                  <a:lnTo>
                    <a:pt x="108712" y="157734"/>
                  </a:lnTo>
                  <a:lnTo>
                    <a:pt x="108965" y="158496"/>
                  </a:lnTo>
                  <a:lnTo>
                    <a:pt x="109600" y="159131"/>
                  </a:lnTo>
                  <a:lnTo>
                    <a:pt x="110235" y="159893"/>
                  </a:lnTo>
                  <a:lnTo>
                    <a:pt x="111251" y="160400"/>
                  </a:lnTo>
                  <a:lnTo>
                    <a:pt x="114045" y="161162"/>
                  </a:lnTo>
                  <a:lnTo>
                    <a:pt x="115950" y="161544"/>
                  </a:lnTo>
                  <a:lnTo>
                    <a:pt x="120903" y="162051"/>
                  </a:lnTo>
                  <a:lnTo>
                    <a:pt x="134619" y="162051"/>
                  </a:lnTo>
                  <a:lnTo>
                    <a:pt x="145922" y="159131"/>
                  </a:lnTo>
                  <a:lnTo>
                    <a:pt x="146557" y="158496"/>
                  </a:lnTo>
                  <a:lnTo>
                    <a:pt x="146938" y="157734"/>
                  </a:lnTo>
                  <a:lnTo>
                    <a:pt x="146938" y="91948"/>
                  </a:lnTo>
                  <a:close/>
                </a:path>
                <a:path w="443864" h="207010">
                  <a:moveTo>
                    <a:pt x="134619" y="0"/>
                  </a:moveTo>
                  <a:lnTo>
                    <a:pt x="120903" y="0"/>
                  </a:lnTo>
                  <a:lnTo>
                    <a:pt x="115950" y="508"/>
                  </a:lnTo>
                  <a:lnTo>
                    <a:pt x="114045" y="762"/>
                  </a:lnTo>
                  <a:lnTo>
                    <a:pt x="112648" y="1270"/>
                  </a:lnTo>
                  <a:lnTo>
                    <a:pt x="111251" y="1650"/>
                  </a:lnTo>
                  <a:lnTo>
                    <a:pt x="110235" y="2159"/>
                  </a:lnTo>
                  <a:lnTo>
                    <a:pt x="109600" y="2794"/>
                  </a:lnTo>
                  <a:lnTo>
                    <a:pt x="108965" y="3556"/>
                  </a:lnTo>
                  <a:lnTo>
                    <a:pt x="108712" y="4318"/>
                  </a:lnTo>
                  <a:lnTo>
                    <a:pt x="108712" y="64135"/>
                  </a:lnTo>
                  <a:lnTo>
                    <a:pt x="146938" y="64135"/>
                  </a:lnTo>
                  <a:lnTo>
                    <a:pt x="146938" y="4318"/>
                  </a:lnTo>
                  <a:lnTo>
                    <a:pt x="142875" y="1270"/>
                  </a:lnTo>
                  <a:lnTo>
                    <a:pt x="141350" y="762"/>
                  </a:lnTo>
                  <a:lnTo>
                    <a:pt x="139445" y="508"/>
                  </a:lnTo>
                  <a:lnTo>
                    <a:pt x="134619" y="0"/>
                  </a:lnTo>
                  <a:close/>
                </a:path>
                <a:path w="443864" h="207010">
                  <a:moveTo>
                    <a:pt x="290985" y="62992"/>
                  </a:moveTo>
                  <a:lnTo>
                    <a:pt x="238505" y="62992"/>
                  </a:lnTo>
                  <a:lnTo>
                    <a:pt x="244855" y="63626"/>
                  </a:lnTo>
                  <a:lnTo>
                    <a:pt x="243223" y="63626"/>
                  </a:lnTo>
                  <a:lnTo>
                    <a:pt x="245490" y="64262"/>
                  </a:lnTo>
                  <a:lnTo>
                    <a:pt x="248665" y="65024"/>
                  </a:lnTo>
                  <a:lnTo>
                    <a:pt x="251205" y="66294"/>
                  </a:lnTo>
                  <a:lnTo>
                    <a:pt x="258444" y="80263"/>
                  </a:lnTo>
                  <a:lnTo>
                    <a:pt x="258444" y="90424"/>
                  </a:lnTo>
                  <a:lnTo>
                    <a:pt x="245744" y="90424"/>
                  </a:lnTo>
                  <a:lnTo>
                    <a:pt x="237341" y="90566"/>
                  </a:lnTo>
                  <a:lnTo>
                    <a:pt x="199389" y="96520"/>
                  </a:lnTo>
                  <a:lnTo>
                    <a:pt x="177368" y="116077"/>
                  </a:lnTo>
                  <a:lnTo>
                    <a:pt x="177291" y="116205"/>
                  </a:lnTo>
                  <a:lnTo>
                    <a:pt x="175767" y="121793"/>
                  </a:lnTo>
                  <a:lnTo>
                    <a:pt x="175767" y="134238"/>
                  </a:lnTo>
                  <a:lnTo>
                    <a:pt x="176910" y="139446"/>
                  </a:lnTo>
                  <a:lnTo>
                    <a:pt x="179323" y="143890"/>
                  </a:lnTo>
                  <a:lnTo>
                    <a:pt x="181609" y="148336"/>
                  </a:lnTo>
                  <a:lnTo>
                    <a:pt x="216153" y="164337"/>
                  </a:lnTo>
                  <a:lnTo>
                    <a:pt x="231393" y="164337"/>
                  </a:lnTo>
                  <a:lnTo>
                    <a:pt x="264032" y="148717"/>
                  </a:lnTo>
                  <a:lnTo>
                    <a:pt x="294258" y="148717"/>
                  </a:lnTo>
                  <a:lnTo>
                    <a:pt x="294258" y="142112"/>
                  </a:lnTo>
                  <a:lnTo>
                    <a:pt x="224916" y="142112"/>
                  </a:lnTo>
                  <a:lnTo>
                    <a:pt x="220217" y="140843"/>
                  </a:lnTo>
                  <a:lnTo>
                    <a:pt x="216788" y="138175"/>
                  </a:lnTo>
                  <a:lnTo>
                    <a:pt x="213232" y="135509"/>
                  </a:lnTo>
                  <a:lnTo>
                    <a:pt x="211581" y="131825"/>
                  </a:lnTo>
                  <a:lnTo>
                    <a:pt x="211581" y="124460"/>
                  </a:lnTo>
                  <a:lnTo>
                    <a:pt x="212216" y="122047"/>
                  </a:lnTo>
                  <a:lnTo>
                    <a:pt x="238505" y="110109"/>
                  </a:lnTo>
                  <a:lnTo>
                    <a:pt x="294258" y="110109"/>
                  </a:lnTo>
                  <a:lnTo>
                    <a:pt x="294141" y="74675"/>
                  </a:lnTo>
                  <a:lnTo>
                    <a:pt x="293242" y="68834"/>
                  </a:lnTo>
                  <a:lnTo>
                    <a:pt x="290985" y="62992"/>
                  </a:lnTo>
                  <a:close/>
                </a:path>
                <a:path w="443864" h="207010">
                  <a:moveTo>
                    <a:pt x="294258" y="148717"/>
                  </a:moveTo>
                  <a:lnTo>
                    <a:pt x="264032" y="148717"/>
                  </a:lnTo>
                  <a:lnTo>
                    <a:pt x="264032" y="158750"/>
                  </a:lnTo>
                  <a:lnTo>
                    <a:pt x="264413" y="159638"/>
                  </a:lnTo>
                  <a:lnTo>
                    <a:pt x="265455" y="160400"/>
                  </a:lnTo>
                  <a:lnTo>
                    <a:pt x="266064" y="160909"/>
                  </a:lnTo>
                  <a:lnTo>
                    <a:pt x="267588" y="161417"/>
                  </a:lnTo>
                  <a:lnTo>
                    <a:pt x="269493" y="161671"/>
                  </a:lnTo>
                  <a:lnTo>
                    <a:pt x="271525" y="162051"/>
                  </a:lnTo>
                  <a:lnTo>
                    <a:pt x="286130" y="162051"/>
                  </a:lnTo>
                  <a:lnTo>
                    <a:pt x="288289" y="161671"/>
                  </a:lnTo>
                  <a:lnTo>
                    <a:pt x="290321" y="161417"/>
                  </a:lnTo>
                  <a:lnTo>
                    <a:pt x="291845" y="160909"/>
                  </a:lnTo>
                  <a:lnTo>
                    <a:pt x="293877" y="159638"/>
                  </a:lnTo>
                  <a:lnTo>
                    <a:pt x="294258" y="158750"/>
                  </a:lnTo>
                  <a:lnTo>
                    <a:pt x="294258" y="148717"/>
                  </a:lnTo>
                  <a:close/>
                </a:path>
                <a:path w="443864" h="207010">
                  <a:moveTo>
                    <a:pt x="294258" y="110109"/>
                  </a:moveTo>
                  <a:lnTo>
                    <a:pt x="258444" y="110109"/>
                  </a:lnTo>
                  <a:lnTo>
                    <a:pt x="258444" y="129032"/>
                  </a:lnTo>
                  <a:lnTo>
                    <a:pt x="253872" y="133350"/>
                  </a:lnTo>
                  <a:lnTo>
                    <a:pt x="249554" y="136525"/>
                  </a:lnTo>
                  <a:lnTo>
                    <a:pt x="240918" y="141097"/>
                  </a:lnTo>
                  <a:lnTo>
                    <a:pt x="236219" y="142112"/>
                  </a:lnTo>
                  <a:lnTo>
                    <a:pt x="294258" y="142112"/>
                  </a:lnTo>
                  <a:lnTo>
                    <a:pt x="294258" y="110109"/>
                  </a:lnTo>
                  <a:close/>
                </a:path>
                <a:path w="443864" h="207010">
                  <a:moveTo>
                    <a:pt x="236981" y="39243"/>
                  </a:moveTo>
                  <a:lnTo>
                    <a:pt x="231266" y="39243"/>
                  </a:lnTo>
                  <a:lnTo>
                    <a:pt x="225805" y="39624"/>
                  </a:lnTo>
                  <a:lnTo>
                    <a:pt x="187832" y="50292"/>
                  </a:lnTo>
                  <a:lnTo>
                    <a:pt x="183133" y="57023"/>
                  </a:lnTo>
                  <a:lnTo>
                    <a:pt x="183235" y="65912"/>
                  </a:lnTo>
                  <a:lnTo>
                    <a:pt x="183641" y="68452"/>
                  </a:lnTo>
                  <a:lnTo>
                    <a:pt x="183756" y="68834"/>
                  </a:lnTo>
                  <a:lnTo>
                    <a:pt x="184164" y="69976"/>
                  </a:lnTo>
                  <a:lnTo>
                    <a:pt x="184657" y="70865"/>
                  </a:lnTo>
                  <a:lnTo>
                    <a:pt x="185256" y="72009"/>
                  </a:lnTo>
                  <a:lnTo>
                    <a:pt x="185800" y="72771"/>
                  </a:lnTo>
                  <a:lnTo>
                    <a:pt x="186689" y="73278"/>
                  </a:lnTo>
                  <a:lnTo>
                    <a:pt x="187451" y="73913"/>
                  </a:lnTo>
                  <a:lnTo>
                    <a:pt x="188467" y="74168"/>
                  </a:lnTo>
                  <a:lnTo>
                    <a:pt x="191007" y="74168"/>
                  </a:lnTo>
                  <a:lnTo>
                    <a:pt x="193039" y="73660"/>
                  </a:lnTo>
                  <a:lnTo>
                    <a:pt x="195452" y="72389"/>
                  </a:lnTo>
                  <a:lnTo>
                    <a:pt x="197992" y="71247"/>
                  </a:lnTo>
                  <a:lnTo>
                    <a:pt x="227710" y="62992"/>
                  </a:lnTo>
                  <a:lnTo>
                    <a:pt x="290985" y="62992"/>
                  </a:lnTo>
                  <a:lnTo>
                    <a:pt x="288925" y="57658"/>
                  </a:lnTo>
                  <a:lnTo>
                    <a:pt x="251158" y="39893"/>
                  </a:lnTo>
                  <a:lnTo>
                    <a:pt x="244338" y="39407"/>
                  </a:lnTo>
                  <a:lnTo>
                    <a:pt x="236981" y="39243"/>
                  </a:lnTo>
                  <a:close/>
                </a:path>
                <a:path w="443864" h="207010">
                  <a:moveTo>
                    <a:pt x="339851" y="41656"/>
                  </a:moveTo>
                  <a:lnTo>
                    <a:pt x="319150" y="41656"/>
                  </a:lnTo>
                  <a:lnTo>
                    <a:pt x="313816" y="42163"/>
                  </a:lnTo>
                  <a:lnTo>
                    <a:pt x="311378" y="42925"/>
                  </a:lnTo>
                  <a:lnTo>
                    <a:pt x="311621" y="42925"/>
                  </a:lnTo>
                  <a:lnTo>
                    <a:pt x="310152" y="44069"/>
                  </a:lnTo>
                  <a:lnTo>
                    <a:pt x="309428" y="44703"/>
                  </a:lnTo>
                  <a:lnTo>
                    <a:pt x="308863" y="45847"/>
                  </a:lnTo>
                  <a:lnTo>
                    <a:pt x="308969" y="49149"/>
                  </a:lnTo>
                  <a:lnTo>
                    <a:pt x="309393" y="50673"/>
                  </a:lnTo>
                  <a:lnTo>
                    <a:pt x="309498" y="51053"/>
                  </a:lnTo>
                  <a:lnTo>
                    <a:pt x="355472" y="155828"/>
                  </a:lnTo>
                  <a:lnTo>
                    <a:pt x="355853" y="156972"/>
                  </a:lnTo>
                  <a:lnTo>
                    <a:pt x="356615" y="158114"/>
                  </a:lnTo>
                  <a:lnTo>
                    <a:pt x="358647" y="160147"/>
                  </a:lnTo>
                  <a:lnTo>
                    <a:pt x="359790" y="160909"/>
                  </a:lnTo>
                  <a:lnTo>
                    <a:pt x="361060" y="161417"/>
                  </a:lnTo>
                  <a:lnTo>
                    <a:pt x="343153" y="200025"/>
                  </a:lnTo>
                  <a:lnTo>
                    <a:pt x="342772" y="201168"/>
                  </a:lnTo>
                  <a:lnTo>
                    <a:pt x="342979" y="202819"/>
                  </a:lnTo>
                  <a:lnTo>
                    <a:pt x="343026" y="203200"/>
                  </a:lnTo>
                  <a:lnTo>
                    <a:pt x="353631" y="206501"/>
                  </a:lnTo>
                  <a:lnTo>
                    <a:pt x="366775" y="206501"/>
                  </a:lnTo>
                  <a:lnTo>
                    <a:pt x="372490" y="206121"/>
                  </a:lnTo>
                  <a:lnTo>
                    <a:pt x="376300" y="205105"/>
                  </a:lnTo>
                  <a:lnTo>
                    <a:pt x="380238" y="204215"/>
                  </a:lnTo>
                  <a:lnTo>
                    <a:pt x="382650" y="202819"/>
                  </a:lnTo>
                  <a:lnTo>
                    <a:pt x="383539" y="200660"/>
                  </a:lnTo>
                  <a:lnTo>
                    <a:pt x="414261" y="123444"/>
                  </a:lnTo>
                  <a:lnTo>
                    <a:pt x="378713" y="123444"/>
                  </a:lnTo>
                  <a:lnTo>
                    <a:pt x="348106" y="49149"/>
                  </a:lnTo>
                  <a:lnTo>
                    <a:pt x="347471" y="47244"/>
                  </a:lnTo>
                  <a:lnTo>
                    <a:pt x="346837" y="45847"/>
                  </a:lnTo>
                  <a:lnTo>
                    <a:pt x="346075" y="44831"/>
                  </a:lnTo>
                  <a:lnTo>
                    <a:pt x="345439" y="43814"/>
                  </a:lnTo>
                  <a:lnTo>
                    <a:pt x="344423" y="42925"/>
                  </a:lnTo>
                  <a:lnTo>
                    <a:pt x="341629" y="42163"/>
                  </a:lnTo>
                  <a:lnTo>
                    <a:pt x="342391" y="42163"/>
                  </a:lnTo>
                  <a:lnTo>
                    <a:pt x="339851" y="41656"/>
                  </a:lnTo>
                  <a:close/>
                </a:path>
                <a:path w="443864" h="207010">
                  <a:moveTo>
                    <a:pt x="440490" y="42925"/>
                  </a:moveTo>
                  <a:lnTo>
                    <a:pt x="409913" y="42925"/>
                  </a:lnTo>
                  <a:lnTo>
                    <a:pt x="409320" y="43434"/>
                  </a:lnTo>
                  <a:lnTo>
                    <a:pt x="408304" y="44069"/>
                  </a:lnTo>
                  <a:lnTo>
                    <a:pt x="407595" y="45847"/>
                  </a:lnTo>
                  <a:lnTo>
                    <a:pt x="407034" y="47751"/>
                  </a:lnTo>
                  <a:lnTo>
                    <a:pt x="379094" y="123444"/>
                  </a:lnTo>
                  <a:lnTo>
                    <a:pt x="414261" y="123444"/>
                  </a:lnTo>
                  <a:lnTo>
                    <a:pt x="442340" y="52832"/>
                  </a:lnTo>
                  <a:lnTo>
                    <a:pt x="443102" y="50673"/>
                  </a:lnTo>
                  <a:lnTo>
                    <a:pt x="443429" y="49149"/>
                  </a:lnTo>
                  <a:lnTo>
                    <a:pt x="443483" y="45847"/>
                  </a:lnTo>
                  <a:lnTo>
                    <a:pt x="442919" y="44831"/>
                  </a:lnTo>
                  <a:lnTo>
                    <a:pt x="442848" y="44703"/>
                  </a:lnTo>
                  <a:lnTo>
                    <a:pt x="441737" y="43814"/>
                  </a:lnTo>
                  <a:lnTo>
                    <a:pt x="440490" y="42925"/>
                  </a:lnTo>
                  <a:close/>
                </a:path>
                <a:path w="443864" h="207010">
                  <a:moveTo>
                    <a:pt x="432688" y="41528"/>
                  </a:moveTo>
                  <a:lnTo>
                    <a:pt x="416051" y="41528"/>
                  </a:lnTo>
                  <a:lnTo>
                    <a:pt x="412453" y="42163"/>
                  </a:lnTo>
                  <a:lnTo>
                    <a:pt x="342074" y="42163"/>
                  </a:lnTo>
                  <a:lnTo>
                    <a:pt x="343979" y="42925"/>
                  </a:lnTo>
                  <a:lnTo>
                    <a:pt x="409448" y="42925"/>
                  </a:lnTo>
                  <a:lnTo>
                    <a:pt x="411733" y="42163"/>
                  </a:lnTo>
                  <a:lnTo>
                    <a:pt x="416051" y="41656"/>
                  </a:lnTo>
                  <a:lnTo>
                    <a:pt x="433620" y="41656"/>
                  </a:lnTo>
                  <a:lnTo>
                    <a:pt x="432688" y="41528"/>
                  </a:lnTo>
                  <a:close/>
                </a:path>
                <a:path w="443864" h="207010">
                  <a:moveTo>
                    <a:pt x="337438" y="41528"/>
                  </a:moveTo>
                  <a:lnTo>
                    <a:pt x="319277" y="41528"/>
                  </a:lnTo>
                  <a:lnTo>
                    <a:pt x="314621" y="42163"/>
                  </a:lnTo>
                  <a:lnTo>
                    <a:pt x="313816" y="42163"/>
                  </a:lnTo>
                  <a:lnTo>
                    <a:pt x="319150" y="41656"/>
                  </a:lnTo>
                  <a:lnTo>
                    <a:pt x="339851" y="41656"/>
                  </a:lnTo>
                  <a:lnTo>
                    <a:pt x="337438" y="41528"/>
                  </a:lnTo>
                  <a:close/>
                </a:path>
                <a:path w="443864" h="207010">
                  <a:moveTo>
                    <a:pt x="415332" y="41656"/>
                  </a:moveTo>
                  <a:lnTo>
                    <a:pt x="339851" y="41656"/>
                  </a:lnTo>
                  <a:lnTo>
                    <a:pt x="342391" y="42163"/>
                  </a:lnTo>
                  <a:lnTo>
                    <a:pt x="412453" y="42163"/>
                  </a:lnTo>
                  <a:lnTo>
                    <a:pt x="415332" y="41656"/>
                  </a:lnTo>
                  <a:close/>
                </a:path>
                <a:path w="443864" h="207010">
                  <a:moveTo>
                    <a:pt x="432688" y="41656"/>
                  </a:moveTo>
                  <a:lnTo>
                    <a:pt x="416051" y="41656"/>
                  </a:lnTo>
                  <a:lnTo>
                    <a:pt x="411733" y="42163"/>
                  </a:lnTo>
                  <a:lnTo>
                    <a:pt x="438276" y="42163"/>
                  </a:lnTo>
                  <a:lnTo>
                    <a:pt x="432688" y="41656"/>
                  </a:lnTo>
                  <a:close/>
                </a:path>
                <a:path w="443864" h="207010">
                  <a:moveTo>
                    <a:pt x="433620" y="41656"/>
                  </a:moveTo>
                  <a:lnTo>
                    <a:pt x="432688" y="41656"/>
                  </a:lnTo>
                  <a:lnTo>
                    <a:pt x="438276" y="42163"/>
                  </a:lnTo>
                  <a:lnTo>
                    <a:pt x="437345" y="42163"/>
                  </a:lnTo>
                  <a:lnTo>
                    <a:pt x="433620" y="41656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43234" y="3307460"/>
              <a:ext cx="933521" cy="17170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578044" y="3303778"/>
              <a:ext cx="2255831" cy="217424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925022" y="3303396"/>
              <a:ext cx="663233" cy="175767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703191" y="3354070"/>
              <a:ext cx="476885" cy="167131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5296788" y="3354070"/>
              <a:ext cx="413384" cy="167640"/>
            </a:xfrm>
            <a:custGeom>
              <a:avLst/>
              <a:gdLst/>
              <a:ahLst/>
              <a:cxnLst/>
              <a:rect l="l" t="t" r="r" b="b"/>
              <a:pathLst>
                <a:path w="413385" h="167639">
                  <a:moveTo>
                    <a:pt x="120396" y="109219"/>
                  </a:moveTo>
                  <a:lnTo>
                    <a:pt x="86868" y="109219"/>
                  </a:lnTo>
                  <a:lnTo>
                    <a:pt x="86868" y="162813"/>
                  </a:lnTo>
                  <a:lnTo>
                    <a:pt x="97662" y="167131"/>
                  </a:lnTo>
                  <a:lnTo>
                    <a:pt x="109727" y="167131"/>
                  </a:lnTo>
                  <a:lnTo>
                    <a:pt x="120396" y="162813"/>
                  </a:lnTo>
                  <a:lnTo>
                    <a:pt x="120396" y="109219"/>
                  </a:lnTo>
                  <a:close/>
                </a:path>
                <a:path w="413385" h="167639">
                  <a:moveTo>
                    <a:pt x="56261" y="0"/>
                  </a:moveTo>
                  <a:lnTo>
                    <a:pt x="44323" y="0"/>
                  </a:lnTo>
                  <a:lnTo>
                    <a:pt x="36702" y="1524"/>
                  </a:lnTo>
                  <a:lnTo>
                    <a:pt x="5841" y="29590"/>
                  </a:lnTo>
                  <a:lnTo>
                    <a:pt x="0" y="64007"/>
                  </a:lnTo>
                  <a:lnTo>
                    <a:pt x="0" y="72262"/>
                  </a:lnTo>
                  <a:lnTo>
                    <a:pt x="15112" y="112394"/>
                  </a:lnTo>
                  <a:lnTo>
                    <a:pt x="32751" y="123570"/>
                  </a:lnTo>
                  <a:lnTo>
                    <a:pt x="33088" y="123570"/>
                  </a:lnTo>
                  <a:lnTo>
                    <a:pt x="40005" y="125094"/>
                  </a:lnTo>
                  <a:lnTo>
                    <a:pt x="52324" y="125094"/>
                  </a:lnTo>
                  <a:lnTo>
                    <a:pt x="55752" y="124713"/>
                  </a:lnTo>
                  <a:lnTo>
                    <a:pt x="77470" y="116331"/>
                  </a:lnTo>
                  <a:lnTo>
                    <a:pt x="80518" y="114426"/>
                  </a:lnTo>
                  <a:lnTo>
                    <a:pt x="83693" y="112013"/>
                  </a:lnTo>
                  <a:lnTo>
                    <a:pt x="86868" y="109219"/>
                  </a:lnTo>
                  <a:lnTo>
                    <a:pt x="120396" y="109219"/>
                  </a:lnTo>
                  <a:lnTo>
                    <a:pt x="120396" y="98551"/>
                  </a:lnTo>
                  <a:lnTo>
                    <a:pt x="53721" y="98551"/>
                  </a:lnTo>
                  <a:lnTo>
                    <a:pt x="49911" y="97535"/>
                  </a:lnTo>
                  <a:lnTo>
                    <a:pt x="34416" y="66547"/>
                  </a:lnTo>
                  <a:lnTo>
                    <a:pt x="34482" y="56788"/>
                  </a:lnTo>
                  <a:lnTo>
                    <a:pt x="34798" y="53212"/>
                  </a:lnTo>
                  <a:lnTo>
                    <a:pt x="35813" y="49021"/>
                  </a:lnTo>
                  <a:lnTo>
                    <a:pt x="36702" y="44830"/>
                  </a:lnTo>
                  <a:lnTo>
                    <a:pt x="38226" y="41020"/>
                  </a:lnTo>
                  <a:lnTo>
                    <a:pt x="40132" y="37718"/>
                  </a:lnTo>
                  <a:lnTo>
                    <a:pt x="42037" y="34289"/>
                  </a:lnTo>
                  <a:lnTo>
                    <a:pt x="44576" y="31495"/>
                  </a:lnTo>
                  <a:lnTo>
                    <a:pt x="47751" y="29590"/>
                  </a:lnTo>
                  <a:lnTo>
                    <a:pt x="50926" y="27558"/>
                  </a:lnTo>
                  <a:lnTo>
                    <a:pt x="54737" y="26542"/>
                  </a:lnTo>
                  <a:lnTo>
                    <a:pt x="120396" y="26542"/>
                  </a:lnTo>
                  <a:lnTo>
                    <a:pt x="120396" y="19176"/>
                  </a:lnTo>
                  <a:lnTo>
                    <a:pt x="91821" y="19176"/>
                  </a:lnTo>
                  <a:lnTo>
                    <a:pt x="87884" y="15620"/>
                  </a:lnTo>
                  <a:lnTo>
                    <a:pt x="84327" y="12572"/>
                  </a:lnTo>
                  <a:lnTo>
                    <a:pt x="59436" y="380"/>
                  </a:lnTo>
                  <a:lnTo>
                    <a:pt x="56261" y="0"/>
                  </a:lnTo>
                  <a:close/>
                </a:path>
                <a:path w="413385" h="167639">
                  <a:moveTo>
                    <a:pt x="120396" y="26542"/>
                  </a:moveTo>
                  <a:lnTo>
                    <a:pt x="63881" y="26542"/>
                  </a:lnTo>
                  <a:lnTo>
                    <a:pt x="68580" y="27939"/>
                  </a:lnTo>
                  <a:lnTo>
                    <a:pt x="73025" y="30987"/>
                  </a:lnTo>
                  <a:lnTo>
                    <a:pt x="77470" y="33908"/>
                  </a:lnTo>
                  <a:lnTo>
                    <a:pt x="82041" y="38226"/>
                  </a:lnTo>
                  <a:lnTo>
                    <a:pt x="86868" y="43941"/>
                  </a:lnTo>
                  <a:lnTo>
                    <a:pt x="86868" y="80644"/>
                  </a:lnTo>
                  <a:lnTo>
                    <a:pt x="65150" y="97662"/>
                  </a:lnTo>
                  <a:lnTo>
                    <a:pt x="62991" y="98297"/>
                  </a:lnTo>
                  <a:lnTo>
                    <a:pt x="60706" y="98551"/>
                  </a:lnTo>
                  <a:lnTo>
                    <a:pt x="120396" y="98551"/>
                  </a:lnTo>
                  <a:lnTo>
                    <a:pt x="120396" y="26542"/>
                  </a:lnTo>
                  <a:close/>
                </a:path>
                <a:path w="413385" h="167639">
                  <a:moveTo>
                    <a:pt x="111251" y="2285"/>
                  </a:moveTo>
                  <a:lnTo>
                    <a:pt x="101091" y="2285"/>
                  </a:lnTo>
                  <a:lnTo>
                    <a:pt x="99313" y="2412"/>
                  </a:lnTo>
                  <a:lnTo>
                    <a:pt x="97536" y="2666"/>
                  </a:lnTo>
                  <a:lnTo>
                    <a:pt x="96138" y="2920"/>
                  </a:lnTo>
                  <a:lnTo>
                    <a:pt x="94996" y="3428"/>
                  </a:lnTo>
                  <a:lnTo>
                    <a:pt x="93852" y="3809"/>
                  </a:lnTo>
                  <a:lnTo>
                    <a:pt x="92989" y="4444"/>
                  </a:lnTo>
                  <a:lnTo>
                    <a:pt x="92583" y="4952"/>
                  </a:lnTo>
                  <a:lnTo>
                    <a:pt x="92024" y="5714"/>
                  </a:lnTo>
                  <a:lnTo>
                    <a:pt x="91821" y="6222"/>
                  </a:lnTo>
                  <a:lnTo>
                    <a:pt x="91821" y="19176"/>
                  </a:lnTo>
                  <a:lnTo>
                    <a:pt x="120396" y="19176"/>
                  </a:lnTo>
                  <a:lnTo>
                    <a:pt x="120396" y="6222"/>
                  </a:lnTo>
                  <a:lnTo>
                    <a:pt x="117475" y="3428"/>
                  </a:lnTo>
                  <a:lnTo>
                    <a:pt x="116332" y="2920"/>
                  </a:lnTo>
                  <a:lnTo>
                    <a:pt x="114935" y="2666"/>
                  </a:lnTo>
                  <a:lnTo>
                    <a:pt x="113157" y="2412"/>
                  </a:lnTo>
                  <a:lnTo>
                    <a:pt x="111251" y="2285"/>
                  </a:lnTo>
                  <a:close/>
                </a:path>
                <a:path w="413385" h="167639">
                  <a:moveTo>
                    <a:pt x="176911" y="2285"/>
                  </a:moveTo>
                  <a:lnTo>
                    <a:pt x="164846" y="2285"/>
                  </a:lnTo>
                  <a:lnTo>
                    <a:pt x="162687" y="2412"/>
                  </a:lnTo>
                  <a:lnTo>
                    <a:pt x="160527" y="2666"/>
                  </a:lnTo>
                  <a:lnTo>
                    <a:pt x="158750" y="2920"/>
                  </a:lnTo>
                  <a:lnTo>
                    <a:pt x="157480" y="3428"/>
                  </a:lnTo>
                  <a:lnTo>
                    <a:pt x="156210" y="3809"/>
                  </a:lnTo>
                  <a:lnTo>
                    <a:pt x="155321" y="4317"/>
                  </a:lnTo>
                  <a:lnTo>
                    <a:pt x="154305" y="5587"/>
                  </a:lnTo>
                  <a:lnTo>
                    <a:pt x="154050" y="6222"/>
                  </a:lnTo>
                  <a:lnTo>
                    <a:pt x="154050" y="83438"/>
                  </a:lnTo>
                  <a:lnTo>
                    <a:pt x="171576" y="118871"/>
                  </a:lnTo>
                  <a:lnTo>
                    <a:pt x="177164" y="121284"/>
                  </a:lnTo>
                  <a:lnTo>
                    <a:pt x="182752" y="123825"/>
                  </a:lnTo>
                  <a:lnTo>
                    <a:pt x="189737" y="125094"/>
                  </a:lnTo>
                  <a:lnTo>
                    <a:pt x="205232" y="125094"/>
                  </a:lnTo>
                  <a:lnTo>
                    <a:pt x="212344" y="123316"/>
                  </a:lnTo>
                  <a:lnTo>
                    <a:pt x="226060" y="116712"/>
                  </a:lnTo>
                  <a:lnTo>
                    <a:pt x="232790" y="111759"/>
                  </a:lnTo>
                  <a:lnTo>
                    <a:pt x="239395" y="105155"/>
                  </a:lnTo>
                  <a:lnTo>
                    <a:pt x="268224" y="105155"/>
                  </a:lnTo>
                  <a:lnTo>
                    <a:pt x="268224" y="97789"/>
                  </a:lnTo>
                  <a:lnTo>
                    <a:pt x="204470" y="97789"/>
                  </a:lnTo>
                  <a:lnTo>
                    <a:pt x="201422" y="97154"/>
                  </a:lnTo>
                  <a:lnTo>
                    <a:pt x="188975" y="83057"/>
                  </a:lnTo>
                  <a:lnTo>
                    <a:pt x="188087" y="80009"/>
                  </a:lnTo>
                  <a:lnTo>
                    <a:pt x="187706" y="75564"/>
                  </a:lnTo>
                  <a:lnTo>
                    <a:pt x="187706" y="6222"/>
                  </a:lnTo>
                  <a:lnTo>
                    <a:pt x="187451" y="5587"/>
                  </a:lnTo>
                  <a:lnTo>
                    <a:pt x="186436" y="4317"/>
                  </a:lnTo>
                  <a:lnTo>
                    <a:pt x="185420" y="3809"/>
                  </a:lnTo>
                  <a:lnTo>
                    <a:pt x="184150" y="3428"/>
                  </a:lnTo>
                  <a:lnTo>
                    <a:pt x="182880" y="2920"/>
                  </a:lnTo>
                  <a:lnTo>
                    <a:pt x="181101" y="2666"/>
                  </a:lnTo>
                  <a:lnTo>
                    <a:pt x="178943" y="2412"/>
                  </a:lnTo>
                  <a:lnTo>
                    <a:pt x="176911" y="2285"/>
                  </a:lnTo>
                  <a:close/>
                </a:path>
                <a:path w="413385" h="167639">
                  <a:moveTo>
                    <a:pt x="260858" y="122554"/>
                  </a:moveTo>
                  <a:lnTo>
                    <a:pt x="246761" y="122554"/>
                  </a:lnTo>
                  <a:lnTo>
                    <a:pt x="248538" y="122808"/>
                  </a:lnTo>
                  <a:lnTo>
                    <a:pt x="258952" y="122808"/>
                  </a:lnTo>
                  <a:lnTo>
                    <a:pt x="260858" y="122554"/>
                  </a:lnTo>
                  <a:close/>
                </a:path>
                <a:path w="413385" h="167639">
                  <a:moveTo>
                    <a:pt x="268224" y="105155"/>
                  </a:moveTo>
                  <a:lnTo>
                    <a:pt x="239395" y="105155"/>
                  </a:lnTo>
                  <a:lnTo>
                    <a:pt x="239437" y="118871"/>
                  </a:lnTo>
                  <a:lnTo>
                    <a:pt x="245321" y="122554"/>
                  </a:lnTo>
                  <a:lnTo>
                    <a:pt x="262128" y="122554"/>
                  </a:lnTo>
                  <a:lnTo>
                    <a:pt x="264160" y="122046"/>
                  </a:lnTo>
                  <a:lnTo>
                    <a:pt x="265175" y="121665"/>
                  </a:lnTo>
                  <a:lnTo>
                    <a:pt x="266319" y="121284"/>
                  </a:lnTo>
                  <a:lnTo>
                    <a:pt x="267081" y="120776"/>
                  </a:lnTo>
                  <a:lnTo>
                    <a:pt x="267588" y="120141"/>
                  </a:lnTo>
                  <a:lnTo>
                    <a:pt x="267970" y="119506"/>
                  </a:lnTo>
                  <a:lnTo>
                    <a:pt x="268181" y="118871"/>
                  </a:lnTo>
                  <a:lnTo>
                    <a:pt x="268224" y="105155"/>
                  </a:lnTo>
                  <a:close/>
                </a:path>
                <a:path w="413385" h="167639">
                  <a:moveTo>
                    <a:pt x="257556" y="2285"/>
                  </a:moveTo>
                  <a:lnTo>
                    <a:pt x="245490" y="2285"/>
                  </a:lnTo>
                  <a:lnTo>
                    <a:pt x="243332" y="2412"/>
                  </a:lnTo>
                  <a:lnTo>
                    <a:pt x="241173" y="2666"/>
                  </a:lnTo>
                  <a:lnTo>
                    <a:pt x="239395" y="2920"/>
                  </a:lnTo>
                  <a:lnTo>
                    <a:pt x="238125" y="3428"/>
                  </a:lnTo>
                  <a:lnTo>
                    <a:pt x="236855" y="3809"/>
                  </a:lnTo>
                  <a:lnTo>
                    <a:pt x="235965" y="4317"/>
                  </a:lnTo>
                  <a:lnTo>
                    <a:pt x="234950" y="5587"/>
                  </a:lnTo>
                  <a:lnTo>
                    <a:pt x="234696" y="6222"/>
                  </a:lnTo>
                  <a:lnTo>
                    <a:pt x="234696" y="80771"/>
                  </a:lnTo>
                  <a:lnTo>
                    <a:pt x="229743" y="86359"/>
                  </a:lnTo>
                  <a:lnTo>
                    <a:pt x="225171" y="90550"/>
                  </a:lnTo>
                  <a:lnTo>
                    <a:pt x="220852" y="93471"/>
                  </a:lnTo>
                  <a:lnTo>
                    <a:pt x="216408" y="96392"/>
                  </a:lnTo>
                  <a:lnTo>
                    <a:pt x="212089" y="97789"/>
                  </a:lnTo>
                  <a:lnTo>
                    <a:pt x="268224" y="97789"/>
                  </a:lnTo>
                  <a:lnTo>
                    <a:pt x="268224" y="6222"/>
                  </a:lnTo>
                  <a:lnTo>
                    <a:pt x="267970" y="5587"/>
                  </a:lnTo>
                  <a:lnTo>
                    <a:pt x="266953" y="4317"/>
                  </a:lnTo>
                  <a:lnTo>
                    <a:pt x="266064" y="3809"/>
                  </a:lnTo>
                  <a:lnTo>
                    <a:pt x="264795" y="3428"/>
                  </a:lnTo>
                  <a:lnTo>
                    <a:pt x="263525" y="2920"/>
                  </a:lnTo>
                  <a:lnTo>
                    <a:pt x="261747" y="2666"/>
                  </a:lnTo>
                  <a:lnTo>
                    <a:pt x="259714" y="2412"/>
                  </a:lnTo>
                  <a:lnTo>
                    <a:pt x="257556" y="2285"/>
                  </a:lnTo>
                  <a:close/>
                </a:path>
                <a:path w="413385" h="167639">
                  <a:moveTo>
                    <a:pt x="356615" y="0"/>
                  </a:moveTo>
                  <a:lnTo>
                    <a:pt x="317119" y="11429"/>
                  </a:lnTo>
                  <a:lnTo>
                    <a:pt x="296576" y="49704"/>
                  </a:lnTo>
                  <a:lnTo>
                    <a:pt x="295786" y="71302"/>
                  </a:lnTo>
                  <a:lnTo>
                    <a:pt x="296544" y="78327"/>
                  </a:lnTo>
                  <a:lnTo>
                    <a:pt x="297779" y="84828"/>
                  </a:lnTo>
                  <a:lnTo>
                    <a:pt x="299358" y="90424"/>
                  </a:lnTo>
                  <a:lnTo>
                    <a:pt x="299465" y="90804"/>
                  </a:lnTo>
                  <a:lnTo>
                    <a:pt x="331597" y="121284"/>
                  </a:lnTo>
                  <a:lnTo>
                    <a:pt x="359537" y="125094"/>
                  </a:lnTo>
                  <a:lnTo>
                    <a:pt x="365506" y="125094"/>
                  </a:lnTo>
                  <a:lnTo>
                    <a:pt x="370966" y="124713"/>
                  </a:lnTo>
                  <a:lnTo>
                    <a:pt x="376174" y="123951"/>
                  </a:lnTo>
                  <a:lnTo>
                    <a:pt x="381381" y="123316"/>
                  </a:lnTo>
                  <a:lnTo>
                    <a:pt x="405257" y="115569"/>
                  </a:lnTo>
                  <a:lnTo>
                    <a:pt x="405764" y="115062"/>
                  </a:lnTo>
                  <a:lnTo>
                    <a:pt x="406526" y="113791"/>
                  </a:lnTo>
                  <a:lnTo>
                    <a:pt x="406781" y="113029"/>
                  </a:lnTo>
                  <a:lnTo>
                    <a:pt x="406908" y="112140"/>
                  </a:lnTo>
                  <a:lnTo>
                    <a:pt x="407162" y="111251"/>
                  </a:lnTo>
                  <a:lnTo>
                    <a:pt x="407288" y="110108"/>
                  </a:lnTo>
                  <a:lnTo>
                    <a:pt x="407415" y="107568"/>
                  </a:lnTo>
                  <a:lnTo>
                    <a:pt x="407497" y="101472"/>
                  </a:lnTo>
                  <a:lnTo>
                    <a:pt x="356870" y="101472"/>
                  </a:lnTo>
                  <a:lnTo>
                    <a:pt x="351916" y="100710"/>
                  </a:lnTo>
                  <a:lnTo>
                    <a:pt x="331724" y="83312"/>
                  </a:lnTo>
                  <a:lnTo>
                    <a:pt x="330453" y="79501"/>
                  </a:lnTo>
                  <a:lnTo>
                    <a:pt x="329946" y="75183"/>
                  </a:lnTo>
                  <a:lnTo>
                    <a:pt x="329946" y="70484"/>
                  </a:lnTo>
                  <a:lnTo>
                    <a:pt x="406019" y="70484"/>
                  </a:lnTo>
                  <a:lnTo>
                    <a:pt x="408559" y="69595"/>
                  </a:lnTo>
                  <a:lnTo>
                    <a:pt x="410337" y="67690"/>
                  </a:lnTo>
                  <a:lnTo>
                    <a:pt x="412241" y="65912"/>
                  </a:lnTo>
                  <a:lnTo>
                    <a:pt x="413131" y="63118"/>
                  </a:lnTo>
                  <a:lnTo>
                    <a:pt x="413131" y="50291"/>
                  </a:lnTo>
                  <a:lnTo>
                    <a:pt x="329946" y="50291"/>
                  </a:lnTo>
                  <a:lnTo>
                    <a:pt x="330073" y="46481"/>
                  </a:lnTo>
                  <a:lnTo>
                    <a:pt x="351536" y="22097"/>
                  </a:lnTo>
                  <a:lnTo>
                    <a:pt x="405434" y="22097"/>
                  </a:lnTo>
                  <a:lnTo>
                    <a:pt x="404368" y="20319"/>
                  </a:lnTo>
                  <a:lnTo>
                    <a:pt x="370921" y="1111"/>
                  </a:lnTo>
                  <a:lnTo>
                    <a:pt x="371225" y="1111"/>
                  </a:lnTo>
                  <a:lnTo>
                    <a:pt x="364045" y="281"/>
                  </a:lnTo>
                  <a:lnTo>
                    <a:pt x="364465" y="281"/>
                  </a:lnTo>
                  <a:lnTo>
                    <a:pt x="356615" y="0"/>
                  </a:lnTo>
                  <a:close/>
                </a:path>
                <a:path w="413385" h="167639">
                  <a:moveTo>
                    <a:pt x="404622" y="93979"/>
                  </a:moveTo>
                  <a:lnTo>
                    <a:pt x="401235" y="93979"/>
                  </a:lnTo>
                  <a:lnTo>
                    <a:pt x="400050" y="94233"/>
                  </a:lnTo>
                  <a:lnTo>
                    <a:pt x="397658" y="95122"/>
                  </a:lnTo>
                  <a:lnTo>
                    <a:pt x="395461" y="95884"/>
                  </a:lnTo>
                  <a:lnTo>
                    <a:pt x="368553" y="101472"/>
                  </a:lnTo>
                  <a:lnTo>
                    <a:pt x="407497" y="101472"/>
                  </a:lnTo>
                  <a:lnTo>
                    <a:pt x="407415" y="100329"/>
                  </a:lnTo>
                  <a:lnTo>
                    <a:pt x="407288" y="99059"/>
                  </a:lnTo>
                  <a:lnTo>
                    <a:pt x="407162" y="97662"/>
                  </a:lnTo>
                  <a:lnTo>
                    <a:pt x="406908" y="96519"/>
                  </a:lnTo>
                  <a:lnTo>
                    <a:pt x="406526" y="95884"/>
                  </a:lnTo>
                  <a:lnTo>
                    <a:pt x="406146" y="95122"/>
                  </a:lnTo>
                  <a:lnTo>
                    <a:pt x="405764" y="94614"/>
                  </a:lnTo>
                  <a:lnTo>
                    <a:pt x="405257" y="94233"/>
                  </a:lnTo>
                  <a:lnTo>
                    <a:pt x="404622" y="93979"/>
                  </a:lnTo>
                  <a:close/>
                </a:path>
                <a:path w="413385" h="167639">
                  <a:moveTo>
                    <a:pt x="405434" y="22097"/>
                  </a:moveTo>
                  <a:lnTo>
                    <a:pt x="364363" y="22097"/>
                  </a:lnTo>
                  <a:lnTo>
                    <a:pt x="370586" y="24637"/>
                  </a:lnTo>
                  <a:lnTo>
                    <a:pt x="374650" y="29590"/>
                  </a:lnTo>
                  <a:lnTo>
                    <a:pt x="378713" y="34670"/>
                  </a:lnTo>
                  <a:lnTo>
                    <a:pt x="380619" y="41528"/>
                  </a:lnTo>
                  <a:lnTo>
                    <a:pt x="380582" y="42799"/>
                  </a:lnTo>
                  <a:lnTo>
                    <a:pt x="380475" y="46481"/>
                  </a:lnTo>
                  <a:lnTo>
                    <a:pt x="380364" y="50291"/>
                  </a:lnTo>
                  <a:lnTo>
                    <a:pt x="413131" y="50291"/>
                  </a:lnTo>
                  <a:lnTo>
                    <a:pt x="413131" y="46481"/>
                  </a:lnTo>
                  <a:lnTo>
                    <a:pt x="411988" y="39369"/>
                  </a:lnTo>
                  <a:lnTo>
                    <a:pt x="410032" y="32892"/>
                  </a:lnTo>
                  <a:lnTo>
                    <a:pt x="407797" y="26034"/>
                  </a:lnTo>
                  <a:lnTo>
                    <a:pt x="405434" y="22097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829554" y="3303396"/>
              <a:ext cx="171576" cy="175767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554774" y="3619627"/>
              <a:ext cx="245501" cy="162052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923531" y="3658870"/>
              <a:ext cx="850277" cy="16725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1901317" y="3658870"/>
              <a:ext cx="394335" cy="125095"/>
            </a:xfrm>
            <a:custGeom>
              <a:avLst/>
              <a:gdLst/>
              <a:ahLst/>
              <a:cxnLst/>
              <a:rect l="l" t="t" r="r" b="b"/>
              <a:pathLst>
                <a:path w="394335" h="125095">
                  <a:moveTo>
                    <a:pt x="24637" y="2412"/>
                  </a:moveTo>
                  <a:lnTo>
                    <a:pt x="8508" y="2412"/>
                  </a:lnTo>
                  <a:lnTo>
                    <a:pt x="6350" y="2666"/>
                  </a:lnTo>
                  <a:lnTo>
                    <a:pt x="4699" y="2920"/>
                  </a:lnTo>
                  <a:lnTo>
                    <a:pt x="3301" y="3428"/>
                  </a:lnTo>
                  <a:lnTo>
                    <a:pt x="2031" y="3809"/>
                  </a:lnTo>
                  <a:lnTo>
                    <a:pt x="1143" y="4317"/>
                  </a:lnTo>
                  <a:lnTo>
                    <a:pt x="634" y="4952"/>
                  </a:lnTo>
                  <a:lnTo>
                    <a:pt x="253" y="5587"/>
                  </a:lnTo>
                  <a:lnTo>
                    <a:pt x="0" y="6222"/>
                  </a:lnTo>
                  <a:lnTo>
                    <a:pt x="0" y="83438"/>
                  </a:lnTo>
                  <a:lnTo>
                    <a:pt x="484" y="88772"/>
                  </a:lnTo>
                  <a:lnTo>
                    <a:pt x="668" y="90550"/>
                  </a:lnTo>
                  <a:lnTo>
                    <a:pt x="2158" y="96138"/>
                  </a:lnTo>
                  <a:lnTo>
                    <a:pt x="3556" y="101853"/>
                  </a:lnTo>
                  <a:lnTo>
                    <a:pt x="6095" y="106806"/>
                  </a:lnTo>
                  <a:lnTo>
                    <a:pt x="9525" y="111124"/>
                  </a:lnTo>
                  <a:lnTo>
                    <a:pt x="12826" y="115442"/>
                  </a:lnTo>
                  <a:lnTo>
                    <a:pt x="17399" y="118871"/>
                  </a:lnTo>
                  <a:lnTo>
                    <a:pt x="22859" y="121284"/>
                  </a:lnTo>
                  <a:lnTo>
                    <a:pt x="28447" y="123824"/>
                  </a:lnTo>
                  <a:lnTo>
                    <a:pt x="35306" y="125094"/>
                  </a:lnTo>
                  <a:lnTo>
                    <a:pt x="50672" y="125094"/>
                  </a:lnTo>
                  <a:lnTo>
                    <a:pt x="57784" y="123316"/>
                  </a:lnTo>
                  <a:lnTo>
                    <a:pt x="71246" y="116712"/>
                  </a:lnTo>
                  <a:lnTo>
                    <a:pt x="77977" y="111759"/>
                  </a:lnTo>
                  <a:lnTo>
                    <a:pt x="84581" y="105155"/>
                  </a:lnTo>
                  <a:lnTo>
                    <a:pt x="113156" y="105155"/>
                  </a:lnTo>
                  <a:lnTo>
                    <a:pt x="113156" y="97789"/>
                  </a:lnTo>
                  <a:lnTo>
                    <a:pt x="49910" y="97789"/>
                  </a:lnTo>
                  <a:lnTo>
                    <a:pt x="46989" y="97154"/>
                  </a:lnTo>
                  <a:lnTo>
                    <a:pt x="33274" y="75564"/>
                  </a:lnTo>
                  <a:lnTo>
                    <a:pt x="33274" y="6222"/>
                  </a:lnTo>
                  <a:lnTo>
                    <a:pt x="33019" y="5587"/>
                  </a:lnTo>
                  <a:lnTo>
                    <a:pt x="32003" y="4317"/>
                  </a:lnTo>
                  <a:lnTo>
                    <a:pt x="31114" y="3809"/>
                  </a:lnTo>
                  <a:lnTo>
                    <a:pt x="29844" y="3428"/>
                  </a:lnTo>
                  <a:lnTo>
                    <a:pt x="28575" y="2920"/>
                  </a:lnTo>
                  <a:lnTo>
                    <a:pt x="26796" y="2666"/>
                  </a:lnTo>
                  <a:lnTo>
                    <a:pt x="24637" y="2412"/>
                  </a:lnTo>
                  <a:close/>
                </a:path>
                <a:path w="394335" h="125095">
                  <a:moveTo>
                    <a:pt x="105790" y="122554"/>
                  </a:moveTo>
                  <a:lnTo>
                    <a:pt x="91820" y="122554"/>
                  </a:lnTo>
                  <a:lnTo>
                    <a:pt x="93599" y="122808"/>
                  </a:lnTo>
                  <a:lnTo>
                    <a:pt x="103885" y="122808"/>
                  </a:lnTo>
                  <a:lnTo>
                    <a:pt x="105790" y="122554"/>
                  </a:lnTo>
                  <a:close/>
                </a:path>
                <a:path w="394335" h="125095">
                  <a:moveTo>
                    <a:pt x="113156" y="105155"/>
                  </a:moveTo>
                  <a:lnTo>
                    <a:pt x="84581" y="105155"/>
                  </a:lnTo>
                  <a:lnTo>
                    <a:pt x="84708" y="119506"/>
                  </a:lnTo>
                  <a:lnTo>
                    <a:pt x="85216" y="120141"/>
                  </a:lnTo>
                  <a:lnTo>
                    <a:pt x="85597" y="120776"/>
                  </a:lnTo>
                  <a:lnTo>
                    <a:pt x="86359" y="121284"/>
                  </a:lnTo>
                  <a:lnTo>
                    <a:pt x="87502" y="121665"/>
                  </a:lnTo>
                  <a:lnTo>
                    <a:pt x="88518" y="122046"/>
                  </a:lnTo>
                  <a:lnTo>
                    <a:pt x="90381" y="122554"/>
                  </a:lnTo>
                  <a:lnTo>
                    <a:pt x="107103" y="122554"/>
                  </a:lnTo>
                  <a:lnTo>
                    <a:pt x="108965" y="122046"/>
                  </a:lnTo>
                  <a:lnTo>
                    <a:pt x="111251" y="121284"/>
                  </a:lnTo>
                  <a:lnTo>
                    <a:pt x="112013" y="120776"/>
                  </a:lnTo>
                  <a:lnTo>
                    <a:pt x="112394" y="120141"/>
                  </a:lnTo>
                  <a:lnTo>
                    <a:pt x="112902" y="119506"/>
                  </a:lnTo>
                  <a:lnTo>
                    <a:pt x="113114" y="118871"/>
                  </a:lnTo>
                  <a:lnTo>
                    <a:pt x="113156" y="105155"/>
                  </a:lnTo>
                  <a:close/>
                </a:path>
                <a:path w="394335" h="125095">
                  <a:moveTo>
                    <a:pt x="104647" y="2412"/>
                  </a:moveTo>
                  <a:lnTo>
                    <a:pt x="88391" y="2412"/>
                  </a:lnTo>
                  <a:lnTo>
                    <a:pt x="86232" y="2666"/>
                  </a:lnTo>
                  <a:lnTo>
                    <a:pt x="84581" y="2920"/>
                  </a:lnTo>
                  <a:lnTo>
                    <a:pt x="83312" y="3428"/>
                  </a:lnTo>
                  <a:lnTo>
                    <a:pt x="82041" y="3809"/>
                  </a:lnTo>
                  <a:lnTo>
                    <a:pt x="81152" y="4317"/>
                  </a:lnTo>
                  <a:lnTo>
                    <a:pt x="80137" y="5587"/>
                  </a:lnTo>
                  <a:lnTo>
                    <a:pt x="79882" y="6222"/>
                  </a:lnTo>
                  <a:lnTo>
                    <a:pt x="79882" y="80771"/>
                  </a:lnTo>
                  <a:lnTo>
                    <a:pt x="75056" y="86359"/>
                  </a:lnTo>
                  <a:lnTo>
                    <a:pt x="70357" y="90550"/>
                  </a:lnTo>
                  <a:lnTo>
                    <a:pt x="66166" y="93471"/>
                  </a:lnTo>
                  <a:lnTo>
                    <a:pt x="61849" y="96392"/>
                  </a:lnTo>
                  <a:lnTo>
                    <a:pt x="57531" y="97789"/>
                  </a:lnTo>
                  <a:lnTo>
                    <a:pt x="113156" y="97789"/>
                  </a:lnTo>
                  <a:lnTo>
                    <a:pt x="113156" y="6222"/>
                  </a:lnTo>
                  <a:lnTo>
                    <a:pt x="112902" y="5587"/>
                  </a:lnTo>
                  <a:lnTo>
                    <a:pt x="112268" y="4952"/>
                  </a:lnTo>
                  <a:lnTo>
                    <a:pt x="111759" y="4317"/>
                  </a:lnTo>
                  <a:lnTo>
                    <a:pt x="110870" y="3809"/>
                  </a:lnTo>
                  <a:lnTo>
                    <a:pt x="109600" y="3428"/>
                  </a:lnTo>
                  <a:lnTo>
                    <a:pt x="108457" y="2920"/>
                  </a:lnTo>
                  <a:lnTo>
                    <a:pt x="106680" y="2666"/>
                  </a:lnTo>
                  <a:lnTo>
                    <a:pt x="104647" y="2412"/>
                  </a:lnTo>
                  <a:close/>
                </a:path>
                <a:path w="394335" h="125095">
                  <a:moveTo>
                    <a:pt x="171831" y="122554"/>
                  </a:moveTo>
                  <a:lnTo>
                    <a:pt x="155575" y="122554"/>
                  </a:lnTo>
                  <a:lnTo>
                    <a:pt x="157733" y="122808"/>
                  </a:lnTo>
                  <a:lnTo>
                    <a:pt x="169671" y="122808"/>
                  </a:lnTo>
                  <a:lnTo>
                    <a:pt x="171831" y="122554"/>
                  </a:lnTo>
                  <a:close/>
                </a:path>
                <a:path w="394335" h="125095">
                  <a:moveTo>
                    <a:pt x="251587" y="122554"/>
                  </a:moveTo>
                  <a:lnTo>
                    <a:pt x="235457" y="122554"/>
                  </a:lnTo>
                  <a:lnTo>
                    <a:pt x="237616" y="122808"/>
                  </a:lnTo>
                  <a:lnTo>
                    <a:pt x="249427" y="122808"/>
                  </a:lnTo>
                  <a:lnTo>
                    <a:pt x="251587" y="122554"/>
                  </a:lnTo>
                  <a:close/>
                </a:path>
                <a:path w="394335" h="125095">
                  <a:moveTo>
                    <a:pt x="168275" y="2412"/>
                  </a:moveTo>
                  <a:lnTo>
                    <a:pt x="154431" y="2412"/>
                  </a:lnTo>
                  <a:lnTo>
                    <a:pt x="152653" y="2666"/>
                  </a:lnTo>
                  <a:lnTo>
                    <a:pt x="151130" y="2920"/>
                  </a:lnTo>
                  <a:lnTo>
                    <a:pt x="149987" y="3428"/>
                  </a:lnTo>
                  <a:lnTo>
                    <a:pt x="148844" y="3809"/>
                  </a:lnTo>
                  <a:lnTo>
                    <a:pt x="148081" y="4317"/>
                  </a:lnTo>
                  <a:lnTo>
                    <a:pt x="147574" y="4952"/>
                  </a:lnTo>
                  <a:lnTo>
                    <a:pt x="147193" y="5587"/>
                  </a:lnTo>
                  <a:lnTo>
                    <a:pt x="146938" y="6222"/>
                  </a:lnTo>
                  <a:lnTo>
                    <a:pt x="146938" y="118744"/>
                  </a:lnTo>
                  <a:lnTo>
                    <a:pt x="153966" y="122554"/>
                  </a:lnTo>
                  <a:lnTo>
                    <a:pt x="173270" y="122554"/>
                  </a:lnTo>
                  <a:lnTo>
                    <a:pt x="175640" y="122046"/>
                  </a:lnTo>
                  <a:lnTo>
                    <a:pt x="178181" y="121284"/>
                  </a:lnTo>
                  <a:lnTo>
                    <a:pt x="179069" y="120776"/>
                  </a:lnTo>
                  <a:lnTo>
                    <a:pt x="179577" y="120141"/>
                  </a:lnTo>
                  <a:lnTo>
                    <a:pt x="180212" y="119506"/>
                  </a:lnTo>
                  <a:lnTo>
                    <a:pt x="180466" y="118744"/>
                  </a:lnTo>
                  <a:lnTo>
                    <a:pt x="180466" y="44195"/>
                  </a:lnTo>
                  <a:lnTo>
                    <a:pt x="185165" y="38734"/>
                  </a:lnTo>
                  <a:lnTo>
                    <a:pt x="189480" y="34543"/>
                  </a:lnTo>
                  <a:lnTo>
                    <a:pt x="190015" y="34162"/>
                  </a:lnTo>
                  <a:lnTo>
                    <a:pt x="194056" y="31622"/>
                  </a:lnTo>
                  <a:lnTo>
                    <a:pt x="198374" y="28701"/>
                  </a:lnTo>
                  <a:lnTo>
                    <a:pt x="202691" y="27177"/>
                  </a:lnTo>
                  <a:lnTo>
                    <a:pt x="257496" y="27177"/>
                  </a:lnTo>
                  <a:lnTo>
                    <a:pt x="256412" y="23113"/>
                  </a:lnTo>
                  <a:lnTo>
                    <a:pt x="254866" y="19938"/>
                  </a:lnTo>
                  <a:lnTo>
                    <a:pt x="175513" y="19938"/>
                  </a:lnTo>
                  <a:lnTo>
                    <a:pt x="175513" y="6222"/>
                  </a:lnTo>
                  <a:lnTo>
                    <a:pt x="172719" y="3428"/>
                  </a:lnTo>
                  <a:lnTo>
                    <a:pt x="171576" y="2920"/>
                  </a:lnTo>
                  <a:lnTo>
                    <a:pt x="170180" y="2666"/>
                  </a:lnTo>
                  <a:lnTo>
                    <a:pt x="168275" y="2412"/>
                  </a:lnTo>
                  <a:close/>
                </a:path>
                <a:path w="394335" h="125095">
                  <a:moveTo>
                    <a:pt x="257496" y="27177"/>
                  </a:moveTo>
                  <a:lnTo>
                    <a:pt x="210312" y="27177"/>
                  </a:lnTo>
                  <a:lnTo>
                    <a:pt x="213232" y="27812"/>
                  </a:lnTo>
                  <a:lnTo>
                    <a:pt x="215772" y="29082"/>
                  </a:lnTo>
                  <a:lnTo>
                    <a:pt x="218312" y="30225"/>
                  </a:lnTo>
                  <a:lnTo>
                    <a:pt x="220344" y="31876"/>
                  </a:lnTo>
                  <a:lnTo>
                    <a:pt x="221869" y="34162"/>
                  </a:lnTo>
                  <a:lnTo>
                    <a:pt x="223519" y="36321"/>
                  </a:lnTo>
                  <a:lnTo>
                    <a:pt x="224669" y="38734"/>
                  </a:lnTo>
                  <a:lnTo>
                    <a:pt x="224789" y="38988"/>
                  </a:lnTo>
                  <a:lnTo>
                    <a:pt x="225551" y="42036"/>
                  </a:lnTo>
                  <a:lnTo>
                    <a:pt x="226440" y="45084"/>
                  </a:lnTo>
                  <a:lnTo>
                    <a:pt x="226821" y="49275"/>
                  </a:lnTo>
                  <a:lnTo>
                    <a:pt x="226821" y="118744"/>
                  </a:lnTo>
                  <a:lnTo>
                    <a:pt x="227075" y="119506"/>
                  </a:lnTo>
                  <a:lnTo>
                    <a:pt x="233891" y="122554"/>
                  </a:lnTo>
                  <a:lnTo>
                    <a:pt x="253322" y="122554"/>
                  </a:lnTo>
                  <a:lnTo>
                    <a:pt x="260222" y="118744"/>
                  </a:lnTo>
                  <a:lnTo>
                    <a:pt x="260222" y="41401"/>
                  </a:lnTo>
                  <a:lnTo>
                    <a:pt x="259460" y="34543"/>
                  </a:lnTo>
                  <a:lnTo>
                    <a:pt x="257496" y="27177"/>
                  </a:lnTo>
                  <a:close/>
                </a:path>
                <a:path w="394335" h="125095">
                  <a:moveTo>
                    <a:pt x="224789" y="0"/>
                  </a:moveTo>
                  <a:lnTo>
                    <a:pt x="209422" y="0"/>
                  </a:lnTo>
                  <a:lnTo>
                    <a:pt x="202310" y="1650"/>
                  </a:lnTo>
                  <a:lnTo>
                    <a:pt x="188721" y="8254"/>
                  </a:lnTo>
                  <a:lnTo>
                    <a:pt x="182118" y="13207"/>
                  </a:lnTo>
                  <a:lnTo>
                    <a:pt x="175513" y="19938"/>
                  </a:lnTo>
                  <a:lnTo>
                    <a:pt x="254866" y="19938"/>
                  </a:lnTo>
                  <a:lnTo>
                    <a:pt x="224789" y="0"/>
                  </a:lnTo>
                  <a:close/>
                </a:path>
                <a:path w="394335" h="125095">
                  <a:moveTo>
                    <a:pt x="391321" y="23748"/>
                  </a:moveTo>
                  <a:lnTo>
                    <a:pt x="343281" y="23748"/>
                  </a:lnTo>
                  <a:lnTo>
                    <a:pt x="346837" y="24129"/>
                  </a:lnTo>
                  <a:lnTo>
                    <a:pt x="349631" y="25018"/>
                  </a:lnTo>
                  <a:lnTo>
                    <a:pt x="359462" y="32638"/>
                  </a:lnTo>
                  <a:lnTo>
                    <a:pt x="359537" y="32765"/>
                  </a:lnTo>
                  <a:lnTo>
                    <a:pt x="360299" y="35432"/>
                  </a:lnTo>
                  <a:lnTo>
                    <a:pt x="361060" y="37972"/>
                  </a:lnTo>
                  <a:lnTo>
                    <a:pt x="361441" y="41020"/>
                  </a:lnTo>
                  <a:lnTo>
                    <a:pt x="361441" y="51180"/>
                  </a:lnTo>
                  <a:lnTo>
                    <a:pt x="349884" y="51180"/>
                  </a:lnTo>
                  <a:lnTo>
                    <a:pt x="342217" y="51323"/>
                  </a:lnTo>
                  <a:lnTo>
                    <a:pt x="296671" y="63499"/>
                  </a:lnTo>
                  <a:lnTo>
                    <a:pt x="285876" y="82549"/>
                  </a:lnTo>
                  <a:lnTo>
                    <a:pt x="285876" y="94995"/>
                  </a:lnTo>
                  <a:lnTo>
                    <a:pt x="317119" y="124205"/>
                  </a:lnTo>
                  <a:lnTo>
                    <a:pt x="322833" y="125094"/>
                  </a:lnTo>
                  <a:lnTo>
                    <a:pt x="336803" y="125094"/>
                  </a:lnTo>
                  <a:lnTo>
                    <a:pt x="343662" y="123697"/>
                  </a:lnTo>
                  <a:lnTo>
                    <a:pt x="349884" y="120903"/>
                  </a:lnTo>
                  <a:lnTo>
                    <a:pt x="355932" y="118363"/>
                  </a:lnTo>
                  <a:lnTo>
                    <a:pt x="359511" y="115950"/>
                  </a:lnTo>
                  <a:lnTo>
                    <a:pt x="361695" y="114426"/>
                  </a:lnTo>
                  <a:lnTo>
                    <a:pt x="366649" y="109473"/>
                  </a:lnTo>
                  <a:lnTo>
                    <a:pt x="394334" y="109473"/>
                  </a:lnTo>
                  <a:lnTo>
                    <a:pt x="394334" y="102869"/>
                  </a:lnTo>
                  <a:lnTo>
                    <a:pt x="330834" y="102869"/>
                  </a:lnTo>
                  <a:lnTo>
                    <a:pt x="326516" y="101599"/>
                  </a:lnTo>
                  <a:lnTo>
                    <a:pt x="320166" y="96265"/>
                  </a:lnTo>
                  <a:lnTo>
                    <a:pt x="318643" y="92582"/>
                  </a:lnTo>
                  <a:lnTo>
                    <a:pt x="318643" y="85216"/>
                  </a:lnTo>
                  <a:lnTo>
                    <a:pt x="319150" y="82803"/>
                  </a:lnTo>
                  <a:lnTo>
                    <a:pt x="320294" y="80771"/>
                  </a:lnTo>
                  <a:lnTo>
                    <a:pt x="321437" y="78612"/>
                  </a:lnTo>
                  <a:lnTo>
                    <a:pt x="343281" y="70865"/>
                  </a:lnTo>
                  <a:lnTo>
                    <a:pt x="394334" y="70865"/>
                  </a:lnTo>
                  <a:lnTo>
                    <a:pt x="394217" y="35432"/>
                  </a:lnTo>
                  <a:lnTo>
                    <a:pt x="393319" y="29590"/>
                  </a:lnTo>
                  <a:lnTo>
                    <a:pt x="391321" y="23748"/>
                  </a:lnTo>
                  <a:close/>
                </a:path>
                <a:path w="394335" h="125095">
                  <a:moveTo>
                    <a:pt x="394334" y="109473"/>
                  </a:moveTo>
                  <a:lnTo>
                    <a:pt x="366649" y="109473"/>
                  </a:lnTo>
                  <a:lnTo>
                    <a:pt x="366649" y="119506"/>
                  </a:lnTo>
                  <a:lnTo>
                    <a:pt x="367030" y="120395"/>
                  </a:lnTo>
                  <a:lnTo>
                    <a:pt x="368553" y="121665"/>
                  </a:lnTo>
                  <a:lnTo>
                    <a:pt x="369824" y="122173"/>
                  </a:lnTo>
                  <a:lnTo>
                    <a:pt x="371601" y="122427"/>
                  </a:lnTo>
                  <a:lnTo>
                    <a:pt x="373380" y="122808"/>
                  </a:lnTo>
                  <a:lnTo>
                    <a:pt x="386841" y="122808"/>
                  </a:lnTo>
                  <a:lnTo>
                    <a:pt x="388746" y="122427"/>
                  </a:lnTo>
                  <a:lnTo>
                    <a:pt x="390651" y="122173"/>
                  </a:lnTo>
                  <a:lnTo>
                    <a:pt x="392049" y="121665"/>
                  </a:lnTo>
                  <a:lnTo>
                    <a:pt x="393826" y="120395"/>
                  </a:lnTo>
                  <a:lnTo>
                    <a:pt x="394334" y="119506"/>
                  </a:lnTo>
                  <a:lnTo>
                    <a:pt x="394334" y="109473"/>
                  </a:lnTo>
                  <a:close/>
                </a:path>
                <a:path w="394335" h="125095">
                  <a:moveTo>
                    <a:pt x="394334" y="70865"/>
                  </a:moveTo>
                  <a:lnTo>
                    <a:pt x="361441" y="70865"/>
                  </a:lnTo>
                  <a:lnTo>
                    <a:pt x="361441" y="89788"/>
                  </a:lnTo>
                  <a:lnTo>
                    <a:pt x="357377" y="94106"/>
                  </a:lnTo>
                  <a:lnTo>
                    <a:pt x="353313" y="97281"/>
                  </a:lnTo>
                  <a:lnTo>
                    <a:pt x="345439" y="101853"/>
                  </a:lnTo>
                  <a:lnTo>
                    <a:pt x="341121" y="102869"/>
                  </a:lnTo>
                  <a:lnTo>
                    <a:pt x="394334" y="102869"/>
                  </a:lnTo>
                  <a:lnTo>
                    <a:pt x="394334" y="70865"/>
                  </a:lnTo>
                  <a:close/>
                </a:path>
                <a:path w="394335" h="125095">
                  <a:moveTo>
                    <a:pt x="351155" y="0"/>
                  </a:moveTo>
                  <a:lnTo>
                    <a:pt x="336676" y="0"/>
                  </a:lnTo>
                  <a:lnTo>
                    <a:pt x="331596" y="380"/>
                  </a:lnTo>
                  <a:lnTo>
                    <a:pt x="294385" y="13461"/>
                  </a:lnTo>
                  <a:lnTo>
                    <a:pt x="293115" y="16255"/>
                  </a:lnTo>
                  <a:lnTo>
                    <a:pt x="292607" y="17779"/>
                  </a:lnTo>
                  <a:lnTo>
                    <a:pt x="295782" y="34035"/>
                  </a:lnTo>
                  <a:lnTo>
                    <a:pt x="296544" y="34670"/>
                  </a:lnTo>
                  <a:lnTo>
                    <a:pt x="297433" y="34924"/>
                  </a:lnTo>
                  <a:lnTo>
                    <a:pt x="299846" y="34924"/>
                  </a:lnTo>
                  <a:lnTo>
                    <a:pt x="301625" y="34416"/>
                  </a:lnTo>
                  <a:lnTo>
                    <a:pt x="303910" y="33146"/>
                  </a:lnTo>
                  <a:lnTo>
                    <a:pt x="306196" y="32003"/>
                  </a:lnTo>
                  <a:lnTo>
                    <a:pt x="308990" y="30733"/>
                  </a:lnTo>
                  <a:lnTo>
                    <a:pt x="312419" y="29336"/>
                  </a:lnTo>
                  <a:lnTo>
                    <a:pt x="315721" y="27939"/>
                  </a:lnTo>
                  <a:lnTo>
                    <a:pt x="319658" y="26669"/>
                  </a:lnTo>
                  <a:lnTo>
                    <a:pt x="328421" y="24383"/>
                  </a:lnTo>
                  <a:lnTo>
                    <a:pt x="333375" y="23748"/>
                  </a:lnTo>
                  <a:lnTo>
                    <a:pt x="391321" y="23748"/>
                  </a:lnTo>
                  <a:lnTo>
                    <a:pt x="389381" y="18414"/>
                  </a:lnTo>
                  <a:lnTo>
                    <a:pt x="386333" y="13969"/>
                  </a:lnTo>
                  <a:lnTo>
                    <a:pt x="382015" y="10413"/>
                  </a:lnTo>
                  <a:lnTo>
                    <a:pt x="377825" y="6857"/>
                  </a:lnTo>
                  <a:lnTo>
                    <a:pt x="372363" y="4317"/>
                  </a:lnTo>
                  <a:lnTo>
                    <a:pt x="365759" y="2539"/>
                  </a:lnTo>
                  <a:lnTo>
                    <a:pt x="359156" y="888"/>
                  </a:lnTo>
                  <a:lnTo>
                    <a:pt x="351155" y="0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422270" y="3658870"/>
              <a:ext cx="489966" cy="167512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3049142" y="3607053"/>
              <a:ext cx="1125855" cy="17691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292476" y="3658870"/>
              <a:ext cx="255904" cy="125095"/>
            </a:xfrm>
            <a:custGeom>
              <a:avLst/>
              <a:gdLst/>
              <a:ahLst/>
              <a:cxnLst/>
              <a:rect l="l" t="t" r="r" b="b"/>
              <a:pathLst>
                <a:path w="255904" h="125095">
                  <a:moveTo>
                    <a:pt x="60321" y="0"/>
                  </a:moveTo>
                  <a:lnTo>
                    <a:pt x="21078" y="11429"/>
                  </a:lnTo>
                  <a:lnTo>
                    <a:pt x="15871" y="17017"/>
                  </a:lnTo>
                  <a:lnTo>
                    <a:pt x="10664" y="22478"/>
                  </a:lnTo>
                  <a:lnTo>
                    <a:pt x="0" y="71302"/>
                  </a:lnTo>
                  <a:lnTo>
                    <a:pt x="758" y="78327"/>
                  </a:lnTo>
                  <a:lnTo>
                    <a:pt x="1992" y="84828"/>
                  </a:lnTo>
                  <a:lnTo>
                    <a:pt x="3571" y="90423"/>
                  </a:lnTo>
                  <a:lnTo>
                    <a:pt x="3679" y="90804"/>
                  </a:lnTo>
                  <a:lnTo>
                    <a:pt x="35556" y="121284"/>
                  </a:lnTo>
                  <a:lnTo>
                    <a:pt x="63242" y="125094"/>
                  </a:lnTo>
                  <a:lnTo>
                    <a:pt x="69084" y="125094"/>
                  </a:lnTo>
                  <a:lnTo>
                    <a:pt x="74545" y="124713"/>
                  </a:lnTo>
                  <a:lnTo>
                    <a:pt x="79752" y="123951"/>
                  </a:lnTo>
                  <a:lnTo>
                    <a:pt x="84832" y="123316"/>
                  </a:lnTo>
                  <a:lnTo>
                    <a:pt x="107946" y="116204"/>
                  </a:lnTo>
                  <a:lnTo>
                    <a:pt x="108581" y="115569"/>
                  </a:lnTo>
                  <a:lnTo>
                    <a:pt x="108962" y="115061"/>
                  </a:lnTo>
                  <a:lnTo>
                    <a:pt x="109724" y="113791"/>
                  </a:lnTo>
                  <a:lnTo>
                    <a:pt x="109978" y="113029"/>
                  </a:lnTo>
                  <a:lnTo>
                    <a:pt x="110105" y="112140"/>
                  </a:lnTo>
                  <a:lnTo>
                    <a:pt x="110359" y="111251"/>
                  </a:lnTo>
                  <a:lnTo>
                    <a:pt x="110359" y="101472"/>
                  </a:lnTo>
                  <a:lnTo>
                    <a:pt x="60575" y="101472"/>
                  </a:lnTo>
                  <a:lnTo>
                    <a:pt x="55622" y="100710"/>
                  </a:lnTo>
                  <a:lnTo>
                    <a:pt x="35683" y="83311"/>
                  </a:lnTo>
                  <a:lnTo>
                    <a:pt x="34413" y="79501"/>
                  </a:lnTo>
                  <a:lnTo>
                    <a:pt x="33905" y="75183"/>
                  </a:lnTo>
                  <a:lnTo>
                    <a:pt x="33905" y="70484"/>
                  </a:lnTo>
                  <a:lnTo>
                    <a:pt x="109216" y="70484"/>
                  </a:lnTo>
                  <a:lnTo>
                    <a:pt x="111756" y="69595"/>
                  </a:lnTo>
                  <a:lnTo>
                    <a:pt x="113534" y="67690"/>
                  </a:lnTo>
                  <a:lnTo>
                    <a:pt x="115439" y="65912"/>
                  </a:lnTo>
                  <a:lnTo>
                    <a:pt x="116328" y="63118"/>
                  </a:lnTo>
                  <a:lnTo>
                    <a:pt x="116328" y="50291"/>
                  </a:lnTo>
                  <a:lnTo>
                    <a:pt x="33905" y="50291"/>
                  </a:lnTo>
                  <a:lnTo>
                    <a:pt x="34032" y="46481"/>
                  </a:lnTo>
                  <a:lnTo>
                    <a:pt x="34592" y="43233"/>
                  </a:lnTo>
                  <a:lnTo>
                    <a:pt x="34667" y="42798"/>
                  </a:lnTo>
                  <a:lnTo>
                    <a:pt x="35810" y="39369"/>
                  </a:lnTo>
                  <a:lnTo>
                    <a:pt x="36826" y="35940"/>
                  </a:lnTo>
                  <a:lnTo>
                    <a:pt x="55241" y="22097"/>
                  </a:lnTo>
                  <a:lnTo>
                    <a:pt x="108719" y="22097"/>
                  </a:lnTo>
                  <a:lnTo>
                    <a:pt x="107692" y="20319"/>
                  </a:lnTo>
                  <a:lnTo>
                    <a:pt x="74495" y="1111"/>
                  </a:lnTo>
                  <a:lnTo>
                    <a:pt x="74798" y="1111"/>
                  </a:lnTo>
                  <a:lnTo>
                    <a:pt x="67674" y="281"/>
                  </a:lnTo>
                  <a:lnTo>
                    <a:pt x="68088" y="281"/>
                  </a:lnTo>
                  <a:lnTo>
                    <a:pt x="60321" y="0"/>
                  </a:lnTo>
                  <a:close/>
                </a:path>
                <a:path w="255904" h="125095">
                  <a:moveTo>
                    <a:pt x="107946" y="93979"/>
                  </a:moveTo>
                  <a:lnTo>
                    <a:pt x="104559" y="93979"/>
                  </a:lnTo>
                  <a:lnTo>
                    <a:pt x="103374" y="94233"/>
                  </a:lnTo>
                  <a:lnTo>
                    <a:pt x="100876" y="95122"/>
                  </a:lnTo>
                  <a:lnTo>
                    <a:pt x="99183" y="95757"/>
                  </a:lnTo>
                  <a:lnTo>
                    <a:pt x="93214" y="97662"/>
                  </a:lnTo>
                  <a:lnTo>
                    <a:pt x="90039" y="98551"/>
                  </a:lnTo>
                  <a:lnTo>
                    <a:pt x="86102" y="99440"/>
                  </a:lnTo>
                  <a:lnTo>
                    <a:pt x="77339" y="100964"/>
                  </a:lnTo>
                  <a:lnTo>
                    <a:pt x="72132" y="101472"/>
                  </a:lnTo>
                  <a:lnTo>
                    <a:pt x="110359" y="101472"/>
                  </a:lnTo>
                  <a:lnTo>
                    <a:pt x="110359" y="97662"/>
                  </a:lnTo>
                  <a:lnTo>
                    <a:pt x="110105" y="96519"/>
                  </a:lnTo>
                  <a:lnTo>
                    <a:pt x="109724" y="95884"/>
                  </a:lnTo>
                  <a:lnTo>
                    <a:pt x="109470" y="95122"/>
                  </a:lnTo>
                  <a:lnTo>
                    <a:pt x="108962" y="94614"/>
                  </a:lnTo>
                  <a:lnTo>
                    <a:pt x="108454" y="94233"/>
                  </a:lnTo>
                  <a:lnTo>
                    <a:pt x="107946" y="93979"/>
                  </a:lnTo>
                  <a:close/>
                </a:path>
                <a:path w="255904" h="125095">
                  <a:moveTo>
                    <a:pt x="108719" y="22097"/>
                  </a:moveTo>
                  <a:lnTo>
                    <a:pt x="67941" y="22097"/>
                  </a:lnTo>
                  <a:lnTo>
                    <a:pt x="74164" y="24637"/>
                  </a:lnTo>
                  <a:lnTo>
                    <a:pt x="78228" y="29590"/>
                  </a:lnTo>
                  <a:lnTo>
                    <a:pt x="82165" y="34670"/>
                  </a:lnTo>
                  <a:lnTo>
                    <a:pt x="84070" y="41528"/>
                  </a:lnTo>
                  <a:lnTo>
                    <a:pt x="84033" y="42798"/>
                  </a:lnTo>
                  <a:lnTo>
                    <a:pt x="83926" y="46481"/>
                  </a:lnTo>
                  <a:lnTo>
                    <a:pt x="83816" y="50291"/>
                  </a:lnTo>
                  <a:lnTo>
                    <a:pt x="116328" y="50291"/>
                  </a:lnTo>
                  <a:lnTo>
                    <a:pt x="116328" y="46481"/>
                  </a:lnTo>
                  <a:lnTo>
                    <a:pt x="115185" y="39369"/>
                  </a:lnTo>
                  <a:lnTo>
                    <a:pt x="113229" y="32892"/>
                  </a:lnTo>
                  <a:lnTo>
                    <a:pt x="110994" y="26034"/>
                  </a:lnTo>
                  <a:lnTo>
                    <a:pt x="108719" y="22097"/>
                  </a:lnTo>
                  <a:close/>
                </a:path>
                <a:path w="255904" h="125095">
                  <a:moveTo>
                    <a:pt x="167255" y="122554"/>
                  </a:moveTo>
                  <a:lnTo>
                    <a:pt x="150999" y="122554"/>
                  </a:lnTo>
                  <a:lnTo>
                    <a:pt x="153158" y="122808"/>
                  </a:lnTo>
                  <a:lnTo>
                    <a:pt x="165096" y="122808"/>
                  </a:lnTo>
                  <a:lnTo>
                    <a:pt x="167255" y="122554"/>
                  </a:lnTo>
                  <a:close/>
                </a:path>
                <a:path w="255904" h="125095">
                  <a:moveTo>
                    <a:pt x="247011" y="122554"/>
                  </a:moveTo>
                  <a:lnTo>
                    <a:pt x="230882" y="122554"/>
                  </a:lnTo>
                  <a:lnTo>
                    <a:pt x="233041" y="122808"/>
                  </a:lnTo>
                  <a:lnTo>
                    <a:pt x="244852" y="122808"/>
                  </a:lnTo>
                  <a:lnTo>
                    <a:pt x="247011" y="122554"/>
                  </a:lnTo>
                  <a:close/>
                </a:path>
                <a:path w="255904" h="125095">
                  <a:moveTo>
                    <a:pt x="163699" y="2412"/>
                  </a:moveTo>
                  <a:lnTo>
                    <a:pt x="149856" y="2412"/>
                  </a:lnTo>
                  <a:lnTo>
                    <a:pt x="148078" y="2666"/>
                  </a:lnTo>
                  <a:lnTo>
                    <a:pt x="146554" y="2920"/>
                  </a:lnTo>
                  <a:lnTo>
                    <a:pt x="145411" y="3428"/>
                  </a:lnTo>
                  <a:lnTo>
                    <a:pt x="144268" y="3809"/>
                  </a:lnTo>
                  <a:lnTo>
                    <a:pt x="143506" y="4317"/>
                  </a:lnTo>
                  <a:lnTo>
                    <a:pt x="142998" y="4952"/>
                  </a:lnTo>
                  <a:lnTo>
                    <a:pt x="142617" y="5587"/>
                  </a:lnTo>
                  <a:lnTo>
                    <a:pt x="142363" y="6222"/>
                  </a:lnTo>
                  <a:lnTo>
                    <a:pt x="142363" y="118744"/>
                  </a:lnTo>
                  <a:lnTo>
                    <a:pt x="149390" y="122554"/>
                  </a:lnTo>
                  <a:lnTo>
                    <a:pt x="168694" y="122554"/>
                  </a:lnTo>
                  <a:lnTo>
                    <a:pt x="171065" y="122046"/>
                  </a:lnTo>
                  <a:lnTo>
                    <a:pt x="173605" y="121284"/>
                  </a:lnTo>
                  <a:lnTo>
                    <a:pt x="174494" y="120776"/>
                  </a:lnTo>
                  <a:lnTo>
                    <a:pt x="175002" y="120141"/>
                  </a:lnTo>
                  <a:lnTo>
                    <a:pt x="175637" y="119506"/>
                  </a:lnTo>
                  <a:lnTo>
                    <a:pt x="175891" y="118744"/>
                  </a:lnTo>
                  <a:lnTo>
                    <a:pt x="175891" y="44195"/>
                  </a:lnTo>
                  <a:lnTo>
                    <a:pt x="180590" y="38734"/>
                  </a:lnTo>
                  <a:lnTo>
                    <a:pt x="184904" y="34543"/>
                  </a:lnTo>
                  <a:lnTo>
                    <a:pt x="185439" y="34162"/>
                  </a:lnTo>
                  <a:lnTo>
                    <a:pt x="189480" y="31622"/>
                  </a:lnTo>
                  <a:lnTo>
                    <a:pt x="193798" y="28701"/>
                  </a:lnTo>
                  <a:lnTo>
                    <a:pt x="198116" y="27177"/>
                  </a:lnTo>
                  <a:lnTo>
                    <a:pt x="252920" y="27177"/>
                  </a:lnTo>
                  <a:lnTo>
                    <a:pt x="251837" y="23113"/>
                  </a:lnTo>
                  <a:lnTo>
                    <a:pt x="250290" y="19938"/>
                  </a:lnTo>
                  <a:lnTo>
                    <a:pt x="170938" y="19938"/>
                  </a:lnTo>
                  <a:lnTo>
                    <a:pt x="170938" y="6222"/>
                  </a:lnTo>
                  <a:lnTo>
                    <a:pt x="168144" y="3428"/>
                  </a:lnTo>
                  <a:lnTo>
                    <a:pt x="167001" y="2920"/>
                  </a:lnTo>
                  <a:lnTo>
                    <a:pt x="165604" y="2666"/>
                  </a:lnTo>
                  <a:lnTo>
                    <a:pt x="163699" y="2412"/>
                  </a:lnTo>
                  <a:close/>
                </a:path>
                <a:path w="255904" h="125095">
                  <a:moveTo>
                    <a:pt x="252920" y="27177"/>
                  </a:moveTo>
                  <a:lnTo>
                    <a:pt x="205736" y="27177"/>
                  </a:lnTo>
                  <a:lnTo>
                    <a:pt x="208657" y="27812"/>
                  </a:lnTo>
                  <a:lnTo>
                    <a:pt x="211197" y="29082"/>
                  </a:lnTo>
                  <a:lnTo>
                    <a:pt x="213737" y="30225"/>
                  </a:lnTo>
                  <a:lnTo>
                    <a:pt x="215769" y="31876"/>
                  </a:lnTo>
                  <a:lnTo>
                    <a:pt x="217293" y="34162"/>
                  </a:lnTo>
                  <a:lnTo>
                    <a:pt x="218944" y="36321"/>
                  </a:lnTo>
                  <a:lnTo>
                    <a:pt x="220093" y="38734"/>
                  </a:lnTo>
                  <a:lnTo>
                    <a:pt x="220214" y="38988"/>
                  </a:lnTo>
                  <a:lnTo>
                    <a:pt x="220976" y="42036"/>
                  </a:lnTo>
                  <a:lnTo>
                    <a:pt x="221865" y="45084"/>
                  </a:lnTo>
                  <a:lnTo>
                    <a:pt x="222246" y="49275"/>
                  </a:lnTo>
                  <a:lnTo>
                    <a:pt x="222246" y="118744"/>
                  </a:lnTo>
                  <a:lnTo>
                    <a:pt x="222500" y="119506"/>
                  </a:lnTo>
                  <a:lnTo>
                    <a:pt x="229315" y="122554"/>
                  </a:lnTo>
                  <a:lnTo>
                    <a:pt x="248746" y="122554"/>
                  </a:lnTo>
                  <a:lnTo>
                    <a:pt x="255647" y="118744"/>
                  </a:lnTo>
                  <a:lnTo>
                    <a:pt x="255647" y="41401"/>
                  </a:lnTo>
                  <a:lnTo>
                    <a:pt x="254885" y="34543"/>
                  </a:lnTo>
                  <a:lnTo>
                    <a:pt x="252920" y="27177"/>
                  </a:lnTo>
                  <a:close/>
                </a:path>
                <a:path w="255904" h="125095">
                  <a:moveTo>
                    <a:pt x="220214" y="0"/>
                  </a:moveTo>
                  <a:lnTo>
                    <a:pt x="204847" y="0"/>
                  </a:lnTo>
                  <a:lnTo>
                    <a:pt x="197735" y="1650"/>
                  </a:lnTo>
                  <a:lnTo>
                    <a:pt x="184146" y="8254"/>
                  </a:lnTo>
                  <a:lnTo>
                    <a:pt x="177542" y="13207"/>
                  </a:lnTo>
                  <a:lnTo>
                    <a:pt x="170938" y="19938"/>
                  </a:lnTo>
                  <a:lnTo>
                    <a:pt x="250290" y="19938"/>
                  </a:lnTo>
                  <a:lnTo>
                    <a:pt x="220214" y="0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683379" y="3608578"/>
              <a:ext cx="633349" cy="175387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5434316" y="3631946"/>
              <a:ext cx="574307" cy="15201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547763" y="3911980"/>
              <a:ext cx="1237475" cy="176783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714245" y="4533976"/>
            <a:ext cx="430911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Andrew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Ng,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informático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líder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mundial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FFFFFF"/>
                </a:solidFill>
                <a:latin typeface="Calibri"/>
                <a:cs typeface="Calibri"/>
              </a:rPr>
              <a:t>IA</a:t>
            </a:r>
            <a:endParaRPr sz="1800">
              <a:latin typeface="Calibri"/>
              <a:cs typeface="Calibri"/>
            </a:endParaRPr>
          </a:p>
          <a:p>
            <a:pPr marR="9525" algn="r">
              <a:lnSpc>
                <a:spcPct val="100000"/>
              </a:lnSpc>
              <a:spcBef>
                <a:spcPts val="5"/>
              </a:spcBef>
            </a:pP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sz="1800" b="1" spc="-2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cofundador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FFFF"/>
                </a:solidFill>
                <a:latin typeface="Calibri"/>
                <a:cs typeface="Calibri"/>
              </a:rPr>
              <a:t>Coursera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1955" y="432562"/>
            <a:ext cx="914133" cy="82168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557339" y="1428369"/>
            <a:ext cx="197485" cy="3175"/>
          </a:xfrm>
          <a:custGeom>
            <a:avLst/>
            <a:gdLst/>
            <a:ahLst/>
            <a:cxnLst/>
            <a:rect l="l" t="t" r="r" b="b"/>
            <a:pathLst>
              <a:path w="197484" h="3175">
                <a:moveTo>
                  <a:pt x="0" y="0"/>
                </a:moveTo>
                <a:lnTo>
                  <a:pt x="197027" y="2793"/>
                </a:lnTo>
              </a:path>
            </a:pathLst>
          </a:custGeom>
          <a:ln w="41275">
            <a:solidFill>
              <a:srgbClr val="5AC9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129849" y="185102"/>
            <a:ext cx="4144645" cy="1972945"/>
            <a:chOff x="4129849" y="185102"/>
            <a:chExt cx="4144645" cy="1972945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39437" y="502136"/>
              <a:ext cx="4125341" cy="164619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4134611" y="189864"/>
              <a:ext cx="4135120" cy="1963420"/>
            </a:xfrm>
            <a:custGeom>
              <a:avLst/>
              <a:gdLst/>
              <a:ahLst/>
              <a:cxnLst/>
              <a:rect l="l" t="t" r="r" b="b"/>
              <a:pathLst>
                <a:path w="4135120" h="1963420">
                  <a:moveTo>
                    <a:pt x="0" y="1963166"/>
                  </a:moveTo>
                  <a:lnTo>
                    <a:pt x="4134866" y="1963166"/>
                  </a:lnTo>
                  <a:lnTo>
                    <a:pt x="4134866" y="0"/>
                  </a:lnTo>
                  <a:lnTo>
                    <a:pt x="0" y="0"/>
                  </a:lnTo>
                  <a:lnTo>
                    <a:pt x="0" y="196316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1546796" y="2457259"/>
            <a:ext cx="4563745" cy="2186305"/>
            <a:chOff x="1546796" y="2457259"/>
            <a:chExt cx="4563745" cy="2186305"/>
          </a:xfrm>
        </p:grpSpPr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56257" y="2747423"/>
              <a:ext cx="4544441" cy="1886425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551558" y="2462022"/>
              <a:ext cx="4554220" cy="2176780"/>
            </a:xfrm>
            <a:custGeom>
              <a:avLst/>
              <a:gdLst/>
              <a:ahLst/>
              <a:cxnLst/>
              <a:rect l="l" t="t" r="r" b="b"/>
              <a:pathLst>
                <a:path w="4554220" h="2176779">
                  <a:moveTo>
                    <a:pt x="0" y="2176526"/>
                  </a:moveTo>
                  <a:lnTo>
                    <a:pt x="4553966" y="2176526"/>
                  </a:lnTo>
                  <a:lnTo>
                    <a:pt x="4553966" y="0"/>
                  </a:lnTo>
                  <a:lnTo>
                    <a:pt x="0" y="0"/>
                  </a:lnTo>
                  <a:lnTo>
                    <a:pt x="0" y="21765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6488874" y="2393251"/>
            <a:ext cx="4758690" cy="2186305"/>
            <a:chOff x="6488874" y="2393251"/>
            <a:chExt cx="4758690" cy="2186305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8462" y="2469041"/>
              <a:ext cx="4739513" cy="210079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493636" y="2398014"/>
              <a:ext cx="4749165" cy="2176780"/>
            </a:xfrm>
            <a:custGeom>
              <a:avLst/>
              <a:gdLst/>
              <a:ahLst/>
              <a:cxnLst/>
              <a:rect l="l" t="t" r="r" b="b"/>
              <a:pathLst>
                <a:path w="4749165" h="2176779">
                  <a:moveTo>
                    <a:pt x="0" y="2176526"/>
                  </a:moveTo>
                  <a:lnTo>
                    <a:pt x="4749038" y="2176526"/>
                  </a:lnTo>
                  <a:lnTo>
                    <a:pt x="4749038" y="0"/>
                  </a:lnTo>
                  <a:lnTo>
                    <a:pt x="0" y="0"/>
                  </a:lnTo>
                  <a:lnTo>
                    <a:pt x="0" y="2176526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4736401" y="4814886"/>
            <a:ext cx="3899535" cy="1966595"/>
            <a:chOff x="4736401" y="4814886"/>
            <a:chExt cx="3899535" cy="196659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45990" y="5077969"/>
              <a:ext cx="3879977" cy="169398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741164" y="4819648"/>
              <a:ext cx="3890010" cy="1957070"/>
            </a:xfrm>
            <a:custGeom>
              <a:avLst/>
              <a:gdLst/>
              <a:ahLst/>
              <a:cxnLst/>
              <a:rect l="l" t="t" r="r" b="b"/>
              <a:pathLst>
                <a:path w="3890009" h="1957070">
                  <a:moveTo>
                    <a:pt x="0" y="1957069"/>
                  </a:moveTo>
                  <a:lnTo>
                    <a:pt x="3889501" y="1957069"/>
                  </a:lnTo>
                  <a:lnTo>
                    <a:pt x="3889501" y="0"/>
                  </a:lnTo>
                  <a:lnTo>
                    <a:pt x="0" y="0"/>
                  </a:lnTo>
                  <a:lnTo>
                    <a:pt x="0" y="1957069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004" y="191515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20700" y="877570"/>
            <a:ext cx="2907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3375E"/>
                </a:solidFill>
              </a:rPr>
              <a:t>Qué</a:t>
            </a:r>
            <a:r>
              <a:rPr sz="2400" spc="-15" dirty="0">
                <a:solidFill>
                  <a:srgbClr val="13375E"/>
                </a:solidFill>
              </a:rPr>
              <a:t> </a:t>
            </a:r>
            <a:r>
              <a:rPr sz="2400" dirty="0">
                <a:solidFill>
                  <a:srgbClr val="13375E"/>
                </a:solidFill>
              </a:rPr>
              <a:t>es</a:t>
            </a:r>
            <a:r>
              <a:rPr sz="2400" spc="-20" dirty="0">
                <a:solidFill>
                  <a:srgbClr val="13375E"/>
                </a:solidFill>
              </a:rPr>
              <a:t> </a:t>
            </a:r>
            <a:r>
              <a:rPr sz="2400" dirty="0">
                <a:solidFill>
                  <a:srgbClr val="13375E"/>
                </a:solidFill>
              </a:rPr>
              <a:t>la</a:t>
            </a:r>
            <a:r>
              <a:rPr sz="2400" spc="-20" dirty="0">
                <a:solidFill>
                  <a:srgbClr val="13375E"/>
                </a:solidFill>
              </a:rPr>
              <a:t> </a:t>
            </a:r>
            <a:r>
              <a:rPr sz="2400" dirty="0">
                <a:solidFill>
                  <a:srgbClr val="00C5DA"/>
                </a:solidFill>
              </a:rPr>
              <a:t>IA</a:t>
            </a:r>
            <a:r>
              <a:rPr sz="2400" spc="-15" dirty="0">
                <a:solidFill>
                  <a:srgbClr val="00C5DA"/>
                </a:solidFill>
              </a:rPr>
              <a:t> </a:t>
            </a:r>
            <a:r>
              <a:rPr sz="2400" spc="-10" dirty="0">
                <a:solidFill>
                  <a:srgbClr val="00C5DA"/>
                </a:solidFill>
              </a:rPr>
              <a:t>Generativa</a:t>
            </a:r>
            <a:endParaRPr sz="2400"/>
          </a:p>
        </p:txBody>
      </p:sp>
      <p:sp>
        <p:nvSpPr>
          <p:cNvPr id="4" name="object 4"/>
          <p:cNvSpPr txBox="1"/>
          <p:nvPr/>
        </p:nvSpPr>
        <p:spPr>
          <a:xfrm>
            <a:off x="575563" y="1852549"/>
            <a:ext cx="4873625" cy="2887345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IA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generativa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subcategoría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endParaRPr sz="1800">
              <a:latin typeface="Calibri"/>
              <a:cs typeface="Calibri"/>
            </a:endParaRPr>
          </a:p>
          <a:p>
            <a:pPr marL="18415" marR="43180">
              <a:lnSpc>
                <a:spcPct val="105000"/>
              </a:lnSpc>
              <a:spcBef>
                <a:spcPts val="15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inteligencia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artificial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se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centra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creación</a:t>
            </a:r>
            <a:r>
              <a:rPr sz="1800" b="1" spc="-50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00C5DA"/>
                </a:solidFill>
                <a:latin typeface="Calibri"/>
                <a:cs typeface="Calibri"/>
              </a:rPr>
              <a:t>de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nuevos</a:t>
            </a:r>
            <a:r>
              <a:rPr sz="1800" b="1" spc="-55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contenidos</a:t>
            </a:r>
            <a:r>
              <a:rPr sz="1800" b="1" spc="-50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que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pueden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pasar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como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si</a:t>
            </a:r>
            <a:endParaRPr sz="1800">
              <a:latin typeface="Calibri"/>
              <a:cs typeface="Calibri"/>
            </a:endParaRPr>
          </a:p>
          <a:p>
            <a:pPr marL="18415">
              <a:lnSpc>
                <a:spcPct val="100000"/>
              </a:lnSpc>
              <a:spcBef>
                <a:spcPts val="11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fueran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generados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por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ser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humano.</a:t>
            </a:r>
            <a:endParaRPr sz="1800">
              <a:latin typeface="Calibri"/>
              <a:cs typeface="Calibri"/>
            </a:endParaRPr>
          </a:p>
          <a:p>
            <a:pPr marL="18415" marR="5080" indent="-6350">
              <a:lnSpc>
                <a:spcPct val="105300"/>
              </a:lnSpc>
              <a:spcBef>
                <a:spcPts val="207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Puede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generar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desde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texto</a:t>
            </a:r>
            <a:r>
              <a:rPr sz="1800" b="1" spc="-55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hasta</a:t>
            </a:r>
            <a:r>
              <a:rPr sz="1800" spc="-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música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,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00C5DA"/>
                </a:solidFill>
                <a:latin typeface="Calibri"/>
                <a:cs typeface="Calibri"/>
              </a:rPr>
              <a:t>imágenes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,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videos</a:t>
            </a:r>
            <a:r>
              <a:rPr sz="1800" b="1" spc="-40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incluso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estructuras</a:t>
            </a:r>
            <a:r>
              <a:rPr sz="1800" b="1" spc="-35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00C5DA"/>
                </a:solidFill>
                <a:latin typeface="Calibri"/>
                <a:cs typeface="Calibri"/>
              </a:rPr>
              <a:t>3D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.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cada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uno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estos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casos,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"aprende"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los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ejemplos</a:t>
            </a:r>
            <a:endParaRPr sz="1800">
              <a:latin typeface="Calibri"/>
              <a:cs typeface="Calibri"/>
            </a:endParaRPr>
          </a:p>
          <a:p>
            <a:pPr marL="18415" marR="630555">
              <a:lnSpc>
                <a:spcPct val="105000"/>
              </a:lnSpc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existentes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luego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utiliza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ese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aprendizaje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para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generar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algo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nuevo.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61975" y="1482089"/>
            <a:ext cx="196850" cy="2540"/>
          </a:xfrm>
          <a:custGeom>
            <a:avLst/>
            <a:gdLst/>
            <a:ahLst/>
            <a:cxnLst/>
            <a:rect l="l" t="t" r="r" b="b"/>
            <a:pathLst>
              <a:path w="196850" h="2540">
                <a:moveTo>
                  <a:pt x="0" y="0"/>
                </a:moveTo>
                <a:lnTo>
                  <a:pt x="196850" y="2539"/>
                </a:lnTo>
              </a:path>
            </a:pathLst>
          </a:custGeom>
          <a:ln w="41275">
            <a:solidFill>
              <a:srgbClr val="5AC9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62191" y="1044748"/>
            <a:ext cx="6163886" cy="52868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71" y="0"/>
            <a:ext cx="12149455" cy="6857365"/>
            <a:chOff x="42671" y="0"/>
            <a:chExt cx="12149455" cy="6857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3619" y="59"/>
              <a:ext cx="6088380" cy="68572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" y="11"/>
              <a:ext cx="6769608" cy="67750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" y="0"/>
              <a:ext cx="6019800" cy="240461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0739" y="866902"/>
            <a:ext cx="3173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IA</a:t>
            </a:r>
            <a:r>
              <a:rPr sz="4000" spc="-35" dirty="0"/>
              <a:t> </a:t>
            </a:r>
            <a:r>
              <a:rPr sz="4000" spc="-50" dirty="0"/>
              <a:t>GENERATIVA</a:t>
            </a:r>
            <a:endParaRPr sz="4000"/>
          </a:p>
        </p:txBody>
      </p:sp>
      <p:sp>
        <p:nvSpPr>
          <p:cNvPr id="9" name="object 9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01116" y="2914014"/>
            <a:ext cx="4301490" cy="123063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 marR="5080">
              <a:lnSpc>
                <a:spcPct val="90000"/>
              </a:lnSpc>
              <a:spcBef>
                <a:spcPts val="340"/>
              </a:spcBef>
            </a:pPr>
            <a:r>
              <a:rPr sz="2000" dirty="0">
                <a:latin typeface="Calibri"/>
                <a:cs typeface="Calibri"/>
              </a:rPr>
              <a:t>La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inteligencia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artificial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generativa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hizo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su </a:t>
            </a:r>
            <a:r>
              <a:rPr sz="2000" dirty="0">
                <a:latin typeface="Calibri"/>
                <a:cs typeface="Calibri"/>
              </a:rPr>
              <a:t>debut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década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1960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los </a:t>
            </a:r>
            <a:r>
              <a:rPr sz="2000" spc="-10" dirty="0">
                <a:latin typeface="Calibri"/>
                <a:cs typeface="Calibri"/>
              </a:rPr>
              <a:t>chatbots.</a:t>
            </a:r>
            <a:endParaRPr sz="20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2000" spc="-10" dirty="0">
                <a:latin typeface="Calibri"/>
                <a:cs typeface="Calibri"/>
              </a:rPr>
              <a:t>ELIZA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7525" y="4694682"/>
            <a:ext cx="33978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>
                <a:latin typeface="Calibri"/>
                <a:cs typeface="Calibri"/>
              </a:rPr>
              <a:t>¿Por</a:t>
            </a:r>
            <a:r>
              <a:rPr sz="4000" spc="-6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qué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ahora?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47" y="6288862"/>
            <a:ext cx="51180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2188825" cy="6857365"/>
            <a:chOff x="0" y="0"/>
            <a:chExt cx="12188825" cy="6857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88825" cy="6857364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0"/>
              <a:ext cx="12188825" cy="6857365"/>
            </a:xfrm>
            <a:custGeom>
              <a:avLst/>
              <a:gdLst/>
              <a:ahLst/>
              <a:cxnLst/>
              <a:rect l="l" t="t" r="r" b="b"/>
              <a:pathLst>
                <a:path w="12188825" h="6857365">
                  <a:moveTo>
                    <a:pt x="12188825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12188825" y="6857364"/>
                  </a:lnTo>
                  <a:lnTo>
                    <a:pt x="12188825" y="0"/>
                  </a:lnTo>
                  <a:close/>
                </a:path>
              </a:pathLst>
            </a:custGeom>
            <a:solidFill>
              <a:srgbClr val="4471C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5159" y="1109344"/>
              <a:ext cx="10197465" cy="4629785"/>
            </a:xfrm>
            <a:custGeom>
              <a:avLst/>
              <a:gdLst/>
              <a:ahLst/>
              <a:cxnLst/>
              <a:rect l="l" t="t" r="r" b="b"/>
              <a:pathLst>
                <a:path w="10197465" h="4629785">
                  <a:moveTo>
                    <a:pt x="10196969" y="0"/>
                  </a:moveTo>
                  <a:lnTo>
                    <a:pt x="0" y="0"/>
                  </a:lnTo>
                  <a:lnTo>
                    <a:pt x="0" y="4629505"/>
                  </a:lnTo>
                  <a:lnTo>
                    <a:pt x="10196969" y="4629505"/>
                  </a:lnTo>
                  <a:lnTo>
                    <a:pt x="101969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863598" y="2115439"/>
            <a:ext cx="8463280" cy="170815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12700" marR="5080" algn="just">
              <a:lnSpc>
                <a:spcPct val="90000"/>
              </a:lnSpc>
              <a:spcBef>
                <a:spcPts val="385"/>
              </a:spcBef>
            </a:pPr>
            <a:r>
              <a:rPr sz="2400" dirty="0">
                <a:latin typeface="Calibri"/>
                <a:cs typeface="Calibri"/>
              </a:rPr>
              <a:t>No</a:t>
            </a:r>
            <a:r>
              <a:rPr sz="2400" spc="2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fue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hasta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2014,</a:t>
            </a:r>
            <a:r>
              <a:rPr sz="2400" spc="229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con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229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llegada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229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las</a:t>
            </a:r>
            <a:r>
              <a:rPr sz="2400" spc="2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redes</a:t>
            </a:r>
            <a:r>
              <a:rPr sz="2400" spc="22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generativas </a:t>
            </a:r>
            <a:r>
              <a:rPr sz="2400" dirty="0">
                <a:latin typeface="Calibri"/>
                <a:cs typeface="Calibri"/>
              </a:rPr>
              <a:t>adversarias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(GAN),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tipo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algoritmo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aprendizaje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automático, </a:t>
            </a:r>
            <a:r>
              <a:rPr sz="2400" dirty="0">
                <a:latin typeface="Calibri"/>
                <a:cs typeface="Calibri"/>
              </a:rPr>
              <a:t>que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</a:t>
            </a:r>
            <a:r>
              <a:rPr sz="2400" spc="5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inteligencia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artificial</a:t>
            </a:r>
            <a:r>
              <a:rPr sz="2400" spc="5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generativa</a:t>
            </a:r>
            <a:r>
              <a:rPr sz="2400" spc="5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logró</a:t>
            </a:r>
            <a:r>
              <a:rPr sz="2400" spc="5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generar</a:t>
            </a:r>
            <a:r>
              <a:rPr sz="2400" spc="5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manera </a:t>
            </a:r>
            <a:r>
              <a:rPr sz="2400" dirty="0">
                <a:latin typeface="Calibri"/>
                <a:cs typeface="Calibri"/>
              </a:rPr>
              <a:t>convincente</a:t>
            </a:r>
            <a:r>
              <a:rPr sz="2400" spc="1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imágenes,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videos</a:t>
            </a:r>
            <a:r>
              <a:rPr sz="2400" spc="16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y</a:t>
            </a:r>
            <a:r>
              <a:rPr sz="2400" spc="15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audio</a:t>
            </a:r>
            <a:r>
              <a:rPr sz="2400" spc="15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auténticos</a:t>
            </a:r>
            <a:r>
              <a:rPr sz="2400" spc="16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de</a:t>
            </a:r>
            <a:r>
              <a:rPr sz="2400" spc="16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personas reales.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11626" y="4413580"/>
            <a:ext cx="45866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>
                <a:latin typeface="Calibri"/>
                <a:cs typeface="Calibri"/>
              </a:rPr>
              <a:t>Pero,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¿por</a:t>
            </a:r>
            <a:r>
              <a:rPr sz="4000" spc="-8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qué</a:t>
            </a:r>
            <a:r>
              <a:rPr sz="4000" spc="-9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ahora?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6004" y="189991"/>
            <a:ext cx="174180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EL</a:t>
            </a:r>
            <a:r>
              <a:rPr sz="1000" spc="-20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FUTURO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DE</a:t>
            </a:r>
            <a:r>
              <a:rPr sz="1000" spc="-20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LA</a:t>
            </a:r>
            <a:r>
              <a:rPr sz="1000" spc="-20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2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GENERATIVA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6004" y="1007109"/>
            <a:ext cx="272669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73961"/>
                </a:solidFill>
              </a:rPr>
              <a:t>¿Por</a:t>
            </a:r>
            <a:r>
              <a:rPr sz="3200" spc="-55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qué</a:t>
            </a:r>
            <a:r>
              <a:rPr sz="3200" spc="-75" dirty="0">
                <a:solidFill>
                  <a:srgbClr val="173961"/>
                </a:solidFill>
              </a:rPr>
              <a:t> </a:t>
            </a:r>
            <a:r>
              <a:rPr sz="3200" spc="-10" dirty="0">
                <a:solidFill>
                  <a:srgbClr val="173961"/>
                </a:solidFill>
              </a:rPr>
              <a:t>ahora?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417068" y="2430907"/>
            <a:ext cx="4549140" cy="1693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73961"/>
                </a:solidFill>
                <a:latin typeface="Calibri"/>
                <a:cs typeface="Calibri"/>
              </a:rPr>
              <a:t>Los</a:t>
            </a:r>
            <a:r>
              <a:rPr sz="2400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3961"/>
                </a:solidFill>
                <a:latin typeface="Calibri"/>
                <a:cs typeface="Calibri"/>
              </a:rPr>
              <a:t>LLMs</a:t>
            </a:r>
            <a:r>
              <a:rPr sz="24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3961"/>
                </a:solidFill>
                <a:latin typeface="Calibri"/>
                <a:cs typeface="Calibri"/>
              </a:rPr>
              <a:t>detrás</a:t>
            </a:r>
            <a:r>
              <a:rPr sz="2400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3961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3961"/>
                </a:solidFill>
                <a:latin typeface="Calibri"/>
                <a:cs typeface="Calibri"/>
              </a:rPr>
              <a:t>la</a:t>
            </a:r>
            <a:r>
              <a:rPr sz="2400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73961"/>
                </a:solidFill>
                <a:latin typeface="Calibri"/>
                <a:cs typeface="Calibri"/>
              </a:rPr>
              <a:t>IA</a:t>
            </a:r>
            <a:r>
              <a:rPr sz="24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73961"/>
                </a:solidFill>
                <a:latin typeface="Calibri"/>
                <a:cs typeface="Calibri"/>
              </a:rPr>
              <a:t>generativa…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25"/>
              </a:spcBef>
            </a:pPr>
            <a:endParaRPr sz="2400">
              <a:latin typeface="Calibri"/>
              <a:cs typeface="Calibri"/>
            </a:endParaRPr>
          </a:p>
          <a:p>
            <a:pPr marL="12700" marR="44450">
              <a:lnSpc>
                <a:spcPct val="102000"/>
              </a:lnSpc>
            </a:pP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Sólo</a:t>
            </a:r>
            <a:r>
              <a:rPr sz="2000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en</a:t>
            </a:r>
            <a:r>
              <a:rPr sz="2000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los</a:t>
            </a:r>
            <a:r>
              <a:rPr sz="20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últimos</a:t>
            </a:r>
            <a:r>
              <a:rPr sz="2000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73961"/>
                </a:solidFill>
                <a:latin typeface="Calibri"/>
                <a:cs typeface="Calibri"/>
              </a:rPr>
              <a:t>5</a:t>
            </a:r>
            <a:r>
              <a:rPr sz="2000" b="1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73961"/>
                </a:solidFill>
                <a:latin typeface="Calibri"/>
                <a:cs typeface="Calibri"/>
              </a:rPr>
              <a:t>años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,</a:t>
            </a:r>
            <a:r>
              <a:rPr sz="2000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los</a:t>
            </a:r>
            <a:r>
              <a:rPr sz="2000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modelos</a:t>
            </a:r>
            <a:r>
              <a:rPr sz="2000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173961"/>
                </a:solidFill>
                <a:latin typeface="Calibri"/>
                <a:cs typeface="Calibri"/>
              </a:rPr>
              <a:t>han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crecido</a:t>
            </a:r>
            <a:r>
              <a:rPr sz="2000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AC9DF"/>
                </a:solidFill>
                <a:latin typeface="Calibri"/>
                <a:cs typeface="Calibri"/>
              </a:rPr>
              <a:t>15.000</a:t>
            </a:r>
            <a:r>
              <a:rPr sz="2000" spc="-4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AC9DF"/>
                </a:solidFill>
                <a:latin typeface="Calibri"/>
                <a:cs typeface="Calibri"/>
              </a:rPr>
              <a:t>veces</a:t>
            </a:r>
            <a:r>
              <a:rPr sz="2000" spc="-4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en</a:t>
            </a:r>
            <a:r>
              <a:rPr sz="2000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73961"/>
                </a:solidFill>
                <a:latin typeface="Calibri"/>
                <a:cs typeface="Calibri"/>
              </a:rPr>
              <a:t>tamaño.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745607" y="4717160"/>
            <a:ext cx="53403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10" dirty="0">
                <a:latin typeface="Calibri"/>
                <a:cs typeface="Calibri"/>
              </a:rPr>
              <a:t>TIEMPO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17068" y="5559025"/>
            <a:ext cx="7993380" cy="509905"/>
          </a:xfrm>
          <a:prstGeom prst="rect">
            <a:avLst/>
          </a:prstGeom>
        </p:spPr>
        <p:txBody>
          <a:bodyPr vert="horz" wrap="square" lIns="0" tIns="450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sz="1600" spc="-10" dirty="0">
                <a:solidFill>
                  <a:srgbClr val="173961"/>
                </a:solidFill>
                <a:latin typeface="Calibri"/>
                <a:cs typeface="Calibri"/>
              </a:rPr>
              <a:t>Entrenar</a:t>
            </a:r>
            <a:r>
              <a:rPr sz="1600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un</a:t>
            </a:r>
            <a:r>
              <a:rPr sz="16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modelo</a:t>
            </a:r>
            <a:r>
              <a:rPr sz="16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LLM</a:t>
            </a:r>
            <a:r>
              <a:rPr sz="1600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cuesta</a:t>
            </a:r>
            <a:r>
              <a:rPr sz="16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varios</a:t>
            </a:r>
            <a:r>
              <a:rPr sz="16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7D2E7"/>
                </a:solidFill>
                <a:latin typeface="Calibri"/>
                <a:cs typeface="Calibri"/>
              </a:rPr>
              <a:t>millones</a:t>
            </a:r>
            <a:r>
              <a:rPr sz="1600" spc="-4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7D2E7"/>
                </a:solidFill>
                <a:latin typeface="Calibri"/>
                <a:cs typeface="Calibri"/>
              </a:rPr>
              <a:t>de</a:t>
            </a:r>
            <a:r>
              <a:rPr sz="1600" spc="-3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7D2E7"/>
                </a:solidFill>
                <a:latin typeface="Calibri"/>
                <a:cs typeface="Calibri"/>
              </a:rPr>
              <a:t>euros</a:t>
            </a:r>
            <a:r>
              <a:rPr sz="1600" spc="-4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7D2E7"/>
                </a:solidFill>
                <a:latin typeface="Calibri"/>
                <a:cs typeface="Calibri"/>
              </a:rPr>
              <a:t>en</a:t>
            </a:r>
            <a:r>
              <a:rPr sz="1600" spc="-4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7D2E7"/>
                </a:solidFill>
                <a:latin typeface="Calibri"/>
                <a:cs typeface="Calibri"/>
              </a:rPr>
              <a:t>procesamiento</a:t>
            </a:r>
            <a:r>
              <a:rPr sz="1600" spc="-35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y</a:t>
            </a:r>
            <a:r>
              <a:rPr sz="16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173961"/>
                </a:solidFill>
                <a:latin typeface="Calibri"/>
                <a:cs typeface="Calibri"/>
              </a:rPr>
              <a:t>puede</a:t>
            </a:r>
            <a:r>
              <a:rPr sz="16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dirty="0">
                <a:solidFill>
                  <a:srgbClr val="07D2E7"/>
                </a:solidFill>
                <a:latin typeface="Calibri"/>
                <a:cs typeface="Calibri"/>
              </a:rPr>
              <a:t>llevar</a:t>
            </a:r>
            <a:r>
              <a:rPr sz="1600" spc="-4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600" spc="-10" dirty="0">
                <a:solidFill>
                  <a:srgbClr val="07D2E7"/>
                </a:solidFill>
                <a:latin typeface="Calibri"/>
                <a:cs typeface="Calibri"/>
              </a:rPr>
              <a:t>meses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200" dirty="0">
                <a:solidFill>
                  <a:srgbClr val="173961"/>
                </a:solidFill>
                <a:latin typeface="Calibri"/>
                <a:cs typeface="Calibri"/>
              </a:rPr>
              <a:t>(fuente:</a:t>
            </a:r>
            <a:r>
              <a:rPr sz="1200" spc="47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173961"/>
                </a:solidFill>
                <a:latin typeface="Calibri"/>
                <a:cs typeface="Calibri"/>
              </a:rPr>
              <a:t>https://</a:t>
            </a:r>
            <a:r>
              <a:rPr sz="1200" spc="-20" dirty="0">
                <a:solidFill>
                  <a:srgbClr val="173961"/>
                </a:solidFill>
                <a:latin typeface="Calibri"/>
                <a:cs typeface="Calibri"/>
                <a:hlinkClick r:id="rId2"/>
              </a:rPr>
              <a:t>www.cnbc.com/2023/03/13/chatgpt-</a:t>
            </a:r>
            <a:r>
              <a:rPr sz="1200" dirty="0">
                <a:solidFill>
                  <a:srgbClr val="173961"/>
                </a:solidFill>
                <a:latin typeface="Calibri"/>
                <a:cs typeface="Calibri"/>
                <a:hlinkClick r:id="rId2"/>
              </a:rPr>
              <a:t>and-</a:t>
            </a:r>
            <a:r>
              <a:rPr sz="1200" spc="-10" dirty="0">
                <a:solidFill>
                  <a:srgbClr val="173961"/>
                </a:solidFill>
                <a:latin typeface="Calibri"/>
                <a:cs typeface="Calibri"/>
                <a:hlinkClick r:id="rId2"/>
              </a:rPr>
              <a:t>generative-ai-are-booming-but-</a:t>
            </a:r>
            <a:r>
              <a:rPr sz="1200" spc="-25" dirty="0">
                <a:solidFill>
                  <a:srgbClr val="173961"/>
                </a:solidFill>
                <a:latin typeface="Calibri"/>
                <a:cs typeface="Calibri"/>
                <a:hlinkClick r:id="rId2"/>
              </a:rPr>
              <a:t>at-</a:t>
            </a:r>
            <a:r>
              <a:rPr sz="1200" spc="-20" dirty="0">
                <a:solidFill>
                  <a:srgbClr val="173961"/>
                </a:solidFill>
                <a:latin typeface="Calibri"/>
                <a:cs typeface="Calibri"/>
                <a:hlinkClick r:id="rId2"/>
              </a:rPr>
              <a:t>a-</a:t>
            </a:r>
            <a:r>
              <a:rPr sz="1200" spc="-10" dirty="0">
                <a:solidFill>
                  <a:srgbClr val="173961"/>
                </a:solidFill>
                <a:latin typeface="Calibri"/>
                <a:cs typeface="Calibri"/>
                <a:hlinkClick r:id="rId2"/>
              </a:rPr>
              <a:t>very-expensive-price.html).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734302" y="1585975"/>
            <a:ext cx="4131945" cy="3112135"/>
            <a:chOff x="6734302" y="1585975"/>
            <a:chExt cx="4131945" cy="3112135"/>
          </a:xfrm>
        </p:grpSpPr>
        <p:sp>
          <p:nvSpPr>
            <p:cNvPr id="8" name="object 8"/>
            <p:cNvSpPr/>
            <p:nvPr/>
          </p:nvSpPr>
          <p:spPr>
            <a:xfrm>
              <a:off x="6737477" y="1585975"/>
              <a:ext cx="4081779" cy="3072130"/>
            </a:xfrm>
            <a:custGeom>
              <a:avLst/>
              <a:gdLst/>
              <a:ahLst/>
              <a:cxnLst/>
              <a:rect l="l" t="t" r="r" b="b"/>
              <a:pathLst>
                <a:path w="4081779" h="3072129">
                  <a:moveTo>
                    <a:pt x="0" y="0"/>
                  </a:moveTo>
                  <a:lnTo>
                    <a:pt x="0" y="3063494"/>
                  </a:lnTo>
                </a:path>
                <a:path w="4081779" h="3072129">
                  <a:moveTo>
                    <a:pt x="0" y="3072130"/>
                  </a:moveTo>
                  <a:lnTo>
                    <a:pt x="144779" y="3072130"/>
                  </a:lnTo>
                </a:path>
                <a:path w="4081779" h="3072129">
                  <a:moveTo>
                    <a:pt x="371855" y="3072130"/>
                  </a:moveTo>
                  <a:lnTo>
                    <a:pt x="609600" y="3072130"/>
                  </a:lnTo>
                </a:path>
                <a:path w="4081779" h="3072129">
                  <a:moveTo>
                    <a:pt x="835151" y="3072130"/>
                  </a:moveTo>
                  <a:lnTo>
                    <a:pt x="1072896" y="3072130"/>
                  </a:lnTo>
                </a:path>
                <a:path w="4081779" h="3072129">
                  <a:moveTo>
                    <a:pt x="1298448" y="3072130"/>
                  </a:moveTo>
                  <a:lnTo>
                    <a:pt x="4081779" y="307213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882257" y="4513325"/>
              <a:ext cx="227329" cy="178435"/>
            </a:xfrm>
            <a:custGeom>
              <a:avLst/>
              <a:gdLst/>
              <a:ahLst/>
              <a:cxnLst/>
              <a:rect l="l" t="t" r="r" b="b"/>
              <a:pathLst>
                <a:path w="227329" h="178435">
                  <a:moveTo>
                    <a:pt x="227075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227075" y="178307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882257" y="4513351"/>
              <a:ext cx="227329" cy="178435"/>
            </a:xfrm>
            <a:custGeom>
              <a:avLst/>
              <a:gdLst/>
              <a:ahLst/>
              <a:cxnLst/>
              <a:rect l="l" t="t" r="r" b="b"/>
              <a:pathLst>
                <a:path w="227329" h="178435">
                  <a:moveTo>
                    <a:pt x="0" y="178282"/>
                  </a:moveTo>
                  <a:lnTo>
                    <a:pt x="227075" y="178282"/>
                  </a:lnTo>
                  <a:lnTo>
                    <a:pt x="227075" y="0"/>
                  </a:lnTo>
                  <a:lnTo>
                    <a:pt x="0" y="0"/>
                  </a:lnTo>
                  <a:lnTo>
                    <a:pt x="0" y="178282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347077" y="4513325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225551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225551" y="178307"/>
                  </a:lnTo>
                  <a:lnTo>
                    <a:pt x="225551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347077" y="4513351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0" y="178282"/>
                  </a:moveTo>
                  <a:lnTo>
                    <a:pt x="225551" y="178282"/>
                  </a:lnTo>
                  <a:lnTo>
                    <a:pt x="225551" y="0"/>
                  </a:lnTo>
                  <a:lnTo>
                    <a:pt x="0" y="0"/>
                  </a:lnTo>
                  <a:lnTo>
                    <a:pt x="0" y="178282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7810373" y="4495037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225551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225551" y="178307"/>
                  </a:lnTo>
                  <a:lnTo>
                    <a:pt x="225551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7810373" y="4495063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0" y="178282"/>
                  </a:moveTo>
                  <a:lnTo>
                    <a:pt x="225551" y="178282"/>
                  </a:lnTo>
                  <a:lnTo>
                    <a:pt x="225551" y="0"/>
                  </a:lnTo>
                  <a:lnTo>
                    <a:pt x="0" y="0"/>
                  </a:lnTo>
                  <a:lnTo>
                    <a:pt x="0" y="178282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273669" y="4481321"/>
              <a:ext cx="227329" cy="180340"/>
            </a:xfrm>
            <a:custGeom>
              <a:avLst/>
              <a:gdLst/>
              <a:ahLst/>
              <a:cxnLst/>
              <a:rect l="l" t="t" r="r" b="b"/>
              <a:pathLst>
                <a:path w="227329" h="180339">
                  <a:moveTo>
                    <a:pt x="227075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227075" y="179831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73669" y="4481347"/>
              <a:ext cx="227329" cy="180340"/>
            </a:xfrm>
            <a:custGeom>
              <a:avLst/>
              <a:gdLst/>
              <a:ahLst/>
              <a:cxnLst/>
              <a:rect l="l" t="t" r="r" b="b"/>
              <a:pathLst>
                <a:path w="227329" h="180339">
                  <a:moveTo>
                    <a:pt x="0" y="179806"/>
                  </a:moveTo>
                  <a:lnTo>
                    <a:pt x="227075" y="179806"/>
                  </a:lnTo>
                  <a:lnTo>
                    <a:pt x="227075" y="0"/>
                  </a:lnTo>
                  <a:lnTo>
                    <a:pt x="0" y="0"/>
                  </a:lnTo>
                  <a:lnTo>
                    <a:pt x="0" y="179806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9201785" y="4392930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225551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225551" y="178308"/>
                  </a:lnTo>
                  <a:lnTo>
                    <a:pt x="225551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201785" y="4392955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0" y="178282"/>
                  </a:moveTo>
                  <a:lnTo>
                    <a:pt x="225551" y="178282"/>
                  </a:lnTo>
                  <a:lnTo>
                    <a:pt x="225551" y="0"/>
                  </a:lnTo>
                  <a:lnTo>
                    <a:pt x="0" y="0"/>
                  </a:lnTo>
                  <a:lnTo>
                    <a:pt x="0" y="178282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0128377" y="3205861"/>
              <a:ext cx="227329" cy="178435"/>
            </a:xfrm>
            <a:custGeom>
              <a:avLst/>
              <a:gdLst/>
              <a:ahLst/>
              <a:cxnLst/>
              <a:rect l="l" t="t" r="r" b="b"/>
              <a:pathLst>
                <a:path w="227329" h="178435">
                  <a:moveTo>
                    <a:pt x="227075" y="0"/>
                  </a:moveTo>
                  <a:lnTo>
                    <a:pt x="0" y="0"/>
                  </a:lnTo>
                  <a:lnTo>
                    <a:pt x="0" y="178308"/>
                  </a:lnTo>
                  <a:lnTo>
                    <a:pt x="227075" y="178308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0128377" y="3205886"/>
              <a:ext cx="227329" cy="178435"/>
            </a:xfrm>
            <a:custGeom>
              <a:avLst/>
              <a:gdLst/>
              <a:ahLst/>
              <a:cxnLst/>
              <a:rect l="l" t="t" r="r" b="b"/>
              <a:pathLst>
                <a:path w="227329" h="178435">
                  <a:moveTo>
                    <a:pt x="0" y="178282"/>
                  </a:moveTo>
                  <a:lnTo>
                    <a:pt x="227075" y="178282"/>
                  </a:lnTo>
                  <a:lnTo>
                    <a:pt x="227075" y="0"/>
                  </a:lnTo>
                  <a:lnTo>
                    <a:pt x="0" y="0"/>
                  </a:lnTo>
                  <a:lnTo>
                    <a:pt x="0" y="178282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736965" y="4472177"/>
              <a:ext cx="227329" cy="180340"/>
            </a:xfrm>
            <a:custGeom>
              <a:avLst/>
              <a:gdLst/>
              <a:ahLst/>
              <a:cxnLst/>
              <a:rect l="l" t="t" r="r" b="b"/>
              <a:pathLst>
                <a:path w="227329" h="180339">
                  <a:moveTo>
                    <a:pt x="227075" y="0"/>
                  </a:moveTo>
                  <a:lnTo>
                    <a:pt x="0" y="0"/>
                  </a:lnTo>
                  <a:lnTo>
                    <a:pt x="0" y="179832"/>
                  </a:lnTo>
                  <a:lnTo>
                    <a:pt x="227075" y="179832"/>
                  </a:lnTo>
                  <a:lnTo>
                    <a:pt x="227075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736965" y="4472203"/>
              <a:ext cx="227329" cy="180340"/>
            </a:xfrm>
            <a:custGeom>
              <a:avLst/>
              <a:gdLst/>
              <a:ahLst/>
              <a:cxnLst/>
              <a:rect l="l" t="t" r="r" b="b"/>
              <a:pathLst>
                <a:path w="227329" h="180339">
                  <a:moveTo>
                    <a:pt x="0" y="179806"/>
                  </a:moveTo>
                  <a:lnTo>
                    <a:pt x="227075" y="179806"/>
                  </a:lnTo>
                  <a:lnTo>
                    <a:pt x="227075" y="0"/>
                  </a:lnTo>
                  <a:lnTo>
                    <a:pt x="0" y="0"/>
                  </a:lnTo>
                  <a:lnTo>
                    <a:pt x="0" y="179806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0477881" y="1871852"/>
              <a:ext cx="388620" cy="78740"/>
            </a:xfrm>
            <a:custGeom>
              <a:avLst/>
              <a:gdLst/>
              <a:ahLst/>
              <a:cxnLst/>
              <a:rect l="l" t="t" r="r" b="b"/>
              <a:pathLst>
                <a:path w="388620" h="78739">
                  <a:moveTo>
                    <a:pt x="47879" y="72263"/>
                  </a:moveTo>
                  <a:lnTo>
                    <a:pt x="47371" y="70612"/>
                  </a:lnTo>
                  <a:lnTo>
                    <a:pt x="46609" y="69850"/>
                  </a:lnTo>
                  <a:lnTo>
                    <a:pt x="45974" y="69596"/>
                  </a:lnTo>
                  <a:lnTo>
                    <a:pt x="30734" y="69596"/>
                  </a:lnTo>
                  <a:lnTo>
                    <a:pt x="30734" y="5715"/>
                  </a:lnTo>
                  <a:lnTo>
                    <a:pt x="30480" y="5334"/>
                  </a:lnTo>
                  <a:lnTo>
                    <a:pt x="28194" y="4699"/>
                  </a:lnTo>
                  <a:lnTo>
                    <a:pt x="25654" y="4572"/>
                  </a:lnTo>
                  <a:lnTo>
                    <a:pt x="21463" y="4953"/>
                  </a:lnTo>
                  <a:lnTo>
                    <a:pt x="1143" y="16383"/>
                  </a:lnTo>
                  <a:lnTo>
                    <a:pt x="508" y="17145"/>
                  </a:lnTo>
                  <a:lnTo>
                    <a:pt x="0" y="18923"/>
                  </a:lnTo>
                  <a:lnTo>
                    <a:pt x="254" y="22860"/>
                  </a:lnTo>
                  <a:lnTo>
                    <a:pt x="508" y="23241"/>
                  </a:lnTo>
                  <a:lnTo>
                    <a:pt x="1143" y="23749"/>
                  </a:lnTo>
                  <a:lnTo>
                    <a:pt x="2413" y="23622"/>
                  </a:lnTo>
                  <a:lnTo>
                    <a:pt x="19812" y="14732"/>
                  </a:lnTo>
                  <a:lnTo>
                    <a:pt x="19812" y="69596"/>
                  </a:lnTo>
                  <a:lnTo>
                    <a:pt x="2286" y="69596"/>
                  </a:lnTo>
                  <a:lnTo>
                    <a:pt x="1651" y="69850"/>
                  </a:lnTo>
                  <a:lnTo>
                    <a:pt x="762" y="70993"/>
                  </a:lnTo>
                  <a:lnTo>
                    <a:pt x="381" y="72263"/>
                  </a:lnTo>
                  <a:lnTo>
                    <a:pt x="381" y="74803"/>
                  </a:lnTo>
                  <a:lnTo>
                    <a:pt x="635" y="75819"/>
                  </a:lnTo>
                  <a:lnTo>
                    <a:pt x="1270" y="76835"/>
                  </a:lnTo>
                  <a:lnTo>
                    <a:pt x="2286" y="77343"/>
                  </a:lnTo>
                  <a:lnTo>
                    <a:pt x="45974" y="77343"/>
                  </a:lnTo>
                  <a:lnTo>
                    <a:pt x="46990" y="76835"/>
                  </a:lnTo>
                  <a:lnTo>
                    <a:pt x="47498" y="76200"/>
                  </a:lnTo>
                  <a:lnTo>
                    <a:pt x="47879" y="74803"/>
                  </a:lnTo>
                  <a:lnTo>
                    <a:pt x="47879" y="73533"/>
                  </a:lnTo>
                  <a:lnTo>
                    <a:pt x="47879" y="72263"/>
                  </a:lnTo>
                  <a:close/>
                </a:path>
                <a:path w="388620" h="78739">
                  <a:moveTo>
                    <a:pt x="142875" y="12700"/>
                  </a:moveTo>
                  <a:lnTo>
                    <a:pt x="142494" y="12700"/>
                  </a:lnTo>
                  <a:lnTo>
                    <a:pt x="142748" y="12319"/>
                  </a:lnTo>
                  <a:lnTo>
                    <a:pt x="142748" y="6096"/>
                  </a:lnTo>
                  <a:lnTo>
                    <a:pt x="142494" y="5715"/>
                  </a:lnTo>
                  <a:lnTo>
                    <a:pt x="142367" y="5461"/>
                  </a:lnTo>
                  <a:lnTo>
                    <a:pt x="85217" y="5461"/>
                  </a:lnTo>
                  <a:lnTo>
                    <a:pt x="85090" y="5715"/>
                  </a:lnTo>
                  <a:lnTo>
                    <a:pt x="84836" y="6096"/>
                  </a:lnTo>
                  <a:lnTo>
                    <a:pt x="84709" y="6350"/>
                  </a:lnTo>
                  <a:lnTo>
                    <a:pt x="84455" y="7366"/>
                  </a:lnTo>
                  <a:lnTo>
                    <a:pt x="84455" y="11049"/>
                  </a:lnTo>
                  <a:lnTo>
                    <a:pt x="84582" y="11557"/>
                  </a:lnTo>
                  <a:lnTo>
                    <a:pt x="84709" y="12065"/>
                  </a:lnTo>
                  <a:lnTo>
                    <a:pt x="84836" y="12319"/>
                  </a:lnTo>
                  <a:lnTo>
                    <a:pt x="85090" y="12700"/>
                  </a:lnTo>
                  <a:lnTo>
                    <a:pt x="84442" y="12700"/>
                  </a:lnTo>
                  <a:lnTo>
                    <a:pt x="86347" y="13335"/>
                  </a:lnTo>
                  <a:lnTo>
                    <a:pt x="108585" y="13335"/>
                  </a:lnTo>
                  <a:lnTo>
                    <a:pt x="108585" y="76454"/>
                  </a:lnTo>
                  <a:lnTo>
                    <a:pt x="109220" y="77089"/>
                  </a:lnTo>
                  <a:lnTo>
                    <a:pt x="109601" y="77216"/>
                  </a:lnTo>
                  <a:lnTo>
                    <a:pt x="117983" y="77216"/>
                  </a:lnTo>
                  <a:lnTo>
                    <a:pt x="118364" y="77089"/>
                  </a:lnTo>
                  <a:lnTo>
                    <a:pt x="118999" y="76454"/>
                  </a:lnTo>
                  <a:lnTo>
                    <a:pt x="118999" y="13335"/>
                  </a:lnTo>
                  <a:lnTo>
                    <a:pt x="141605" y="13335"/>
                  </a:lnTo>
                  <a:lnTo>
                    <a:pt x="142875" y="12700"/>
                  </a:lnTo>
                  <a:close/>
                </a:path>
                <a:path w="388620" h="78739">
                  <a:moveTo>
                    <a:pt x="176530" y="31877"/>
                  </a:moveTo>
                  <a:lnTo>
                    <a:pt x="176403" y="31877"/>
                  </a:lnTo>
                  <a:lnTo>
                    <a:pt x="176403" y="25908"/>
                  </a:lnTo>
                  <a:lnTo>
                    <a:pt x="176276" y="25400"/>
                  </a:lnTo>
                  <a:lnTo>
                    <a:pt x="176187" y="25146"/>
                  </a:lnTo>
                  <a:lnTo>
                    <a:pt x="176403" y="25146"/>
                  </a:lnTo>
                  <a:lnTo>
                    <a:pt x="175628" y="24765"/>
                  </a:lnTo>
                  <a:lnTo>
                    <a:pt x="176022" y="24765"/>
                  </a:lnTo>
                  <a:lnTo>
                    <a:pt x="174485" y="24003"/>
                  </a:lnTo>
                  <a:lnTo>
                    <a:pt x="173355" y="24003"/>
                  </a:lnTo>
                  <a:lnTo>
                    <a:pt x="173355" y="32905"/>
                  </a:lnTo>
                  <a:lnTo>
                    <a:pt x="172326" y="32639"/>
                  </a:lnTo>
                  <a:lnTo>
                    <a:pt x="164668" y="32639"/>
                  </a:lnTo>
                  <a:lnTo>
                    <a:pt x="166446" y="31877"/>
                  </a:lnTo>
                  <a:lnTo>
                    <a:pt x="168783" y="31877"/>
                  </a:lnTo>
                  <a:lnTo>
                    <a:pt x="173342" y="32639"/>
                  </a:lnTo>
                  <a:lnTo>
                    <a:pt x="172834" y="32639"/>
                  </a:lnTo>
                  <a:lnTo>
                    <a:pt x="173355" y="32905"/>
                  </a:lnTo>
                  <a:lnTo>
                    <a:pt x="173355" y="24003"/>
                  </a:lnTo>
                  <a:lnTo>
                    <a:pt x="164630" y="24003"/>
                  </a:lnTo>
                  <a:lnTo>
                    <a:pt x="164630" y="32639"/>
                  </a:lnTo>
                  <a:lnTo>
                    <a:pt x="163969" y="32893"/>
                  </a:lnTo>
                  <a:lnTo>
                    <a:pt x="164465" y="32639"/>
                  </a:lnTo>
                  <a:lnTo>
                    <a:pt x="164630" y="32639"/>
                  </a:lnTo>
                  <a:lnTo>
                    <a:pt x="164630" y="24003"/>
                  </a:lnTo>
                  <a:lnTo>
                    <a:pt x="163664" y="24003"/>
                  </a:lnTo>
                  <a:lnTo>
                    <a:pt x="161950" y="24765"/>
                  </a:lnTo>
                  <a:lnTo>
                    <a:pt x="162179" y="24765"/>
                  </a:lnTo>
                  <a:lnTo>
                    <a:pt x="161544" y="25146"/>
                  </a:lnTo>
                  <a:lnTo>
                    <a:pt x="153670" y="33020"/>
                  </a:lnTo>
                  <a:lnTo>
                    <a:pt x="153670" y="25400"/>
                  </a:lnTo>
                  <a:lnTo>
                    <a:pt x="153492" y="25146"/>
                  </a:lnTo>
                  <a:lnTo>
                    <a:pt x="153289" y="24765"/>
                  </a:lnTo>
                  <a:lnTo>
                    <a:pt x="151879" y="24003"/>
                  </a:lnTo>
                  <a:lnTo>
                    <a:pt x="146558" y="24003"/>
                  </a:lnTo>
                  <a:lnTo>
                    <a:pt x="144272" y="24765"/>
                  </a:lnTo>
                  <a:lnTo>
                    <a:pt x="144907" y="24765"/>
                  </a:lnTo>
                  <a:lnTo>
                    <a:pt x="144653" y="25146"/>
                  </a:lnTo>
                  <a:lnTo>
                    <a:pt x="144780" y="76708"/>
                  </a:lnTo>
                  <a:lnTo>
                    <a:pt x="144970" y="77089"/>
                  </a:lnTo>
                  <a:lnTo>
                    <a:pt x="145161" y="77089"/>
                  </a:lnTo>
                  <a:lnTo>
                    <a:pt x="145542" y="77216"/>
                  </a:lnTo>
                  <a:lnTo>
                    <a:pt x="153543" y="77216"/>
                  </a:lnTo>
                  <a:lnTo>
                    <a:pt x="153924" y="77089"/>
                  </a:lnTo>
                  <a:lnTo>
                    <a:pt x="154114" y="77089"/>
                  </a:lnTo>
                  <a:lnTo>
                    <a:pt x="154305" y="76708"/>
                  </a:lnTo>
                  <a:lnTo>
                    <a:pt x="154559" y="76454"/>
                  </a:lnTo>
                  <a:lnTo>
                    <a:pt x="154559" y="42926"/>
                  </a:lnTo>
                  <a:lnTo>
                    <a:pt x="156083" y="40894"/>
                  </a:lnTo>
                  <a:lnTo>
                    <a:pt x="157353" y="39116"/>
                  </a:lnTo>
                  <a:lnTo>
                    <a:pt x="159639" y="36322"/>
                  </a:lnTo>
                  <a:lnTo>
                    <a:pt x="160782" y="35179"/>
                  </a:lnTo>
                  <a:lnTo>
                    <a:pt x="161925" y="34290"/>
                  </a:lnTo>
                  <a:lnTo>
                    <a:pt x="162941" y="33401"/>
                  </a:lnTo>
                  <a:lnTo>
                    <a:pt x="163449" y="33147"/>
                  </a:lnTo>
                  <a:lnTo>
                    <a:pt x="173863" y="33147"/>
                  </a:lnTo>
                  <a:lnTo>
                    <a:pt x="174358" y="33147"/>
                  </a:lnTo>
                  <a:lnTo>
                    <a:pt x="175768" y="33147"/>
                  </a:lnTo>
                  <a:lnTo>
                    <a:pt x="176276" y="32639"/>
                  </a:lnTo>
                  <a:lnTo>
                    <a:pt x="176149" y="32639"/>
                  </a:lnTo>
                  <a:lnTo>
                    <a:pt x="176530" y="31877"/>
                  </a:lnTo>
                  <a:close/>
                </a:path>
                <a:path w="388620" h="78739">
                  <a:moveTo>
                    <a:pt x="197231" y="25400"/>
                  </a:moveTo>
                  <a:lnTo>
                    <a:pt x="196977" y="25019"/>
                  </a:lnTo>
                  <a:lnTo>
                    <a:pt x="196850" y="24765"/>
                  </a:lnTo>
                  <a:lnTo>
                    <a:pt x="196215" y="24384"/>
                  </a:lnTo>
                  <a:lnTo>
                    <a:pt x="188214" y="24384"/>
                  </a:lnTo>
                  <a:lnTo>
                    <a:pt x="187579" y="24765"/>
                  </a:lnTo>
                  <a:lnTo>
                    <a:pt x="187452" y="76708"/>
                  </a:lnTo>
                  <a:lnTo>
                    <a:pt x="187642" y="77089"/>
                  </a:lnTo>
                  <a:lnTo>
                    <a:pt x="196786" y="77089"/>
                  </a:lnTo>
                  <a:lnTo>
                    <a:pt x="196977" y="76708"/>
                  </a:lnTo>
                  <a:lnTo>
                    <a:pt x="197231" y="76454"/>
                  </a:lnTo>
                  <a:lnTo>
                    <a:pt x="197231" y="25400"/>
                  </a:lnTo>
                  <a:close/>
                </a:path>
                <a:path w="388620" h="78739">
                  <a:moveTo>
                    <a:pt x="198374" y="6731"/>
                  </a:moveTo>
                  <a:lnTo>
                    <a:pt x="197993" y="5207"/>
                  </a:lnTo>
                  <a:lnTo>
                    <a:pt x="196215" y="3683"/>
                  </a:lnTo>
                  <a:lnTo>
                    <a:pt x="194691" y="3302"/>
                  </a:lnTo>
                  <a:lnTo>
                    <a:pt x="189865" y="3302"/>
                  </a:lnTo>
                  <a:lnTo>
                    <a:pt x="188214" y="3683"/>
                  </a:lnTo>
                  <a:lnTo>
                    <a:pt x="186436" y="5207"/>
                  </a:lnTo>
                  <a:lnTo>
                    <a:pt x="186055" y="6731"/>
                  </a:lnTo>
                  <a:lnTo>
                    <a:pt x="186055" y="10922"/>
                  </a:lnTo>
                  <a:lnTo>
                    <a:pt x="186436" y="12446"/>
                  </a:lnTo>
                  <a:lnTo>
                    <a:pt x="188214" y="13970"/>
                  </a:lnTo>
                  <a:lnTo>
                    <a:pt x="189865" y="14351"/>
                  </a:lnTo>
                  <a:lnTo>
                    <a:pt x="194564" y="14351"/>
                  </a:lnTo>
                  <a:lnTo>
                    <a:pt x="196215" y="13970"/>
                  </a:lnTo>
                  <a:lnTo>
                    <a:pt x="197104" y="13208"/>
                  </a:lnTo>
                  <a:lnTo>
                    <a:pt x="197866" y="12446"/>
                  </a:lnTo>
                  <a:lnTo>
                    <a:pt x="198374" y="10922"/>
                  </a:lnTo>
                  <a:lnTo>
                    <a:pt x="198374" y="6731"/>
                  </a:lnTo>
                  <a:close/>
                </a:path>
                <a:path w="388620" h="78739">
                  <a:moveTo>
                    <a:pt x="226187" y="889"/>
                  </a:moveTo>
                  <a:lnTo>
                    <a:pt x="225933" y="635"/>
                  </a:lnTo>
                  <a:lnTo>
                    <a:pt x="225806" y="381"/>
                  </a:lnTo>
                  <a:lnTo>
                    <a:pt x="225171" y="0"/>
                  </a:lnTo>
                  <a:lnTo>
                    <a:pt x="217170" y="0"/>
                  </a:lnTo>
                  <a:lnTo>
                    <a:pt x="216535" y="381"/>
                  </a:lnTo>
                  <a:lnTo>
                    <a:pt x="216408" y="635"/>
                  </a:lnTo>
                  <a:lnTo>
                    <a:pt x="216395" y="76708"/>
                  </a:lnTo>
                  <a:lnTo>
                    <a:pt x="216598" y="77089"/>
                  </a:lnTo>
                  <a:lnTo>
                    <a:pt x="225729" y="77089"/>
                  </a:lnTo>
                  <a:lnTo>
                    <a:pt x="225933" y="76708"/>
                  </a:lnTo>
                  <a:lnTo>
                    <a:pt x="226187" y="76454"/>
                  </a:lnTo>
                  <a:lnTo>
                    <a:pt x="226187" y="889"/>
                  </a:lnTo>
                  <a:close/>
                </a:path>
                <a:path w="388620" h="78739">
                  <a:moveTo>
                    <a:pt x="255143" y="889"/>
                  </a:moveTo>
                  <a:lnTo>
                    <a:pt x="254889" y="635"/>
                  </a:lnTo>
                  <a:lnTo>
                    <a:pt x="254762" y="381"/>
                  </a:lnTo>
                  <a:lnTo>
                    <a:pt x="254127" y="0"/>
                  </a:lnTo>
                  <a:lnTo>
                    <a:pt x="246126" y="0"/>
                  </a:lnTo>
                  <a:lnTo>
                    <a:pt x="245491" y="381"/>
                  </a:lnTo>
                  <a:lnTo>
                    <a:pt x="245491" y="77089"/>
                  </a:lnTo>
                  <a:lnTo>
                    <a:pt x="254698" y="77089"/>
                  </a:lnTo>
                  <a:lnTo>
                    <a:pt x="254889" y="76708"/>
                  </a:lnTo>
                  <a:lnTo>
                    <a:pt x="255143" y="76454"/>
                  </a:lnTo>
                  <a:lnTo>
                    <a:pt x="255143" y="889"/>
                  </a:lnTo>
                  <a:close/>
                </a:path>
                <a:path w="388620" h="78739">
                  <a:moveTo>
                    <a:pt x="324993" y="54356"/>
                  </a:moveTo>
                  <a:lnTo>
                    <a:pt x="324866" y="45212"/>
                  </a:lnTo>
                  <a:lnTo>
                    <a:pt x="324637" y="43434"/>
                  </a:lnTo>
                  <a:lnTo>
                    <a:pt x="324548" y="42799"/>
                  </a:lnTo>
                  <a:lnTo>
                    <a:pt x="324485" y="42291"/>
                  </a:lnTo>
                  <a:lnTo>
                    <a:pt x="323342" y="38989"/>
                  </a:lnTo>
                  <a:lnTo>
                    <a:pt x="322199" y="35560"/>
                  </a:lnTo>
                  <a:lnTo>
                    <a:pt x="320548" y="32766"/>
                  </a:lnTo>
                  <a:lnTo>
                    <a:pt x="318833" y="30861"/>
                  </a:lnTo>
                  <a:lnTo>
                    <a:pt x="318389" y="30353"/>
                  </a:lnTo>
                  <a:lnTo>
                    <a:pt x="316103" y="28067"/>
                  </a:lnTo>
                  <a:lnTo>
                    <a:pt x="314325" y="26936"/>
                  </a:lnTo>
                  <a:lnTo>
                    <a:pt x="314325" y="56388"/>
                  </a:lnTo>
                  <a:lnTo>
                    <a:pt x="313880" y="58166"/>
                  </a:lnTo>
                  <a:lnTo>
                    <a:pt x="313817" y="58420"/>
                  </a:lnTo>
                  <a:lnTo>
                    <a:pt x="313690" y="58928"/>
                  </a:lnTo>
                  <a:lnTo>
                    <a:pt x="312928" y="61341"/>
                  </a:lnTo>
                  <a:lnTo>
                    <a:pt x="300482" y="70612"/>
                  </a:lnTo>
                  <a:lnTo>
                    <a:pt x="294259" y="70612"/>
                  </a:lnTo>
                  <a:lnTo>
                    <a:pt x="281660" y="58928"/>
                  </a:lnTo>
                  <a:lnTo>
                    <a:pt x="281559" y="58420"/>
                  </a:lnTo>
                  <a:lnTo>
                    <a:pt x="281012" y="56388"/>
                  </a:lnTo>
                  <a:lnTo>
                    <a:pt x="280924" y="56007"/>
                  </a:lnTo>
                  <a:lnTo>
                    <a:pt x="280873" y="55499"/>
                  </a:lnTo>
                  <a:lnTo>
                    <a:pt x="280746" y="47244"/>
                  </a:lnTo>
                  <a:lnTo>
                    <a:pt x="280911" y="46101"/>
                  </a:lnTo>
                  <a:lnTo>
                    <a:pt x="280987" y="45593"/>
                  </a:lnTo>
                  <a:lnTo>
                    <a:pt x="281051" y="45212"/>
                  </a:lnTo>
                  <a:lnTo>
                    <a:pt x="282194" y="40767"/>
                  </a:lnTo>
                  <a:lnTo>
                    <a:pt x="282321" y="40259"/>
                  </a:lnTo>
                  <a:lnTo>
                    <a:pt x="283337" y="38227"/>
                  </a:lnTo>
                  <a:lnTo>
                    <a:pt x="286131" y="34671"/>
                  </a:lnTo>
                  <a:lnTo>
                    <a:pt x="287909" y="33274"/>
                  </a:lnTo>
                  <a:lnTo>
                    <a:pt x="290068" y="32385"/>
                  </a:lnTo>
                  <a:lnTo>
                    <a:pt x="291947" y="31496"/>
                  </a:lnTo>
                  <a:lnTo>
                    <a:pt x="291592" y="31496"/>
                  </a:lnTo>
                  <a:lnTo>
                    <a:pt x="294767" y="30861"/>
                  </a:lnTo>
                  <a:lnTo>
                    <a:pt x="300990" y="30861"/>
                  </a:lnTo>
                  <a:lnTo>
                    <a:pt x="313715" y="42799"/>
                  </a:lnTo>
                  <a:lnTo>
                    <a:pt x="313817" y="43180"/>
                  </a:lnTo>
                  <a:lnTo>
                    <a:pt x="314236" y="45212"/>
                  </a:lnTo>
                  <a:lnTo>
                    <a:pt x="314325" y="56388"/>
                  </a:lnTo>
                  <a:lnTo>
                    <a:pt x="314325" y="26936"/>
                  </a:lnTo>
                  <a:lnTo>
                    <a:pt x="313309" y="26289"/>
                  </a:lnTo>
                  <a:lnTo>
                    <a:pt x="310007" y="25019"/>
                  </a:lnTo>
                  <a:lnTo>
                    <a:pt x="306578" y="23876"/>
                  </a:lnTo>
                  <a:lnTo>
                    <a:pt x="302641" y="23241"/>
                  </a:lnTo>
                  <a:lnTo>
                    <a:pt x="293497" y="23241"/>
                  </a:lnTo>
                  <a:lnTo>
                    <a:pt x="289433" y="23876"/>
                  </a:lnTo>
                  <a:lnTo>
                    <a:pt x="286004" y="25273"/>
                  </a:lnTo>
                  <a:lnTo>
                    <a:pt x="282448" y="26670"/>
                  </a:lnTo>
                  <a:lnTo>
                    <a:pt x="279527" y="28575"/>
                  </a:lnTo>
                  <a:lnTo>
                    <a:pt x="277241" y="31115"/>
                  </a:lnTo>
                  <a:lnTo>
                    <a:pt x="274955" y="33528"/>
                  </a:lnTo>
                  <a:lnTo>
                    <a:pt x="270522" y="45593"/>
                  </a:lnTo>
                  <a:lnTo>
                    <a:pt x="270433" y="46101"/>
                  </a:lnTo>
                  <a:lnTo>
                    <a:pt x="270370" y="56388"/>
                  </a:lnTo>
                  <a:lnTo>
                    <a:pt x="270611" y="58166"/>
                  </a:lnTo>
                  <a:lnTo>
                    <a:pt x="270637" y="58420"/>
                  </a:lnTo>
                  <a:lnTo>
                    <a:pt x="270764" y="59309"/>
                  </a:lnTo>
                  <a:lnTo>
                    <a:pt x="271907" y="62611"/>
                  </a:lnTo>
                  <a:lnTo>
                    <a:pt x="273050" y="66040"/>
                  </a:lnTo>
                  <a:lnTo>
                    <a:pt x="292481" y="78359"/>
                  </a:lnTo>
                  <a:lnTo>
                    <a:pt x="301625" y="78359"/>
                  </a:lnTo>
                  <a:lnTo>
                    <a:pt x="304876" y="77851"/>
                  </a:lnTo>
                  <a:lnTo>
                    <a:pt x="305358" y="77851"/>
                  </a:lnTo>
                  <a:lnTo>
                    <a:pt x="312801" y="74930"/>
                  </a:lnTo>
                  <a:lnTo>
                    <a:pt x="315722" y="73025"/>
                  </a:lnTo>
                  <a:lnTo>
                    <a:pt x="317893" y="70612"/>
                  </a:lnTo>
                  <a:lnTo>
                    <a:pt x="320294" y="67945"/>
                  </a:lnTo>
                  <a:lnTo>
                    <a:pt x="322072" y="65024"/>
                  </a:lnTo>
                  <a:lnTo>
                    <a:pt x="323215" y="61595"/>
                  </a:lnTo>
                  <a:lnTo>
                    <a:pt x="324383" y="58420"/>
                  </a:lnTo>
                  <a:lnTo>
                    <a:pt x="324485" y="58166"/>
                  </a:lnTo>
                  <a:lnTo>
                    <a:pt x="324993" y="54356"/>
                  </a:lnTo>
                  <a:close/>
                </a:path>
                <a:path w="388620" h="78739">
                  <a:moveTo>
                    <a:pt x="388251" y="40894"/>
                  </a:moveTo>
                  <a:lnTo>
                    <a:pt x="387985" y="38735"/>
                  </a:lnTo>
                  <a:lnTo>
                    <a:pt x="387400" y="36322"/>
                  </a:lnTo>
                  <a:lnTo>
                    <a:pt x="387350" y="36068"/>
                  </a:lnTo>
                  <a:lnTo>
                    <a:pt x="386664" y="33782"/>
                  </a:lnTo>
                  <a:lnTo>
                    <a:pt x="386588" y="33528"/>
                  </a:lnTo>
                  <a:lnTo>
                    <a:pt x="385622" y="31496"/>
                  </a:lnTo>
                  <a:lnTo>
                    <a:pt x="372364" y="23241"/>
                  </a:lnTo>
                  <a:lnTo>
                    <a:pt x="365633" y="23241"/>
                  </a:lnTo>
                  <a:lnTo>
                    <a:pt x="350266" y="32385"/>
                  </a:lnTo>
                  <a:lnTo>
                    <a:pt x="350266" y="25400"/>
                  </a:lnTo>
                  <a:lnTo>
                    <a:pt x="350088" y="25146"/>
                  </a:lnTo>
                  <a:lnTo>
                    <a:pt x="349885" y="24765"/>
                  </a:lnTo>
                  <a:lnTo>
                    <a:pt x="349631" y="24511"/>
                  </a:lnTo>
                  <a:lnTo>
                    <a:pt x="351028" y="24511"/>
                  </a:lnTo>
                  <a:lnTo>
                    <a:pt x="346951" y="24003"/>
                  </a:lnTo>
                  <a:lnTo>
                    <a:pt x="344424" y="24003"/>
                  </a:lnTo>
                  <a:lnTo>
                    <a:pt x="340347" y="24511"/>
                  </a:lnTo>
                  <a:lnTo>
                    <a:pt x="341757" y="24511"/>
                  </a:lnTo>
                  <a:lnTo>
                    <a:pt x="341503" y="24765"/>
                  </a:lnTo>
                  <a:lnTo>
                    <a:pt x="341376" y="76708"/>
                  </a:lnTo>
                  <a:lnTo>
                    <a:pt x="341566" y="77089"/>
                  </a:lnTo>
                  <a:lnTo>
                    <a:pt x="341757" y="77089"/>
                  </a:lnTo>
                  <a:lnTo>
                    <a:pt x="342138" y="77216"/>
                  </a:lnTo>
                  <a:lnTo>
                    <a:pt x="350139" y="77216"/>
                  </a:lnTo>
                  <a:lnTo>
                    <a:pt x="350520" y="77089"/>
                  </a:lnTo>
                  <a:lnTo>
                    <a:pt x="350710" y="77089"/>
                  </a:lnTo>
                  <a:lnTo>
                    <a:pt x="350901" y="76708"/>
                  </a:lnTo>
                  <a:lnTo>
                    <a:pt x="351155" y="76454"/>
                  </a:lnTo>
                  <a:lnTo>
                    <a:pt x="351155" y="40894"/>
                  </a:lnTo>
                  <a:lnTo>
                    <a:pt x="353834" y="37846"/>
                  </a:lnTo>
                  <a:lnTo>
                    <a:pt x="356616" y="35306"/>
                  </a:lnTo>
                  <a:lnTo>
                    <a:pt x="359333" y="33528"/>
                  </a:lnTo>
                  <a:lnTo>
                    <a:pt x="361010" y="32385"/>
                  </a:lnTo>
                  <a:lnTo>
                    <a:pt x="361378" y="32131"/>
                  </a:lnTo>
                  <a:lnTo>
                    <a:pt x="361137" y="32131"/>
                  </a:lnTo>
                  <a:lnTo>
                    <a:pt x="363258" y="31496"/>
                  </a:lnTo>
                  <a:lnTo>
                    <a:pt x="370332" y="31496"/>
                  </a:lnTo>
                  <a:lnTo>
                    <a:pt x="371729" y="32131"/>
                  </a:lnTo>
                  <a:lnTo>
                    <a:pt x="378206" y="76200"/>
                  </a:lnTo>
                  <a:lnTo>
                    <a:pt x="378333" y="76454"/>
                  </a:lnTo>
                  <a:lnTo>
                    <a:pt x="378460" y="76708"/>
                  </a:lnTo>
                  <a:lnTo>
                    <a:pt x="378968" y="77089"/>
                  </a:lnTo>
                  <a:lnTo>
                    <a:pt x="379349" y="77216"/>
                  </a:lnTo>
                  <a:lnTo>
                    <a:pt x="387223" y="77216"/>
                  </a:lnTo>
                  <a:lnTo>
                    <a:pt x="387604" y="77089"/>
                  </a:lnTo>
                  <a:lnTo>
                    <a:pt x="387731" y="77089"/>
                  </a:lnTo>
                  <a:lnTo>
                    <a:pt x="388112" y="76708"/>
                  </a:lnTo>
                  <a:lnTo>
                    <a:pt x="388239" y="76454"/>
                  </a:lnTo>
                  <a:lnTo>
                    <a:pt x="388251" y="408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662033" y="3680333"/>
              <a:ext cx="314325" cy="7429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90354" y="3817493"/>
              <a:ext cx="263017" cy="74294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9029573" y="4100448"/>
              <a:ext cx="402590" cy="84455"/>
            </a:xfrm>
            <a:custGeom>
              <a:avLst/>
              <a:gdLst/>
              <a:ahLst/>
              <a:cxnLst/>
              <a:rect l="l" t="t" r="r" b="b"/>
              <a:pathLst>
                <a:path w="402590" h="84454">
                  <a:moveTo>
                    <a:pt x="51816" y="3175"/>
                  </a:moveTo>
                  <a:lnTo>
                    <a:pt x="51689" y="2794"/>
                  </a:lnTo>
                  <a:lnTo>
                    <a:pt x="51562" y="2540"/>
                  </a:lnTo>
                  <a:lnTo>
                    <a:pt x="51435" y="2159"/>
                  </a:lnTo>
                  <a:lnTo>
                    <a:pt x="50673" y="1778"/>
                  </a:lnTo>
                  <a:lnTo>
                    <a:pt x="762" y="1778"/>
                  </a:lnTo>
                  <a:lnTo>
                    <a:pt x="0" y="2159"/>
                  </a:lnTo>
                  <a:lnTo>
                    <a:pt x="0" y="8382"/>
                  </a:lnTo>
                  <a:lnTo>
                    <a:pt x="254" y="8636"/>
                  </a:lnTo>
                  <a:lnTo>
                    <a:pt x="508" y="8890"/>
                  </a:lnTo>
                  <a:lnTo>
                    <a:pt x="762" y="8890"/>
                  </a:lnTo>
                  <a:lnTo>
                    <a:pt x="21082" y="8890"/>
                  </a:lnTo>
                  <a:lnTo>
                    <a:pt x="21209" y="65532"/>
                  </a:lnTo>
                  <a:lnTo>
                    <a:pt x="20942" y="65532"/>
                  </a:lnTo>
                  <a:lnTo>
                    <a:pt x="21450" y="65786"/>
                  </a:lnTo>
                  <a:lnTo>
                    <a:pt x="21971" y="66040"/>
                  </a:lnTo>
                  <a:lnTo>
                    <a:pt x="22352" y="66167"/>
                  </a:lnTo>
                  <a:lnTo>
                    <a:pt x="29083" y="66167"/>
                  </a:lnTo>
                  <a:lnTo>
                    <a:pt x="29464" y="66040"/>
                  </a:lnTo>
                  <a:lnTo>
                    <a:pt x="29718" y="66040"/>
                  </a:lnTo>
                  <a:lnTo>
                    <a:pt x="29972" y="65786"/>
                  </a:lnTo>
                  <a:lnTo>
                    <a:pt x="30226" y="65532"/>
                  </a:lnTo>
                  <a:lnTo>
                    <a:pt x="30353" y="8890"/>
                  </a:lnTo>
                  <a:lnTo>
                    <a:pt x="50673" y="8890"/>
                  </a:lnTo>
                  <a:lnTo>
                    <a:pt x="50927" y="8890"/>
                  </a:lnTo>
                  <a:lnTo>
                    <a:pt x="51181" y="8636"/>
                  </a:lnTo>
                  <a:lnTo>
                    <a:pt x="51435" y="8382"/>
                  </a:lnTo>
                  <a:lnTo>
                    <a:pt x="51562" y="8128"/>
                  </a:lnTo>
                  <a:lnTo>
                    <a:pt x="51689" y="7874"/>
                  </a:lnTo>
                  <a:lnTo>
                    <a:pt x="51816" y="7493"/>
                  </a:lnTo>
                  <a:lnTo>
                    <a:pt x="51816" y="3175"/>
                  </a:lnTo>
                  <a:close/>
                </a:path>
                <a:path w="402590" h="84454">
                  <a:moveTo>
                    <a:pt x="55626" y="18669"/>
                  </a:moveTo>
                  <a:lnTo>
                    <a:pt x="55118" y="18669"/>
                  </a:lnTo>
                  <a:lnTo>
                    <a:pt x="54851" y="18935"/>
                  </a:lnTo>
                  <a:lnTo>
                    <a:pt x="55626" y="18669"/>
                  </a:lnTo>
                  <a:close/>
                </a:path>
                <a:path w="402590" h="84454">
                  <a:moveTo>
                    <a:pt x="88773" y="18669"/>
                  </a:moveTo>
                  <a:lnTo>
                    <a:pt x="88265" y="18669"/>
                  </a:lnTo>
                  <a:lnTo>
                    <a:pt x="87998" y="18935"/>
                  </a:lnTo>
                  <a:lnTo>
                    <a:pt x="88773" y="18669"/>
                  </a:lnTo>
                  <a:close/>
                </a:path>
                <a:path w="402590" h="84454">
                  <a:moveTo>
                    <a:pt x="96012" y="19558"/>
                  </a:moveTo>
                  <a:lnTo>
                    <a:pt x="95821" y="19558"/>
                  </a:lnTo>
                  <a:lnTo>
                    <a:pt x="95631" y="19177"/>
                  </a:lnTo>
                  <a:lnTo>
                    <a:pt x="94742" y="18669"/>
                  </a:lnTo>
                  <a:lnTo>
                    <a:pt x="88773" y="18669"/>
                  </a:lnTo>
                  <a:lnTo>
                    <a:pt x="87960" y="18973"/>
                  </a:lnTo>
                  <a:lnTo>
                    <a:pt x="87744" y="19177"/>
                  </a:lnTo>
                  <a:lnTo>
                    <a:pt x="87376" y="19177"/>
                  </a:lnTo>
                  <a:lnTo>
                    <a:pt x="87122" y="19558"/>
                  </a:lnTo>
                  <a:lnTo>
                    <a:pt x="86995" y="51435"/>
                  </a:lnTo>
                  <a:lnTo>
                    <a:pt x="84582" y="54229"/>
                  </a:lnTo>
                  <a:lnTo>
                    <a:pt x="83019" y="55626"/>
                  </a:lnTo>
                  <a:lnTo>
                    <a:pt x="81965" y="56515"/>
                  </a:lnTo>
                  <a:lnTo>
                    <a:pt x="80010" y="57785"/>
                  </a:lnTo>
                  <a:lnTo>
                    <a:pt x="77724" y="59309"/>
                  </a:lnTo>
                  <a:lnTo>
                    <a:pt x="75438" y="60071"/>
                  </a:lnTo>
                  <a:lnTo>
                    <a:pt x="71501" y="60071"/>
                  </a:lnTo>
                  <a:lnTo>
                    <a:pt x="69977" y="59690"/>
                  </a:lnTo>
                  <a:lnTo>
                    <a:pt x="68707" y="59055"/>
                  </a:lnTo>
                  <a:lnTo>
                    <a:pt x="67310" y="58547"/>
                  </a:lnTo>
                  <a:lnTo>
                    <a:pt x="63246" y="51435"/>
                  </a:lnTo>
                  <a:lnTo>
                    <a:pt x="63119" y="50927"/>
                  </a:lnTo>
                  <a:lnTo>
                    <a:pt x="62865" y="48768"/>
                  </a:lnTo>
                  <a:lnTo>
                    <a:pt x="62865" y="19558"/>
                  </a:lnTo>
                  <a:lnTo>
                    <a:pt x="62611" y="19177"/>
                  </a:lnTo>
                  <a:lnTo>
                    <a:pt x="62738" y="19177"/>
                  </a:lnTo>
                  <a:lnTo>
                    <a:pt x="61976" y="18923"/>
                  </a:lnTo>
                  <a:lnTo>
                    <a:pt x="61214" y="18669"/>
                  </a:lnTo>
                  <a:lnTo>
                    <a:pt x="55626" y="18669"/>
                  </a:lnTo>
                  <a:lnTo>
                    <a:pt x="54813" y="18973"/>
                  </a:lnTo>
                  <a:lnTo>
                    <a:pt x="54597" y="19177"/>
                  </a:lnTo>
                  <a:lnTo>
                    <a:pt x="54229" y="19177"/>
                  </a:lnTo>
                  <a:lnTo>
                    <a:pt x="53975" y="19558"/>
                  </a:lnTo>
                  <a:lnTo>
                    <a:pt x="53962" y="51435"/>
                  </a:lnTo>
                  <a:lnTo>
                    <a:pt x="54102" y="52451"/>
                  </a:lnTo>
                  <a:lnTo>
                    <a:pt x="68072" y="67056"/>
                  </a:lnTo>
                  <a:lnTo>
                    <a:pt x="74168" y="67056"/>
                  </a:lnTo>
                  <a:lnTo>
                    <a:pt x="76962" y="66421"/>
                  </a:lnTo>
                  <a:lnTo>
                    <a:pt x="79629" y="65151"/>
                  </a:lnTo>
                  <a:lnTo>
                    <a:pt x="82423" y="63881"/>
                  </a:lnTo>
                  <a:lnTo>
                    <a:pt x="85090" y="61849"/>
                  </a:lnTo>
                  <a:lnTo>
                    <a:pt x="86779" y="60071"/>
                  </a:lnTo>
                  <a:lnTo>
                    <a:pt x="87757" y="59055"/>
                  </a:lnTo>
                  <a:lnTo>
                    <a:pt x="87884" y="58928"/>
                  </a:lnTo>
                  <a:lnTo>
                    <a:pt x="87884" y="59055"/>
                  </a:lnTo>
                  <a:lnTo>
                    <a:pt x="88011" y="65659"/>
                  </a:lnTo>
                  <a:lnTo>
                    <a:pt x="87871" y="65659"/>
                  </a:lnTo>
                  <a:lnTo>
                    <a:pt x="88646" y="66040"/>
                  </a:lnTo>
                  <a:lnTo>
                    <a:pt x="89027" y="66167"/>
                  </a:lnTo>
                  <a:lnTo>
                    <a:pt x="94869" y="66167"/>
                  </a:lnTo>
                  <a:lnTo>
                    <a:pt x="95250" y="66040"/>
                  </a:lnTo>
                  <a:lnTo>
                    <a:pt x="96012" y="65659"/>
                  </a:lnTo>
                  <a:lnTo>
                    <a:pt x="96012" y="58928"/>
                  </a:lnTo>
                  <a:lnTo>
                    <a:pt x="96012" y="19558"/>
                  </a:lnTo>
                  <a:close/>
                </a:path>
                <a:path w="402590" h="84454">
                  <a:moveTo>
                    <a:pt x="139319" y="18796"/>
                  </a:moveTo>
                  <a:lnTo>
                    <a:pt x="138544" y="18415"/>
                  </a:lnTo>
                  <a:lnTo>
                    <a:pt x="138303" y="18415"/>
                  </a:lnTo>
                  <a:lnTo>
                    <a:pt x="136385" y="18034"/>
                  </a:lnTo>
                  <a:lnTo>
                    <a:pt x="130937" y="18034"/>
                  </a:lnTo>
                  <a:lnTo>
                    <a:pt x="129413" y="18415"/>
                  </a:lnTo>
                  <a:lnTo>
                    <a:pt x="128651" y="18796"/>
                  </a:lnTo>
                  <a:lnTo>
                    <a:pt x="139319" y="18796"/>
                  </a:lnTo>
                  <a:close/>
                </a:path>
                <a:path w="402590" h="84454">
                  <a:moveTo>
                    <a:pt x="139954" y="19050"/>
                  </a:moveTo>
                  <a:lnTo>
                    <a:pt x="139827" y="18796"/>
                  </a:lnTo>
                  <a:lnTo>
                    <a:pt x="139446" y="18796"/>
                  </a:lnTo>
                  <a:lnTo>
                    <a:pt x="139954" y="19050"/>
                  </a:lnTo>
                  <a:close/>
                </a:path>
                <a:path w="402590" h="84454">
                  <a:moveTo>
                    <a:pt x="140716" y="22225"/>
                  </a:moveTo>
                  <a:lnTo>
                    <a:pt x="140589" y="21590"/>
                  </a:lnTo>
                  <a:lnTo>
                    <a:pt x="140462" y="19685"/>
                  </a:lnTo>
                  <a:lnTo>
                    <a:pt x="140081" y="19304"/>
                  </a:lnTo>
                  <a:lnTo>
                    <a:pt x="127711" y="19304"/>
                  </a:lnTo>
                  <a:lnTo>
                    <a:pt x="127050" y="19685"/>
                  </a:lnTo>
                  <a:lnTo>
                    <a:pt x="120230" y="26416"/>
                  </a:lnTo>
                  <a:lnTo>
                    <a:pt x="120002" y="19304"/>
                  </a:lnTo>
                  <a:lnTo>
                    <a:pt x="120129" y="19304"/>
                  </a:lnTo>
                  <a:lnTo>
                    <a:pt x="127711" y="19304"/>
                  </a:lnTo>
                  <a:lnTo>
                    <a:pt x="128625" y="18796"/>
                  </a:lnTo>
                  <a:lnTo>
                    <a:pt x="119113" y="18796"/>
                  </a:lnTo>
                  <a:lnTo>
                    <a:pt x="113157" y="18796"/>
                  </a:lnTo>
                  <a:lnTo>
                    <a:pt x="112141" y="19304"/>
                  </a:lnTo>
                  <a:lnTo>
                    <a:pt x="112306" y="19304"/>
                  </a:lnTo>
                  <a:lnTo>
                    <a:pt x="112077" y="19685"/>
                  </a:lnTo>
                  <a:lnTo>
                    <a:pt x="112014" y="65151"/>
                  </a:lnTo>
                  <a:lnTo>
                    <a:pt x="112268" y="65532"/>
                  </a:lnTo>
                  <a:lnTo>
                    <a:pt x="111887" y="65532"/>
                  </a:lnTo>
                  <a:lnTo>
                    <a:pt x="112369" y="65760"/>
                  </a:lnTo>
                  <a:lnTo>
                    <a:pt x="113004" y="66040"/>
                  </a:lnTo>
                  <a:lnTo>
                    <a:pt x="113284" y="66167"/>
                  </a:lnTo>
                  <a:lnTo>
                    <a:pt x="119761" y="66167"/>
                  </a:lnTo>
                  <a:lnTo>
                    <a:pt x="120142" y="66040"/>
                  </a:lnTo>
                  <a:lnTo>
                    <a:pt x="120523" y="66040"/>
                  </a:lnTo>
                  <a:lnTo>
                    <a:pt x="120650" y="65786"/>
                  </a:lnTo>
                  <a:lnTo>
                    <a:pt x="120777" y="65532"/>
                  </a:lnTo>
                  <a:lnTo>
                    <a:pt x="121031" y="65532"/>
                  </a:lnTo>
                  <a:lnTo>
                    <a:pt x="121031" y="35433"/>
                  </a:lnTo>
                  <a:lnTo>
                    <a:pt x="122301" y="33528"/>
                  </a:lnTo>
                  <a:lnTo>
                    <a:pt x="131635" y="25654"/>
                  </a:lnTo>
                  <a:lnTo>
                    <a:pt x="134366" y="25654"/>
                  </a:lnTo>
                  <a:lnTo>
                    <a:pt x="136448" y="26035"/>
                  </a:lnTo>
                  <a:lnTo>
                    <a:pt x="137287" y="26416"/>
                  </a:lnTo>
                  <a:lnTo>
                    <a:pt x="138684" y="26797"/>
                  </a:lnTo>
                  <a:lnTo>
                    <a:pt x="139065" y="26924"/>
                  </a:lnTo>
                  <a:lnTo>
                    <a:pt x="139573" y="26924"/>
                  </a:lnTo>
                  <a:lnTo>
                    <a:pt x="139827" y="26797"/>
                  </a:lnTo>
                  <a:lnTo>
                    <a:pt x="140208" y="26416"/>
                  </a:lnTo>
                  <a:lnTo>
                    <a:pt x="140398" y="26035"/>
                  </a:lnTo>
                  <a:lnTo>
                    <a:pt x="140487" y="25654"/>
                  </a:lnTo>
                  <a:lnTo>
                    <a:pt x="140589" y="24384"/>
                  </a:lnTo>
                  <a:lnTo>
                    <a:pt x="140716" y="23749"/>
                  </a:lnTo>
                  <a:lnTo>
                    <a:pt x="140716" y="22225"/>
                  </a:lnTo>
                  <a:close/>
                </a:path>
                <a:path w="402590" h="84454">
                  <a:moveTo>
                    <a:pt x="192278" y="65532"/>
                  </a:moveTo>
                  <a:lnTo>
                    <a:pt x="192189" y="33528"/>
                  </a:lnTo>
                  <a:lnTo>
                    <a:pt x="192100" y="32512"/>
                  </a:lnTo>
                  <a:lnTo>
                    <a:pt x="192024" y="31623"/>
                  </a:lnTo>
                  <a:lnTo>
                    <a:pt x="190817" y="27305"/>
                  </a:lnTo>
                  <a:lnTo>
                    <a:pt x="190779" y="27178"/>
                  </a:lnTo>
                  <a:lnTo>
                    <a:pt x="189915" y="25273"/>
                  </a:lnTo>
                  <a:lnTo>
                    <a:pt x="189865" y="25146"/>
                  </a:lnTo>
                  <a:lnTo>
                    <a:pt x="189661" y="24892"/>
                  </a:lnTo>
                  <a:lnTo>
                    <a:pt x="188468" y="23368"/>
                  </a:lnTo>
                  <a:lnTo>
                    <a:pt x="187071" y="21717"/>
                  </a:lnTo>
                  <a:lnTo>
                    <a:pt x="185293" y="20320"/>
                  </a:lnTo>
                  <a:lnTo>
                    <a:pt x="183007" y="19304"/>
                  </a:lnTo>
                  <a:lnTo>
                    <a:pt x="181114" y="18415"/>
                  </a:lnTo>
                  <a:lnTo>
                    <a:pt x="181546" y="18415"/>
                  </a:lnTo>
                  <a:lnTo>
                    <a:pt x="178054" y="17780"/>
                  </a:lnTo>
                  <a:lnTo>
                    <a:pt x="171958" y="17780"/>
                  </a:lnTo>
                  <a:lnTo>
                    <a:pt x="169291" y="18415"/>
                  </a:lnTo>
                  <a:lnTo>
                    <a:pt x="166497" y="19812"/>
                  </a:lnTo>
                  <a:lnTo>
                    <a:pt x="163830" y="21082"/>
                  </a:lnTo>
                  <a:lnTo>
                    <a:pt x="161036" y="23114"/>
                  </a:lnTo>
                  <a:lnTo>
                    <a:pt x="158242" y="26035"/>
                  </a:lnTo>
                  <a:lnTo>
                    <a:pt x="158115" y="19558"/>
                  </a:lnTo>
                  <a:lnTo>
                    <a:pt x="158051" y="19304"/>
                  </a:lnTo>
                  <a:lnTo>
                    <a:pt x="158229" y="19304"/>
                  </a:lnTo>
                  <a:lnTo>
                    <a:pt x="156959" y="18669"/>
                  </a:lnTo>
                  <a:lnTo>
                    <a:pt x="151511" y="18669"/>
                  </a:lnTo>
                  <a:lnTo>
                    <a:pt x="150241" y="19304"/>
                  </a:lnTo>
                  <a:lnTo>
                    <a:pt x="150406" y="19304"/>
                  </a:lnTo>
                  <a:lnTo>
                    <a:pt x="150241" y="19558"/>
                  </a:lnTo>
                  <a:lnTo>
                    <a:pt x="150114" y="19812"/>
                  </a:lnTo>
                  <a:lnTo>
                    <a:pt x="150114" y="65151"/>
                  </a:lnTo>
                  <a:lnTo>
                    <a:pt x="150368" y="65532"/>
                  </a:lnTo>
                  <a:lnTo>
                    <a:pt x="149987" y="65532"/>
                  </a:lnTo>
                  <a:lnTo>
                    <a:pt x="150469" y="65760"/>
                  </a:lnTo>
                  <a:lnTo>
                    <a:pt x="151104" y="66040"/>
                  </a:lnTo>
                  <a:lnTo>
                    <a:pt x="151384" y="66167"/>
                  </a:lnTo>
                  <a:lnTo>
                    <a:pt x="157861" y="66167"/>
                  </a:lnTo>
                  <a:lnTo>
                    <a:pt x="158242" y="66040"/>
                  </a:lnTo>
                  <a:lnTo>
                    <a:pt x="158623" y="66040"/>
                  </a:lnTo>
                  <a:lnTo>
                    <a:pt x="158750" y="65786"/>
                  </a:lnTo>
                  <a:lnTo>
                    <a:pt x="158877" y="65532"/>
                  </a:lnTo>
                  <a:lnTo>
                    <a:pt x="159131" y="65532"/>
                  </a:lnTo>
                  <a:lnTo>
                    <a:pt x="159131" y="33528"/>
                  </a:lnTo>
                  <a:lnTo>
                    <a:pt x="161429" y="30861"/>
                  </a:lnTo>
                  <a:lnTo>
                    <a:pt x="161544" y="30734"/>
                  </a:lnTo>
                  <a:lnTo>
                    <a:pt x="163957" y="28575"/>
                  </a:lnTo>
                  <a:lnTo>
                    <a:pt x="166243" y="27178"/>
                  </a:lnTo>
                  <a:lnTo>
                    <a:pt x="167855" y="26035"/>
                  </a:lnTo>
                  <a:lnTo>
                    <a:pt x="168402" y="25654"/>
                  </a:lnTo>
                  <a:lnTo>
                    <a:pt x="170688" y="24892"/>
                  </a:lnTo>
                  <a:lnTo>
                    <a:pt x="174625" y="24892"/>
                  </a:lnTo>
                  <a:lnTo>
                    <a:pt x="180809" y="28575"/>
                  </a:lnTo>
                  <a:lnTo>
                    <a:pt x="181610" y="29591"/>
                  </a:lnTo>
                  <a:lnTo>
                    <a:pt x="182181" y="30734"/>
                  </a:lnTo>
                  <a:lnTo>
                    <a:pt x="182245" y="30861"/>
                  </a:lnTo>
                  <a:lnTo>
                    <a:pt x="182626" y="32512"/>
                  </a:lnTo>
                  <a:lnTo>
                    <a:pt x="183134" y="34036"/>
                  </a:lnTo>
                  <a:lnTo>
                    <a:pt x="183261" y="36068"/>
                  </a:lnTo>
                  <a:lnTo>
                    <a:pt x="183375" y="65151"/>
                  </a:lnTo>
                  <a:lnTo>
                    <a:pt x="183515" y="65532"/>
                  </a:lnTo>
                  <a:lnTo>
                    <a:pt x="183134" y="65532"/>
                  </a:lnTo>
                  <a:lnTo>
                    <a:pt x="183616" y="65760"/>
                  </a:lnTo>
                  <a:lnTo>
                    <a:pt x="184251" y="66040"/>
                  </a:lnTo>
                  <a:lnTo>
                    <a:pt x="184531" y="66167"/>
                  </a:lnTo>
                  <a:lnTo>
                    <a:pt x="191008" y="66167"/>
                  </a:lnTo>
                  <a:lnTo>
                    <a:pt x="191389" y="66040"/>
                  </a:lnTo>
                  <a:lnTo>
                    <a:pt x="191770" y="66040"/>
                  </a:lnTo>
                  <a:lnTo>
                    <a:pt x="191897" y="65786"/>
                  </a:lnTo>
                  <a:lnTo>
                    <a:pt x="192024" y="65532"/>
                  </a:lnTo>
                  <a:lnTo>
                    <a:pt x="192278" y="65532"/>
                  </a:lnTo>
                  <a:close/>
                </a:path>
                <a:path w="402590" h="84454">
                  <a:moveTo>
                    <a:pt x="215519" y="19558"/>
                  </a:moveTo>
                  <a:lnTo>
                    <a:pt x="215328" y="19558"/>
                  </a:lnTo>
                  <a:lnTo>
                    <a:pt x="215138" y="19177"/>
                  </a:lnTo>
                  <a:lnTo>
                    <a:pt x="206883" y="19177"/>
                  </a:lnTo>
                  <a:lnTo>
                    <a:pt x="206756" y="65532"/>
                  </a:lnTo>
                  <a:lnTo>
                    <a:pt x="207010" y="66040"/>
                  </a:lnTo>
                  <a:lnTo>
                    <a:pt x="214998" y="66040"/>
                  </a:lnTo>
                  <a:lnTo>
                    <a:pt x="215265" y="65532"/>
                  </a:lnTo>
                  <a:lnTo>
                    <a:pt x="215519" y="65532"/>
                  </a:lnTo>
                  <a:lnTo>
                    <a:pt x="215519" y="19558"/>
                  </a:lnTo>
                  <a:close/>
                </a:path>
                <a:path w="402590" h="84454">
                  <a:moveTo>
                    <a:pt x="216535" y="3048"/>
                  </a:moveTo>
                  <a:lnTo>
                    <a:pt x="216179" y="1778"/>
                  </a:lnTo>
                  <a:lnTo>
                    <a:pt x="215379" y="1016"/>
                  </a:lnTo>
                  <a:lnTo>
                    <a:pt x="214630" y="381"/>
                  </a:lnTo>
                  <a:lnTo>
                    <a:pt x="213233" y="0"/>
                  </a:lnTo>
                  <a:lnTo>
                    <a:pt x="208915" y="0"/>
                  </a:lnTo>
                  <a:lnTo>
                    <a:pt x="207518" y="381"/>
                  </a:lnTo>
                  <a:lnTo>
                    <a:pt x="206629" y="1016"/>
                  </a:lnTo>
                  <a:lnTo>
                    <a:pt x="205867" y="1778"/>
                  </a:lnTo>
                  <a:lnTo>
                    <a:pt x="205486" y="3048"/>
                  </a:lnTo>
                  <a:lnTo>
                    <a:pt x="205486" y="6858"/>
                  </a:lnTo>
                  <a:lnTo>
                    <a:pt x="205867" y="8128"/>
                  </a:lnTo>
                  <a:lnTo>
                    <a:pt x="206629" y="8890"/>
                  </a:lnTo>
                  <a:lnTo>
                    <a:pt x="207391" y="9525"/>
                  </a:lnTo>
                  <a:lnTo>
                    <a:pt x="208915" y="9906"/>
                  </a:lnTo>
                  <a:lnTo>
                    <a:pt x="213106" y="9906"/>
                  </a:lnTo>
                  <a:lnTo>
                    <a:pt x="214630" y="9525"/>
                  </a:lnTo>
                  <a:lnTo>
                    <a:pt x="215392" y="8890"/>
                  </a:lnTo>
                  <a:lnTo>
                    <a:pt x="216154" y="8128"/>
                  </a:lnTo>
                  <a:lnTo>
                    <a:pt x="216535" y="6858"/>
                  </a:lnTo>
                  <a:lnTo>
                    <a:pt x="216535" y="3048"/>
                  </a:lnTo>
                  <a:close/>
                </a:path>
                <a:path w="402590" h="84454">
                  <a:moveTo>
                    <a:pt x="274574" y="65532"/>
                  </a:moveTo>
                  <a:lnTo>
                    <a:pt x="274485" y="33528"/>
                  </a:lnTo>
                  <a:lnTo>
                    <a:pt x="274396" y="32512"/>
                  </a:lnTo>
                  <a:lnTo>
                    <a:pt x="274320" y="31623"/>
                  </a:lnTo>
                  <a:lnTo>
                    <a:pt x="273113" y="27305"/>
                  </a:lnTo>
                  <a:lnTo>
                    <a:pt x="273075" y="27178"/>
                  </a:lnTo>
                  <a:lnTo>
                    <a:pt x="272211" y="25273"/>
                  </a:lnTo>
                  <a:lnTo>
                    <a:pt x="272161" y="25146"/>
                  </a:lnTo>
                  <a:lnTo>
                    <a:pt x="271957" y="24892"/>
                  </a:lnTo>
                  <a:lnTo>
                    <a:pt x="270764" y="23368"/>
                  </a:lnTo>
                  <a:lnTo>
                    <a:pt x="269367" y="21717"/>
                  </a:lnTo>
                  <a:lnTo>
                    <a:pt x="267589" y="20320"/>
                  </a:lnTo>
                  <a:lnTo>
                    <a:pt x="265303" y="19304"/>
                  </a:lnTo>
                  <a:lnTo>
                    <a:pt x="263410" y="18415"/>
                  </a:lnTo>
                  <a:lnTo>
                    <a:pt x="263842" y="18415"/>
                  </a:lnTo>
                  <a:lnTo>
                    <a:pt x="260350" y="17780"/>
                  </a:lnTo>
                  <a:lnTo>
                    <a:pt x="254254" y="17780"/>
                  </a:lnTo>
                  <a:lnTo>
                    <a:pt x="251587" y="18415"/>
                  </a:lnTo>
                  <a:lnTo>
                    <a:pt x="248793" y="19812"/>
                  </a:lnTo>
                  <a:lnTo>
                    <a:pt x="246126" y="21082"/>
                  </a:lnTo>
                  <a:lnTo>
                    <a:pt x="243332" y="23114"/>
                  </a:lnTo>
                  <a:lnTo>
                    <a:pt x="240538" y="26035"/>
                  </a:lnTo>
                  <a:lnTo>
                    <a:pt x="240411" y="19558"/>
                  </a:lnTo>
                  <a:lnTo>
                    <a:pt x="240347" y="19304"/>
                  </a:lnTo>
                  <a:lnTo>
                    <a:pt x="240538" y="19304"/>
                  </a:lnTo>
                  <a:lnTo>
                    <a:pt x="239255" y="18669"/>
                  </a:lnTo>
                  <a:lnTo>
                    <a:pt x="233807" y="18669"/>
                  </a:lnTo>
                  <a:lnTo>
                    <a:pt x="232537" y="19304"/>
                  </a:lnTo>
                  <a:lnTo>
                    <a:pt x="232702" y="19304"/>
                  </a:lnTo>
                  <a:lnTo>
                    <a:pt x="232664" y="65532"/>
                  </a:lnTo>
                  <a:lnTo>
                    <a:pt x="232283" y="65532"/>
                  </a:lnTo>
                  <a:lnTo>
                    <a:pt x="232765" y="65760"/>
                  </a:lnTo>
                  <a:lnTo>
                    <a:pt x="233400" y="66040"/>
                  </a:lnTo>
                  <a:lnTo>
                    <a:pt x="233680" y="66167"/>
                  </a:lnTo>
                  <a:lnTo>
                    <a:pt x="240157" y="66167"/>
                  </a:lnTo>
                  <a:lnTo>
                    <a:pt x="240538" y="66040"/>
                  </a:lnTo>
                  <a:lnTo>
                    <a:pt x="240919" y="66040"/>
                  </a:lnTo>
                  <a:lnTo>
                    <a:pt x="241046" y="65786"/>
                  </a:lnTo>
                  <a:lnTo>
                    <a:pt x="241173" y="65532"/>
                  </a:lnTo>
                  <a:lnTo>
                    <a:pt x="241427" y="65532"/>
                  </a:lnTo>
                  <a:lnTo>
                    <a:pt x="241427" y="33528"/>
                  </a:lnTo>
                  <a:lnTo>
                    <a:pt x="243725" y="30861"/>
                  </a:lnTo>
                  <a:lnTo>
                    <a:pt x="243840" y="30734"/>
                  </a:lnTo>
                  <a:lnTo>
                    <a:pt x="246253" y="28575"/>
                  </a:lnTo>
                  <a:lnTo>
                    <a:pt x="248539" y="27178"/>
                  </a:lnTo>
                  <a:lnTo>
                    <a:pt x="250151" y="26035"/>
                  </a:lnTo>
                  <a:lnTo>
                    <a:pt x="250698" y="25654"/>
                  </a:lnTo>
                  <a:lnTo>
                    <a:pt x="252984" y="24892"/>
                  </a:lnTo>
                  <a:lnTo>
                    <a:pt x="256921" y="24892"/>
                  </a:lnTo>
                  <a:lnTo>
                    <a:pt x="263105" y="28575"/>
                  </a:lnTo>
                  <a:lnTo>
                    <a:pt x="263906" y="29591"/>
                  </a:lnTo>
                  <a:lnTo>
                    <a:pt x="264477" y="30734"/>
                  </a:lnTo>
                  <a:lnTo>
                    <a:pt x="264541" y="30861"/>
                  </a:lnTo>
                  <a:lnTo>
                    <a:pt x="264922" y="32512"/>
                  </a:lnTo>
                  <a:lnTo>
                    <a:pt x="265430" y="34036"/>
                  </a:lnTo>
                  <a:lnTo>
                    <a:pt x="265557" y="65151"/>
                  </a:lnTo>
                  <a:lnTo>
                    <a:pt x="265811" y="65532"/>
                  </a:lnTo>
                  <a:lnTo>
                    <a:pt x="265417" y="65532"/>
                  </a:lnTo>
                  <a:lnTo>
                    <a:pt x="265912" y="65760"/>
                  </a:lnTo>
                  <a:lnTo>
                    <a:pt x="266534" y="66040"/>
                  </a:lnTo>
                  <a:lnTo>
                    <a:pt x="266827" y="66167"/>
                  </a:lnTo>
                  <a:lnTo>
                    <a:pt x="273304" y="66167"/>
                  </a:lnTo>
                  <a:lnTo>
                    <a:pt x="273685" y="66040"/>
                  </a:lnTo>
                  <a:lnTo>
                    <a:pt x="274066" y="66040"/>
                  </a:lnTo>
                  <a:lnTo>
                    <a:pt x="274193" y="65786"/>
                  </a:lnTo>
                  <a:lnTo>
                    <a:pt x="274320" y="65532"/>
                  </a:lnTo>
                  <a:lnTo>
                    <a:pt x="274574" y="65532"/>
                  </a:lnTo>
                  <a:close/>
                </a:path>
                <a:path w="402590" h="84454">
                  <a:moveTo>
                    <a:pt x="331089" y="24130"/>
                  </a:moveTo>
                  <a:lnTo>
                    <a:pt x="330962" y="19812"/>
                  </a:lnTo>
                  <a:lnTo>
                    <a:pt x="330835" y="19558"/>
                  </a:lnTo>
                  <a:lnTo>
                    <a:pt x="330454" y="19050"/>
                  </a:lnTo>
                  <a:lnTo>
                    <a:pt x="330073" y="18796"/>
                  </a:lnTo>
                  <a:lnTo>
                    <a:pt x="317246" y="18796"/>
                  </a:lnTo>
                  <a:lnTo>
                    <a:pt x="317246" y="35179"/>
                  </a:lnTo>
                  <a:lnTo>
                    <a:pt x="316992" y="36449"/>
                  </a:lnTo>
                  <a:lnTo>
                    <a:pt x="316369" y="38354"/>
                  </a:lnTo>
                  <a:lnTo>
                    <a:pt x="316268" y="38735"/>
                  </a:lnTo>
                  <a:lnTo>
                    <a:pt x="316230" y="38862"/>
                  </a:lnTo>
                  <a:lnTo>
                    <a:pt x="315595" y="39878"/>
                  </a:lnTo>
                  <a:lnTo>
                    <a:pt x="314706" y="40767"/>
                  </a:lnTo>
                  <a:lnTo>
                    <a:pt x="313817" y="41783"/>
                  </a:lnTo>
                  <a:lnTo>
                    <a:pt x="312801" y="42418"/>
                  </a:lnTo>
                  <a:lnTo>
                    <a:pt x="312102" y="42672"/>
                  </a:lnTo>
                  <a:lnTo>
                    <a:pt x="311404" y="42672"/>
                  </a:lnTo>
                  <a:lnTo>
                    <a:pt x="311404" y="42926"/>
                  </a:lnTo>
                  <a:lnTo>
                    <a:pt x="310134" y="43434"/>
                  </a:lnTo>
                  <a:lnTo>
                    <a:pt x="308610" y="43688"/>
                  </a:lnTo>
                  <a:lnTo>
                    <a:pt x="303530" y="43688"/>
                  </a:lnTo>
                  <a:lnTo>
                    <a:pt x="303022" y="43535"/>
                  </a:lnTo>
                  <a:lnTo>
                    <a:pt x="303022" y="49784"/>
                  </a:lnTo>
                  <a:lnTo>
                    <a:pt x="295275" y="49784"/>
                  </a:lnTo>
                  <a:lnTo>
                    <a:pt x="295656" y="49022"/>
                  </a:lnTo>
                  <a:lnTo>
                    <a:pt x="296291" y="48260"/>
                  </a:lnTo>
                  <a:lnTo>
                    <a:pt x="297053" y="47498"/>
                  </a:lnTo>
                  <a:lnTo>
                    <a:pt x="297942" y="48260"/>
                  </a:lnTo>
                  <a:lnTo>
                    <a:pt x="299605" y="49022"/>
                  </a:lnTo>
                  <a:lnTo>
                    <a:pt x="299770" y="49022"/>
                  </a:lnTo>
                  <a:lnTo>
                    <a:pt x="301117" y="49403"/>
                  </a:lnTo>
                  <a:lnTo>
                    <a:pt x="303022" y="49784"/>
                  </a:lnTo>
                  <a:lnTo>
                    <a:pt x="303022" y="43535"/>
                  </a:lnTo>
                  <a:lnTo>
                    <a:pt x="300990" y="42926"/>
                  </a:lnTo>
                  <a:lnTo>
                    <a:pt x="311404" y="42926"/>
                  </a:lnTo>
                  <a:lnTo>
                    <a:pt x="311404" y="42672"/>
                  </a:lnTo>
                  <a:lnTo>
                    <a:pt x="300736" y="42672"/>
                  </a:lnTo>
                  <a:lnTo>
                    <a:pt x="299212" y="41148"/>
                  </a:lnTo>
                  <a:lnTo>
                    <a:pt x="297307" y="39497"/>
                  </a:lnTo>
                  <a:lnTo>
                    <a:pt x="296418" y="37211"/>
                  </a:lnTo>
                  <a:lnTo>
                    <a:pt x="296545" y="32258"/>
                  </a:lnTo>
                  <a:lnTo>
                    <a:pt x="304927" y="24130"/>
                  </a:lnTo>
                  <a:lnTo>
                    <a:pt x="310007" y="24130"/>
                  </a:lnTo>
                  <a:lnTo>
                    <a:pt x="313055" y="25146"/>
                  </a:lnTo>
                  <a:lnTo>
                    <a:pt x="312801" y="25146"/>
                  </a:lnTo>
                  <a:lnTo>
                    <a:pt x="314452" y="26797"/>
                  </a:lnTo>
                  <a:lnTo>
                    <a:pt x="316357" y="28448"/>
                  </a:lnTo>
                  <a:lnTo>
                    <a:pt x="317195" y="30734"/>
                  </a:lnTo>
                  <a:lnTo>
                    <a:pt x="317246" y="35179"/>
                  </a:lnTo>
                  <a:lnTo>
                    <a:pt x="317246" y="18796"/>
                  </a:lnTo>
                  <a:lnTo>
                    <a:pt x="314579" y="18796"/>
                  </a:lnTo>
                  <a:lnTo>
                    <a:pt x="312293" y="18288"/>
                  </a:lnTo>
                  <a:lnTo>
                    <a:pt x="309753" y="18034"/>
                  </a:lnTo>
                  <a:lnTo>
                    <a:pt x="303187" y="18034"/>
                  </a:lnTo>
                  <a:lnTo>
                    <a:pt x="301498" y="18288"/>
                  </a:lnTo>
                  <a:lnTo>
                    <a:pt x="289306" y="27432"/>
                  </a:lnTo>
                  <a:lnTo>
                    <a:pt x="288417" y="29210"/>
                  </a:lnTo>
                  <a:lnTo>
                    <a:pt x="288290" y="29464"/>
                  </a:lnTo>
                  <a:lnTo>
                    <a:pt x="288137" y="30353"/>
                  </a:lnTo>
                  <a:lnTo>
                    <a:pt x="288163" y="38354"/>
                  </a:lnTo>
                  <a:lnTo>
                    <a:pt x="288798" y="39878"/>
                  </a:lnTo>
                  <a:lnTo>
                    <a:pt x="289433" y="41148"/>
                  </a:lnTo>
                  <a:lnTo>
                    <a:pt x="289560" y="41402"/>
                  </a:lnTo>
                  <a:lnTo>
                    <a:pt x="290195" y="42418"/>
                  </a:lnTo>
                  <a:lnTo>
                    <a:pt x="290347" y="42672"/>
                  </a:lnTo>
                  <a:lnTo>
                    <a:pt x="291465" y="44069"/>
                  </a:lnTo>
                  <a:lnTo>
                    <a:pt x="290195" y="45339"/>
                  </a:lnTo>
                  <a:lnTo>
                    <a:pt x="289052" y="46736"/>
                  </a:lnTo>
                  <a:lnTo>
                    <a:pt x="288163" y="48260"/>
                  </a:lnTo>
                  <a:lnTo>
                    <a:pt x="287540" y="49403"/>
                  </a:lnTo>
                  <a:lnTo>
                    <a:pt x="287299" y="49784"/>
                  </a:lnTo>
                  <a:lnTo>
                    <a:pt x="286766" y="51689"/>
                  </a:lnTo>
                  <a:lnTo>
                    <a:pt x="286766" y="55245"/>
                  </a:lnTo>
                  <a:lnTo>
                    <a:pt x="291973" y="60960"/>
                  </a:lnTo>
                  <a:lnTo>
                    <a:pt x="289814" y="62611"/>
                  </a:lnTo>
                  <a:lnTo>
                    <a:pt x="287921" y="64516"/>
                  </a:lnTo>
                  <a:lnTo>
                    <a:pt x="287274" y="65278"/>
                  </a:lnTo>
                  <a:lnTo>
                    <a:pt x="286829" y="66040"/>
                  </a:lnTo>
                  <a:lnTo>
                    <a:pt x="286766" y="66167"/>
                  </a:lnTo>
                  <a:lnTo>
                    <a:pt x="286131" y="67056"/>
                  </a:lnTo>
                  <a:lnTo>
                    <a:pt x="285623" y="68072"/>
                  </a:lnTo>
                  <a:lnTo>
                    <a:pt x="285115" y="70104"/>
                  </a:lnTo>
                  <a:lnTo>
                    <a:pt x="285051" y="70612"/>
                  </a:lnTo>
                  <a:lnTo>
                    <a:pt x="284988" y="74041"/>
                  </a:lnTo>
                  <a:lnTo>
                    <a:pt x="285127" y="74676"/>
                  </a:lnTo>
                  <a:lnTo>
                    <a:pt x="285191" y="74930"/>
                  </a:lnTo>
                  <a:lnTo>
                    <a:pt x="285305" y="75438"/>
                  </a:lnTo>
                  <a:lnTo>
                    <a:pt x="285369" y="75692"/>
                  </a:lnTo>
                  <a:lnTo>
                    <a:pt x="286131" y="77089"/>
                  </a:lnTo>
                  <a:lnTo>
                    <a:pt x="286639" y="78105"/>
                  </a:lnTo>
                  <a:lnTo>
                    <a:pt x="286766" y="78359"/>
                  </a:lnTo>
                  <a:lnTo>
                    <a:pt x="286893" y="78613"/>
                  </a:lnTo>
                  <a:lnTo>
                    <a:pt x="288163" y="79883"/>
                  </a:lnTo>
                  <a:lnTo>
                    <a:pt x="289941" y="80899"/>
                  </a:lnTo>
                  <a:lnTo>
                    <a:pt x="291719" y="82042"/>
                  </a:lnTo>
                  <a:lnTo>
                    <a:pt x="294005" y="82804"/>
                  </a:lnTo>
                  <a:lnTo>
                    <a:pt x="299593" y="84074"/>
                  </a:lnTo>
                  <a:lnTo>
                    <a:pt x="302895" y="84328"/>
                  </a:lnTo>
                  <a:lnTo>
                    <a:pt x="311023" y="84328"/>
                  </a:lnTo>
                  <a:lnTo>
                    <a:pt x="327101" y="78105"/>
                  </a:lnTo>
                  <a:lnTo>
                    <a:pt x="328180" y="76835"/>
                  </a:lnTo>
                  <a:lnTo>
                    <a:pt x="330644" y="66802"/>
                  </a:lnTo>
                  <a:lnTo>
                    <a:pt x="330327" y="65278"/>
                  </a:lnTo>
                  <a:lnTo>
                    <a:pt x="329374" y="63754"/>
                  </a:lnTo>
                  <a:lnTo>
                    <a:pt x="328930" y="62865"/>
                  </a:lnTo>
                  <a:lnTo>
                    <a:pt x="328803" y="62611"/>
                  </a:lnTo>
                  <a:lnTo>
                    <a:pt x="328676" y="62357"/>
                  </a:lnTo>
                  <a:lnTo>
                    <a:pt x="327406" y="61087"/>
                  </a:lnTo>
                  <a:lnTo>
                    <a:pt x="326009" y="60071"/>
                  </a:lnTo>
                  <a:lnTo>
                    <a:pt x="324485" y="59055"/>
                  </a:lnTo>
                  <a:lnTo>
                    <a:pt x="322707" y="58293"/>
                  </a:lnTo>
                  <a:lnTo>
                    <a:pt x="321691" y="58039"/>
                  </a:lnTo>
                  <a:lnTo>
                    <a:pt x="321691" y="67564"/>
                  </a:lnTo>
                  <a:lnTo>
                    <a:pt x="321691" y="70612"/>
                  </a:lnTo>
                  <a:lnTo>
                    <a:pt x="321525" y="71247"/>
                  </a:lnTo>
                  <a:lnTo>
                    <a:pt x="321437" y="71628"/>
                  </a:lnTo>
                  <a:lnTo>
                    <a:pt x="321056" y="72644"/>
                  </a:lnTo>
                  <a:lnTo>
                    <a:pt x="320598" y="73660"/>
                  </a:lnTo>
                  <a:lnTo>
                    <a:pt x="320548" y="73787"/>
                  </a:lnTo>
                  <a:lnTo>
                    <a:pt x="319659" y="74676"/>
                  </a:lnTo>
                  <a:lnTo>
                    <a:pt x="310007" y="78105"/>
                  </a:lnTo>
                  <a:lnTo>
                    <a:pt x="303022" y="78105"/>
                  </a:lnTo>
                  <a:lnTo>
                    <a:pt x="299720" y="77470"/>
                  </a:lnTo>
                  <a:lnTo>
                    <a:pt x="297307" y="76454"/>
                  </a:lnTo>
                  <a:lnTo>
                    <a:pt x="295160" y="75438"/>
                  </a:lnTo>
                  <a:lnTo>
                    <a:pt x="294970" y="75438"/>
                  </a:lnTo>
                  <a:lnTo>
                    <a:pt x="293827" y="73787"/>
                  </a:lnTo>
                  <a:lnTo>
                    <a:pt x="293878" y="70104"/>
                  </a:lnTo>
                  <a:lnTo>
                    <a:pt x="294005" y="69469"/>
                  </a:lnTo>
                  <a:lnTo>
                    <a:pt x="294132" y="68834"/>
                  </a:lnTo>
                  <a:lnTo>
                    <a:pt x="299466" y="62865"/>
                  </a:lnTo>
                  <a:lnTo>
                    <a:pt x="312166" y="63373"/>
                  </a:lnTo>
                  <a:lnTo>
                    <a:pt x="315087" y="63373"/>
                  </a:lnTo>
                  <a:lnTo>
                    <a:pt x="317373" y="64008"/>
                  </a:lnTo>
                  <a:lnTo>
                    <a:pt x="320929" y="66040"/>
                  </a:lnTo>
                  <a:lnTo>
                    <a:pt x="321691" y="67564"/>
                  </a:lnTo>
                  <a:lnTo>
                    <a:pt x="321691" y="58039"/>
                  </a:lnTo>
                  <a:lnTo>
                    <a:pt x="318643" y="57277"/>
                  </a:lnTo>
                  <a:lnTo>
                    <a:pt x="316484" y="56896"/>
                  </a:lnTo>
                  <a:lnTo>
                    <a:pt x="314071" y="56896"/>
                  </a:lnTo>
                  <a:lnTo>
                    <a:pt x="304444" y="56515"/>
                  </a:lnTo>
                  <a:lnTo>
                    <a:pt x="300431" y="56515"/>
                  </a:lnTo>
                  <a:lnTo>
                    <a:pt x="297688" y="55880"/>
                  </a:lnTo>
                  <a:lnTo>
                    <a:pt x="295402" y="54356"/>
                  </a:lnTo>
                  <a:lnTo>
                    <a:pt x="294767" y="53340"/>
                  </a:lnTo>
                  <a:lnTo>
                    <a:pt x="294767" y="51181"/>
                  </a:lnTo>
                  <a:lnTo>
                    <a:pt x="295021" y="50292"/>
                  </a:lnTo>
                  <a:lnTo>
                    <a:pt x="295148" y="50038"/>
                  </a:lnTo>
                  <a:lnTo>
                    <a:pt x="304800" y="50038"/>
                  </a:lnTo>
                  <a:lnTo>
                    <a:pt x="309626" y="50038"/>
                  </a:lnTo>
                  <a:lnTo>
                    <a:pt x="311404" y="49784"/>
                  </a:lnTo>
                  <a:lnTo>
                    <a:pt x="311835" y="49784"/>
                  </a:lnTo>
                  <a:lnTo>
                    <a:pt x="314579" y="49022"/>
                  </a:lnTo>
                  <a:lnTo>
                    <a:pt x="316865" y="48260"/>
                  </a:lnTo>
                  <a:lnTo>
                    <a:pt x="318211" y="47498"/>
                  </a:lnTo>
                  <a:lnTo>
                    <a:pt x="318897" y="47117"/>
                  </a:lnTo>
                  <a:lnTo>
                    <a:pt x="320548" y="45847"/>
                  </a:lnTo>
                  <a:lnTo>
                    <a:pt x="322199" y="44450"/>
                  </a:lnTo>
                  <a:lnTo>
                    <a:pt x="322795" y="43688"/>
                  </a:lnTo>
                  <a:lnTo>
                    <a:pt x="323596" y="42672"/>
                  </a:lnTo>
                  <a:lnTo>
                    <a:pt x="325666" y="31750"/>
                  </a:lnTo>
                  <a:lnTo>
                    <a:pt x="325513" y="30861"/>
                  </a:lnTo>
                  <a:lnTo>
                    <a:pt x="325501" y="30734"/>
                  </a:lnTo>
                  <a:lnTo>
                    <a:pt x="324523" y="28067"/>
                  </a:lnTo>
                  <a:lnTo>
                    <a:pt x="324485" y="27940"/>
                  </a:lnTo>
                  <a:lnTo>
                    <a:pt x="323596" y="26543"/>
                  </a:lnTo>
                  <a:lnTo>
                    <a:pt x="322580" y="25527"/>
                  </a:lnTo>
                  <a:lnTo>
                    <a:pt x="329755" y="25527"/>
                  </a:lnTo>
                  <a:lnTo>
                    <a:pt x="330327" y="25146"/>
                  </a:lnTo>
                  <a:lnTo>
                    <a:pt x="331089" y="24130"/>
                  </a:lnTo>
                  <a:close/>
                </a:path>
                <a:path w="402590" h="84454">
                  <a:moveTo>
                    <a:pt x="402590" y="39878"/>
                  </a:moveTo>
                  <a:lnTo>
                    <a:pt x="402463" y="39370"/>
                  </a:lnTo>
                  <a:lnTo>
                    <a:pt x="402082" y="38354"/>
                  </a:lnTo>
                  <a:lnTo>
                    <a:pt x="401574" y="37846"/>
                  </a:lnTo>
                  <a:lnTo>
                    <a:pt x="401066" y="37592"/>
                  </a:lnTo>
                  <a:lnTo>
                    <a:pt x="374523" y="37592"/>
                  </a:lnTo>
                  <a:lnTo>
                    <a:pt x="374015" y="37846"/>
                  </a:lnTo>
                  <a:lnTo>
                    <a:pt x="373253" y="38862"/>
                  </a:lnTo>
                  <a:lnTo>
                    <a:pt x="373126" y="39751"/>
                  </a:lnTo>
                  <a:lnTo>
                    <a:pt x="373126" y="42291"/>
                  </a:lnTo>
                  <a:lnTo>
                    <a:pt x="373253" y="43180"/>
                  </a:lnTo>
                  <a:lnTo>
                    <a:pt x="374015" y="44196"/>
                  </a:lnTo>
                  <a:lnTo>
                    <a:pt x="374523" y="44450"/>
                  </a:lnTo>
                  <a:lnTo>
                    <a:pt x="401193" y="44450"/>
                  </a:lnTo>
                  <a:lnTo>
                    <a:pt x="401701" y="44196"/>
                  </a:lnTo>
                  <a:lnTo>
                    <a:pt x="402463" y="43180"/>
                  </a:lnTo>
                  <a:lnTo>
                    <a:pt x="402590" y="42291"/>
                  </a:lnTo>
                  <a:lnTo>
                    <a:pt x="402590" y="41021"/>
                  </a:lnTo>
                  <a:lnTo>
                    <a:pt x="402590" y="3987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471152" y="4101211"/>
              <a:ext cx="193294" cy="6629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16136" y="4227449"/>
              <a:ext cx="263271" cy="74294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67957" y="3964940"/>
              <a:ext cx="829310" cy="461772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789926" y="4124071"/>
              <a:ext cx="281940" cy="2005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745556" y="2117623"/>
              <a:ext cx="1079542" cy="103273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151114" y="4125594"/>
              <a:ext cx="435482" cy="215646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91956" y="4137152"/>
              <a:ext cx="110363" cy="6540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757412" y="4263008"/>
              <a:ext cx="114046" cy="73152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891905" y="4263516"/>
              <a:ext cx="57150" cy="72390"/>
            </a:xfrm>
            <a:custGeom>
              <a:avLst/>
              <a:gdLst/>
              <a:ahLst/>
              <a:cxnLst/>
              <a:rect l="l" t="t" r="r" b="b"/>
              <a:pathLst>
                <a:path w="57150" h="72389">
                  <a:moveTo>
                    <a:pt x="29083" y="0"/>
                  </a:moveTo>
                  <a:lnTo>
                    <a:pt x="3175" y="0"/>
                  </a:lnTo>
                  <a:lnTo>
                    <a:pt x="2063" y="507"/>
                  </a:lnTo>
                  <a:lnTo>
                    <a:pt x="1397" y="888"/>
                  </a:lnTo>
                  <a:lnTo>
                    <a:pt x="380" y="1523"/>
                  </a:lnTo>
                  <a:lnTo>
                    <a:pt x="0" y="2539"/>
                  </a:lnTo>
                  <a:lnTo>
                    <a:pt x="47" y="69976"/>
                  </a:lnTo>
                  <a:lnTo>
                    <a:pt x="380" y="70865"/>
                  </a:lnTo>
                  <a:lnTo>
                    <a:pt x="1397" y="71373"/>
                  </a:lnTo>
                  <a:lnTo>
                    <a:pt x="2286" y="72008"/>
                  </a:lnTo>
                  <a:lnTo>
                    <a:pt x="3175" y="72262"/>
                  </a:lnTo>
                  <a:lnTo>
                    <a:pt x="30099" y="72262"/>
                  </a:lnTo>
                  <a:lnTo>
                    <a:pt x="33020" y="72008"/>
                  </a:lnTo>
                  <a:lnTo>
                    <a:pt x="38100" y="71246"/>
                  </a:lnTo>
                  <a:lnTo>
                    <a:pt x="39814" y="70865"/>
                  </a:lnTo>
                  <a:lnTo>
                    <a:pt x="40005" y="70865"/>
                  </a:lnTo>
                  <a:lnTo>
                    <a:pt x="51943" y="64515"/>
                  </a:lnTo>
                  <a:lnTo>
                    <a:pt x="11429" y="64515"/>
                  </a:lnTo>
                  <a:lnTo>
                    <a:pt x="11429" y="38861"/>
                  </a:lnTo>
                  <a:lnTo>
                    <a:pt x="51435" y="38861"/>
                  </a:lnTo>
                  <a:lnTo>
                    <a:pt x="50546" y="37972"/>
                  </a:lnTo>
                  <a:lnTo>
                    <a:pt x="48768" y="36702"/>
                  </a:lnTo>
                  <a:lnTo>
                    <a:pt x="44703" y="34670"/>
                  </a:lnTo>
                  <a:lnTo>
                    <a:pt x="42418" y="34035"/>
                  </a:lnTo>
                  <a:lnTo>
                    <a:pt x="40131" y="33654"/>
                  </a:lnTo>
                  <a:lnTo>
                    <a:pt x="41910" y="33019"/>
                  </a:lnTo>
                  <a:lnTo>
                    <a:pt x="43561" y="32130"/>
                  </a:lnTo>
                  <a:lnTo>
                    <a:pt x="44894" y="31241"/>
                  </a:lnTo>
                  <a:lnTo>
                    <a:pt x="11429" y="31241"/>
                  </a:lnTo>
                  <a:lnTo>
                    <a:pt x="11429" y="7873"/>
                  </a:lnTo>
                  <a:lnTo>
                    <a:pt x="48355" y="7873"/>
                  </a:lnTo>
                  <a:lnTo>
                    <a:pt x="47117" y="6349"/>
                  </a:lnTo>
                  <a:lnTo>
                    <a:pt x="44958" y="4825"/>
                  </a:lnTo>
                  <a:lnTo>
                    <a:pt x="42672" y="3301"/>
                  </a:lnTo>
                  <a:lnTo>
                    <a:pt x="40004" y="2031"/>
                  </a:lnTo>
                  <a:lnTo>
                    <a:pt x="33400" y="507"/>
                  </a:lnTo>
                  <a:lnTo>
                    <a:pt x="29083" y="0"/>
                  </a:lnTo>
                  <a:close/>
                </a:path>
                <a:path w="57150" h="72389">
                  <a:moveTo>
                    <a:pt x="51435" y="38861"/>
                  </a:moveTo>
                  <a:lnTo>
                    <a:pt x="28828" y="38861"/>
                  </a:lnTo>
                  <a:lnTo>
                    <a:pt x="31750" y="39115"/>
                  </a:lnTo>
                  <a:lnTo>
                    <a:pt x="36575" y="40385"/>
                  </a:lnTo>
                  <a:lnTo>
                    <a:pt x="43688" y="46481"/>
                  </a:lnTo>
                  <a:lnTo>
                    <a:pt x="44576" y="48005"/>
                  </a:lnTo>
                  <a:lnTo>
                    <a:pt x="44958" y="49910"/>
                  </a:lnTo>
                  <a:lnTo>
                    <a:pt x="44958" y="54101"/>
                  </a:lnTo>
                  <a:lnTo>
                    <a:pt x="44576" y="55879"/>
                  </a:lnTo>
                  <a:lnTo>
                    <a:pt x="42799" y="58927"/>
                  </a:lnTo>
                  <a:lnTo>
                    <a:pt x="41655" y="60197"/>
                  </a:lnTo>
                  <a:lnTo>
                    <a:pt x="40131" y="61213"/>
                  </a:lnTo>
                  <a:lnTo>
                    <a:pt x="38735" y="62229"/>
                  </a:lnTo>
                  <a:lnTo>
                    <a:pt x="36956" y="62991"/>
                  </a:lnTo>
                  <a:lnTo>
                    <a:pt x="35051" y="63499"/>
                  </a:lnTo>
                  <a:lnTo>
                    <a:pt x="33020" y="64134"/>
                  </a:lnTo>
                  <a:lnTo>
                    <a:pt x="29591" y="64515"/>
                  </a:lnTo>
                  <a:lnTo>
                    <a:pt x="51943" y="64515"/>
                  </a:lnTo>
                  <a:lnTo>
                    <a:pt x="53086" y="62991"/>
                  </a:lnTo>
                  <a:lnTo>
                    <a:pt x="54355" y="61467"/>
                  </a:lnTo>
                  <a:lnTo>
                    <a:pt x="55372" y="59689"/>
                  </a:lnTo>
                  <a:lnTo>
                    <a:pt x="56006" y="57784"/>
                  </a:lnTo>
                  <a:lnTo>
                    <a:pt x="56769" y="55879"/>
                  </a:lnTo>
                  <a:lnTo>
                    <a:pt x="57102" y="54101"/>
                  </a:lnTo>
                  <a:lnTo>
                    <a:pt x="57150" y="49148"/>
                  </a:lnTo>
                  <a:lnTo>
                    <a:pt x="56642" y="46862"/>
                  </a:lnTo>
                  <a:lnTo>
                    <a:pt x="54864" y="42798"/>
                  </a:lnTo>
                  <a:lnTo>
                    <a:pt x="53684" y="41147"/>
                  </a:lnTo>
                  <a:lnTo>
                    <a:pt x="52958" y="40385"/>
                  </a:lnTo>
                  <a:lnTo>
                    <a:pt x="51435" y="38861"/>
                  </a:lnTo>
                  <a:close/>
                </a:path>
                <a:path w="57150" h="72389">
                  <a:moveTo>
                    <a:pt x="48355" y="7873"/>
                  </a:moveTo>
                  <a:lnTo>
                    <a:pt x="26543" y="7873"/>
                  </a:lnTo>
                  <a:lnTo>
                    <a:pt x="29210" y="8127"/>
                  </a:lnTo>
                  <a:lnTo>
                    <a:pt x="33274" y="9143"/>
                  </a:lnTo>
                  <a:lnTo>
                    <a:pt x="38862" y="14477"/>
                  </a:lnTo>
                  <a:lnTo>
                    <a:pt x="39497" y="15874"/>
                  </a:lnTo>
                  <a:lnTo>
                    <a:pt x="39497" y="22351"/>
                  </a:lnTo>
                  <a:lnTo>
                    <a:pt x="38862" y="23748"/>
                  </a:lnTo>
                  <a:lnTo>
                    <a:pt x="38353" y="25272"/>
                  </a:lnTo>
                  <a:lnTo>
                    <a:pt x="27431" y="31241"/>
                  </a:lnTo>
                  <a:lnTo>
                    <a:pt x="44929" y="31241"/>
                  </a:lnTo>
                  <a:lnTo>
                    <a:pt x="46481" y="29971"/>
                  </a:lnTo>
                  <a:lnTo>
                    <a:pt x="47751" y="28828"/>
                  </a:lnTo>
                  <a:lnTo>
                    <a:pt x="48552" y="27685"/>
                  </a:lnTo>
                  <a:lnTo>
                    <a:pt x="49656" y="26161"/>
                  </a:lnTo>
                  <a:lnTo>
                    <a:pt x="50419" y="24764"/>
                  </a:lnTo>
                  <a:lnTo>
                    <a:pt x="50673" y="23748"/>
                  </a:lnTo>
                  <a:lnTo>
                    <a:pt x="50800" y="23240"/>
                  </a:lnTo>
                  <a:lnTo>
                    <a:pt x="51308" y="21589"/>
                  </a:lnTo>
                  <a:lnTo>
                    <a:pt x="51435" y="20827"/>
                  </a:lnTo>
                  <a:lnTo>
                    <a:pt x="51562" y="15366"/>
                  </a:lnTo>
                  <a:lnTo>
                    <a:pt x="51104" y="13080"/>
                  </a:lnTo>
                  <a:lnTo>
                    <a:pt x="51053" y="12826"/>
                  </a:lnTo>
                  <a:lnTo>
                    <a:pt x="49911" y="10540"/>
                  </a:lnTo>
                  <a:lnTo>
                    <a:pt x="48768" y="8381"/>
                  </a:lnTo>
                  <a:lnTo>
                    <a:pt x="48355" y="787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109333" y="3384168"/>
              <a:ext cx="3132455" cy="1217930"/>
            </a:xfrm>
            <a:custGeom>
              <a:avLst/>
              <a:gdLst/>
              <a:ahLst/>
              <a:cxnLst/>
              <a:rect l="l" t="t" r="r" b="b"/>
              <a:pathLst>
                <a:path w="3132454" h="1217929">
                  <a:moveTo>
                    <a:pt x="3132328" y="0"/>
                  </a:moveTo>
                  <a:lnTo>
                    <a:pt x="2715768" y="644905"/>
                  </a:lnTo>
                </a:path>
                <a:path w="3132454" h="1217929">
                  <a:moveTo>
                    <a:pt x="2732405" y="816736"/>
                  </a:moveTo>
                  <a:lnTo>
                    <a:pt x="2237232" y="993647"/>
                  </a:lnTo>
                </a:path>
                <a:path w="3132454" h="1217929">
                  <a:moveTo>
                    <a:pt x="2092198" y="1097152"/>
                  </a:moveTo>
                  <a:lnTo>
                    <a:pt x="1854708" y="1177289"/>
                  </a:lnTo>
                </a:path>
                <a:path w="3132454" h="1217929">
                  <a:moveTo>
                    <a:pt x="1628902" y="1177924"/>
                  </a:moveTo>
                  <a:lnTo>
                    <a:pt x="1391412" y="1187322"/>
                  </a:lnTo>
                </a:path>
                <a:path w="3132454" h="1217929">
                  <a:moveTo>
                    <a:pt x="1164082" y="1187068"/>
                  </a:moveTo>
                  <a:lnTo>
                    <a:pt x="926592" y="1199641"/>
                  </a:lnTo>
                </a:path>
                <a:path w="3132454" h="1217929">
                  <a:moveTo>
                    <a:pt x="700786" y="1199260"/>
                  </a:moveTo>
                  <a:lnTo>
                    <a:pt x="463296" y="1217294"/>
                  </a:lnTo>
                </a:path>
                <a:path w="3132454" h="1217929">
                  <a:moveTo>
                    <a:pt x="237490" y="1217548"/>
                  </a:moveTo>
                  <a:lnTo>
                    <a:pt x="0" y="1217548"/>
                  </a:lnTo>
                </a:path>
              </a:pathLst>
            </a:custGeom>
            <a:ln w="6350">
              <a:solidFill>
                <a:srgbClr val="D9D9D9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7" name="object 37"/>
          <p:cNvGrpSpPr/>
          <p:nvPr/>
        </p:nvGrpSpPr>
        <p:grpSpPr>
          <a:xfrm>
            <a:off x="9705975" y="4023893"/>
            <a:ext cx="238760" cy="191135"/>
            <a:chOff x="9705975" y="4023893"/>
            <a:chExt cx="238760" cy="191135"/>
          </a:xfrm>
        </p:grpSpPr>
        <p:sp>
          <p:nvSpPr>
            <p:cNvPr id="38" name="object 38"/>
            <p:cNvSpPr/>
            <p:nvPr/>
          </p:nvSpPr>
          <p:spPr>
            <a:xfrm>
              <a:off x="9712325" y="4030218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225551" y="0"/>
                  </a:moveTo>
                  <a:lnTo>
                    <a:pt x="0" y="0"/>
                  </a:lnTo>
                  <a:lnTo>
                    <a:pt x="0" y="178307"/>
                  </a:lnTo>
                  <a:lnTo>
                    <a:pt x="225551" y="178307"/>
                  </a:lnTo>
                  <a:lnTo>
                    <a:pt x="225551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712325" y="4030243"/>
              <a:ext cx="226060" cy="178435"/>
            </a:xfrm>
            <a:custGeom>
              <a:avLst/>
              <a:gdLst/>
              <a:ahLst/>
              <a:cxnLst/>
              <a:rect l="l" t="t" r="r" b="b"/>
              <a:pathLst>
                <a:path w="226059" h="178435">
                  <a:moveTo>
                    <a:pt x="0" y="178282"/>
                  </a:moveTo>
                  <a:lnTo>
                    <a:pt x="225551" y="178282"/>
                  </a:lnTo>
                  <a:lnTo>
                    <a:pt x="225551" y="0"/>
                  </a:lnTo>
                  <a:lnTo>
                    <a:pt x="0" y="0"/>
                  </a:lnTo>
                  <a:lnTo>
                    <a:pt x="0" y="178282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0" name="object 4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25140" y="4849240"/>
            <a:ext cx="251629" cy="74294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49981" y="4849240"/>
            <a:ext cx="252645" cy="74294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165210" y="4849240"/>
            <a:ext cx="251810" cy="74294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436692" y="4849240"/>
            <a:ext cx="253398" cy="7429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0052388" y="4849240"/>
            <a:ext cx="250359" cy="74294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0668084" y="4849240"/>
            <a:ext cx="250486" cy="74294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8801184" y="4849240"/>
            <a:ext cx="251344" cy="7429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727315" y="1426210"/>
            <a:ext cx="483200" cy="106806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275193" y="1432813"/>
            <a:ext cx="947165" cy="100202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9286113" y="1431036"/>
            <a:ext cx="425576" cy="101980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364223" y="2532888"/>
            <a:ext cx="194691" cy="1630172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4434" y="111912"/>
            <a:ext cx="4309745" cy="20345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79375">
              <a:lnSpc>
                <a:spcPct val="109700"/>
              </a:lnSpc>
              <a:spcBef>
                <a:spcPts val="100"/>
              </a:spcBef>
            </a:pPr>
            <a:r>
              <a:rPr sz="4000" dirty="0"/>
              <a:t>Aplicaciones</a:t>
            </a:r>
            <a:r>
              <a:rPr sz="4000" spc="-75" dirty="0"/>
              <a:t> </a:t>
            </a:r>
            <a:r>
              <a:rPr sz="4000" dirty="0"/>
              <a:t>de</a:t>
            </a:r>
            <a:r>
              <a:rPr sz="4000" spc="-65" dirty="0"/>
              <a:t> </a:t>
            </a:r>
            <a:r>
              <a:rPr sz="4000" dirty="0"/>
              <a:t>la</a:t>
            </a:r>
            <a:r>
              <a:rPr sz="4000" spc="-65" dirty="0"/>
              <a:t> </a:t>
            </a:r>
            <a:r>
              <a:rPr sz="4000" spc="-25" dirty="0"/>
              <a:t>IA </a:t>
            </a:r>
            <a:r>
              <a:rPr sz="4000" spc="-10" dirty="0"/>
              <a:t>Generativa</a:t>
            </a:r>
            <a:endParaRPr sz="4000"/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4000" dirty="0"/>
              <a:t>¿Cuáles</a:t>
            </a:r>
            <a:r>
              <a:rPr sz="4000" spc="-90" dirty="0"/>
              <a:t> </a:t>
            </a:r>
            <a:r>
              <a:rPr sz="4000" spc="-10" dirty="0"/>
              <a:t>conocemos?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54611"/>
            <a:ext cx="5930900" cy="6802755"/>
            <a:chOff x="0" y="54611"/>
            <a:chExt cx="5930900" cy="6802755"/>
          </a:xfrm>
        </p:grpSpPr>
        <p:sp>
          <p:nvSpPr>
            <p:cNvPr id="4" name="object 4"/>
            <p:cNvSpPr/>
            <p:nvPr/>
          </p:nvSpPr>
          <p:spPr>
            <a:xfrm>
              <a:off x="1085773" y="2155189"/>
              <a:ext cx="2832100" cy="2947035"/>
            </a:xfrm>
            <a:custGeom>
              <a:avLst/>
              <a:gdLst/>
              <a:ahLst/>
              <a:cxnLst/>
              <a:rect l="l" t="t" r="r" b="b"/>
              <a:pathLst>
                <a:path w="2832100" h="2947035">
                  <a:moveTo>
                    <a:pt x="1900123" y="376301"/>
                  </a:moveTo>
                  <a:lnTo>
                    <a:pt x="1825574" y="365963"/>
                  </a:lnTo>
                  <a:lnTo>
                    <a:pt x="1825574" y="439547"/>
                  </a:lnTo>
                  <a:lnTo>
                    <a:pt x="1825574" y="2723388"/>
                  </a:lnTo>
                  <a:lnTo>
                    <a:pt x="1322654" y="2792349"/>
                  </a:lnTo>
                  <a:lnTo>
                    <a:pt x="819607" y="2861183"/>
                  </a:lnTo>
                  <a:lnTo>
                    <a:pt x="819607" y="301752"/>
                  </a:lnTo>
                  <a:lnTo>
                    <a:pt x="1322654" y="370713"/>
                  </a:lnTo>
                  <a:lnTo>
                    <a:pt x="1825574" y="439547"/>
                  </a:lnTo>
                  <a:lnTo>
                    <a:pt x="1825574" y="365963"/>
                  </a:lnTo>
                  <a:lnTo>
                    <a:pt x="1322654" y="296164"/>
                  </a:lnTo>
                  <a:lnTo>
                    <a:pt x="745185" y="216027"/>
                  </a:lnTo>
                  <a:lnTo>
                    <a:pt x="745185" y="2946908"/>
                  </a:lnTo>
                  <a:lnTo>
                    <a:pt x="1322654" y="2866771"/>
                  </a:lnTo>
                  <a:lnTo>
                    <a:pt x="1900123" y="2786761"/>
                  </a:lnTo>
                  <a:lnTo>
                    <a:pt x="1900123" y="376301"/>
                  </a:lnTo>
                  <a:close/>
                </a:path>
                <a:path w="2832100" h="2947035">
                  <a:moveTo>
                    <a:pt x="2831541" y="2868930"/>
                  </a:moveTo>
                  <a:lnTo>
                    <a:pt x="2309952" y="2868930"/>
                  </a:lnTo>
                  <a:lnTo>
                    <a:pt x="2309952" y="74930"/>
                  </a:lnTo>
                  <a:lnTo>
                    <a:pt x="2309952" y="0"/>
                  </a:lnTo>
                  <a:lnTo>
                    <a:pt x="521538" y="0"/>
                  </a:lnTo>
                  <a:lnTo>
                    <a:pt x="521538" y="74930"/>
                  </a:lnTo>
                  <a:lnTo>
                    <a:pt x="521538" y="2868930"/>
                  </a:lnTo>
                  <a:lnTo>
                    <a:pt x="0" y="2868930"/>
                  </a:lnTo>
                  <a:lnTo>
                    <a:pt x="0" y="2943860"/>
                  </a:lnTo>
                  <a:lnTo>
                    <a:pt x="596087" y="2943860"/>
                  </a:lnTo>
                  <a:lnTo>
                    <a:pt x="596087" y="2868930"/>
                  </a:lnTo>
                  <a:lnTo>
                    <a:pt x="596087" y="74930"/>
                  </a:lnTo>
                  <a:lnTo>
                    <a:pt x="2235403" y="74930"/>
                  </a:lnTo>
                  <a:lnTo>
                    <a:pt x="2235403" y="2868930"/>
                  </a:lnTo>
                  <a:lnTo>
                    <a:pt x="2235403" y="2943860"/>
                  </a:lnTo>
                  <a:lnTo>
                    <a:pt x="2831541" y="2943860"/>
                  </a:lnTo>
                  <a:lnTo>
                    <a:pt x="2831541" y="286893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4611"/>
              <a:ext cx="5930900" cy="6802752"/>
            </a:xfrm>
            <a:prstGeom prst="rect">
              <a:avLst/>
            </a:prstGeom>
          </p:spPr>
        </p:pic>
      </p:grp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8857" y="3645408"/>
            <a:ext cx="335280" cy="22351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190235" y="0"/>
            <a:ext cx="7001509" cy="6857365"/>
            <a:chOff x="5190235" y="0"/>
            <a:chExt cx="7001509" cy="6857365"/>
          </a:xfrm>
        </p:grpSpPr>
        <p:sp>
          <p:nvSpPr>
            <p:cNvPr id="3" name="object 3"/>
            <p:cNvSpPr/>
            <p:nvPr/>
          </p:nvSpPr>
          <p:spPr>
            <a:xfrm>
              <a:off x="5190235" y="0"/>
              <a:ext cx="7001509" cy="6857365"/>
            </a:xfrm>
            <a:custGeom>
              <a:avLst/>
              <a:gdLst/>
              <a:ahLst/>
              <a:cxnLst/>
              <a:rect l="l" t="t" r="r" b="b"/>
              <a:pathLst>
                <a:path w="7001509" h="6857365">
                  <a:moveTo>
                    <a:pt x="7001129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7001129" y="6857364"/>
                  </a:lnTo>
                  <a:lnTo>
                    <a:pt x="7001129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74375" y="210947"/>
              <a:ext cx="979170" cy="116204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768" y="434086"/>
            <a:ext cx="925029" cy="8216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197" y="995172"/>
            <a:ext cx="1659045" cy="261365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309241" y="995680"/>
            <a:ext cx="309245" cy="209550"/>
          </a:xfrm>
          <a:custGeom>
            <a:avLst/>
            <a:gdLst/>
            <a:ahLst/>
            <a:cxnLst/>
            <a:rect l="l" t="t" r="r" b="b"/>
            <a:pathLst>
              <a:path w="309244" h="209550">
                <a:moveTo>
                  <a:pt x="71500" y="62357"/>
                </a:moveTo>
                <a:lnTo>
                  <a:pt x="62864" y="62357"/>
                </a:lnTo>
                <a:lnTo>
                  <a:pt x="55385" y="62690"/>
                </a:lnTo>
                <a:lnTo>
                  <a:pt x="16001" y="82804"/>
                </a:lnTo>
                <a:lnTo>
                  <a:pt x="6368" y="99695"/>
                </a:lnTo>
                <a:lnTo>
                  <a:pt x="6304" y="99841"/>
                </a:lnTo>
                <a:lnTo>
                  <a:pt x="4063" y="106553"/>
                </a:lnTo>
                <a:lnTo>
                  <a:pt x="2250" y="113718"/>
                </a:lnTo>
                <a:lnTo>
                  <a:pt x="984" y="121300"/>
                </a:lnTo>
                <a:lnTo>
                  <a:pt x="301" y="128650"/>
                </a:lnTo>
                <a:lnTo>
                  <a:pt x="242" y="129287"/>
                </a:lnTo>
                <a:lnTo>
                  <a:pt x="0" y="137668"/>
                </a:lnTo>
                <a:lnTo>
                  <a:pt x="108" y="141732"/>
                </a:lnTo>
                <a:lnTo>
                  <a:pt x="192" y="144907"/>
                </a:lnTo>
                <a:lnTo>
                  <a:pt x="18160" y="194818"/>
                </a:lnTo>
                <a:lnTo>
                  <a:pt x="59308" y="209550"/>
                </a:lnTo>
                <a:lnTo>
                  <a:pt x="65750" y="209192"/>
                </a:lnTo>
                <a:lnTo>
                  <a:pt x="66309" y="209192"/>
                </a:lnTo>
                <a:lnTo>
                  <a:pt x="104578" y="190698"/>
                </a:lnTo>
                <a:lnTo>
                  <a:pt x="106829" y="188595"/>
                </a:lnTo>
                <a:lnTo>
                  <a:pt x="57022" y="188595"/>
                </a:lnTo>
                <a:lnTo>
                  <a:pt x="51667" y="187198"/>
                </a:lnTo>
                <a:lnTo>
                  <a:pt x="51376" y="187198"/>
                </a:lnTo>
                <a:lnTo>
                  <a:pt x="46481" y="184023"/>
                </a:lnTo>
                <a:lnTo>
                  <a:pt x="41909" y="180975"/>
                </a:lnTo>
                <a:lnTo>
                  <a:pt x="38100" y="177037"/>
                </a:lnTo>
                <a:lnTo>
                  <a:pt x="35306" y="171958"/>
                </a:lnTo>
                <a:lnTo>
                  <a:pt x="32511" y="167005"/>
                </a:lnTo>
                <a:lnTo>
                  <a:pt x="30479" y="161290"/>
                </a:lnTo>
                <a:lnTo>
                  <a:pt x="29336" y="154812"/>
                </a:lnTo>
                <a:lnTo>
                  <a:pt x="28320" y="148336"/>
                </a:lnTo>
                <a:lnTo>
                  <a:pt x="27685" y="141732"/>
                </a:lnTo>
                <a:lnTo>
                  <a:pt x="27685" y="128650"/>
                </a:lnTo>
                <a:lnTo>
                  <a:pt x="43052" y="90932"/>
                </a:lnTo>
                <a:lnTo>
                  <a:pt x="58292" y="83566"/>
                </a:lnTo>
                <a:lnTo>
                  <a:pt x="134238" y="83566"/>
                </a:lnTo>
                <a:lnTo>
                  <a:pt x="134238" y="82804"/>
                </a:lnTo>
                <a:lnTo>
                  <a:pt x="107454" y="82804"/>
                </a:lnTo>
                <a:lnTo>
                  <a:pt x="102147" y="77958"/>
                </a:lnTo>
                <a:lnTo>
                  <a:pt x="96932" y="73882"/>
                </a:lnTo>
                <a:lnTo>
                  <a:pt x="91670" y="70425"/>
                </a:lnTo>
                <a:lnTo>
                  <a:pt x="86595" y="67691"/>
                </a:lnTo>
                <a:lnTo>
                  <a:pt x="79247" y="64135"/>
                </a:lnTo>
                <a:lnTo>
                  <a:pt x="71500" y="62357"/>
                </a:lnTo>
                <a:close/>
              </a:path>
              <a:path w="309244" h="209550">
                <a:moveTo>
                  <a:pt x="132365" y="206335"/>
                </a:moveTo>
                <a:lnTo>
                  <a:pt x="112573" y="206335"/>
                </a:lnTo>
                <a:lnTo>
                  <a:pt x="113156" y="206502"/>
                </a:lnTo>
                <a:lnTo>
                  <a:pt x="114172" y="206883"/>
                </a:lnTo>
                <a:lnTo>
                  <a:pt x="115442" y="207137"/>
                </a:lnTo>
                <a:lnTo>
                  <a:pt x="116966" y="207391"/>
                </a:lnTo>
                <a:lnTo>
                  <a:pt x="128142" y="207391"/>
                </a:lnTo>
                <a:lnTo>
                  <a:pt x="129666" y="207137"/>
                </a:lnTo>
                <a:lnTo>
                  <a:pt x="130809" y="206883"/>
                </a:lnTo>
                <a:lnTo>
                  <a:pt x="131698" y="206502"/>
                </a:lnTo>
                <a:lnTo>
                  <a:pt x="132365" y="206335"/>
                </a:lnTo>
                <a:close/>
              </a:path>
              <a:path w="309244" h="209550">
                <a:moveTo>
                  <a:pt x="134238" y="185293"/>
                </a:moveTo>
                <a:lnTo>
                  <a:pt x="110362" y="185293"/>
                </a:lnTo>
                <a:lnTo>
                  <a:pt x="110362" y="203835"/>
                </a:lnTo>
                <a:lnTo>
                  <a:pt x="110616" y="204470"/>
                </a:lnTo>
                <a:lnTo>
                  <a:pt x="111125" y="205105"/>
                </a:lnTo>
                <a:lnTo>
                  <a:pt x="111506" y="205740"/>
                </a:lnTo>
                <a:lnTo>
                  <a:pt x="112398" y="206335"/>
                </a:lnTo>
                <a:lnTo>
                  <a:pt x="132605" y="206335"/>
                </a:lnTo>
                <a:lnTo>
                  <a:pt x="133350" y="205740"/>
                </a:lnTo>
                <a:lnTo>
                  <a:pt x="134111" y="204470"/>
                </a:lnTo>
                <a:lnTo>
                  <a:pt x="134238" y="203835"/>
                </a:lnTo>
                <a:lnTo>
                  <a:pt x="134238" y="185293"/>
                </a:lnTo>
                <a:close/>
              </a:path>
              <a:path w="309244" h="209550">
                <a:moveTo>
                  <a:pt x="134238" y="83566"/>
                </a:moveTo>
                <a:lnTo>
                  <a:pt x="72516" y="83566"/>
                </a:lnTo>
                <a:lnTo>
                  <a:pt x="79628" y="85725"/>
                </a:lnTo>
                <a:lnTo>
                  <a:pt x="86359" y="90043"/>
                </a:lnTo>
                <a:lnTo>
                  <a:pt x="91455" y="93640"/>
                </a:lnTo>
                <a:lnTo>
                  <a:pt x="96647" y="97964"/>
                </a:lnTo>
                <a:lnTo>
                  <a:pt x="101933" y="103026"/>
                </a:lnTo>
                <a:lnTo>
                  <a:pt x="107314" y="108839"/>
                </a:lnTo>
                <a:lnTo>
                  <a:pt x="107314" y="162433"/>
                </a:lnTo>
                <a:lnTo>
                  <a:pt x="103123" y="167259"/>
                </a:lnTo>
                <a:lnTo>
                  <a:pt x="99186" y="171323"/>
                </a:lnTo>
                <a:lnTo>
                  <a:pt x="95376" y="174625"/>
                </a:lnTo>
                <a:lnTo>
                  <a:pt x="91566" y="178054"/>
                </a:lnTo>
                <a:lnTo>
                  <a:pt x="87883" y="180721"/>
                </a:lnTo>
                <a:lnTo>
                  <a:pt x="84454" y="182753"/>
                </a:lnTo>
                <a:lnTo>
                  <a:pt x="81025" y="184912"/>
                </a:lnTo>
                <a:lnTo>
                  <a:pt x="77596" y="186309"/>
                </a:lnTo>
                <a:lnTo>
                  <a:pt x="74294" y="187198"/>
                </a:lnTo>
                <a:lnTo>
                  <a:pt x="70992" y="188214"/>
                </a:lnTo>
                <a:lnTo>
                  <a:pt x="67563" y="188595"/>
                </a:lnTo>
                <a:lnTo>
                  <a:pt x="106829" y="188595"/>
                </a:lnTo>
                <a:lnTo>
                  <a:pt x="110362" y="185293"/>
                </a:lnTo>
                <a:lnTo>
                  <a:pt x="134238" y="185293"/>
                </a:lnTo>
                <a:lnTo>
                  <a:pt x="134238" y="83566"/>
                </a:lnTo>
                <a:close/>
              </a:path>
              <a:path w="309244" h="209550">
                <a:moveTo>
                  <a:pt x="123316" y="0"/>
                </a:moveTo>
                <a:lnTo>
                  <a:pt x="118109" y="0"/>
                </a:lnTo>
                <a:lnTo>
                  <a:pt x="115950" y="127"/>
                </a:lnTo>
                <a:lnTo>
                  <a:pt x="112521" y="635"/>
                </a:lnTo>
                <a:lnTo>
                  <a:pt x="111125" y="889"/>
                </a:lnTo>
                <a:lnTo>
                  <a:pt x="110108" y="1270"/>
                </a:lnTo>
                <a:lnTo>
                  <a:pt x="108965" y="1650"/>
                </a:lnTo>
                <a:lnTo>
                  <a:pt x="108331" y="2159"/>
                </a:lnTo>
                <a:lnTo>
                  <a:pt x="107568" y="3429"/>
                </a:lnTo>
                <a:lnTo>
                  <a:pt x="107314" y="4064"/>
                </a:lnTo>
                <a:lnTo>
                  <a:pt x="107314" y="82804"/>
                </a:lnTo>
                <a:lnTo>
                  <a:pt x="134238" y="82804"/>
                </a:lnTo>
                <a:lnTo>
                  <a:pt x="134238" y="4064"/>
                </a:lnTo>
                <a:lnTo>
                  <a:pt x="131317" y="1270"/>
                </a:lnTo>
                <a:lnTo>
                  <a:pt x="130428" y="889"/>
                </a:lnTo>
                <a:lnTo>
                  <a:pt x="129031" y="635"/>
                </a:lnTo>
                <a:lnTo>
                  <a:pt x="125602" y="127"/>
                </a:lnTo>
                <a:lnTo>
                  <a:pt x="123316" y="0"/>
                </a:lnTo>
                <a:close/>
              </a:path>
              <a:path w="309244" h="209550">
                <a:moveTo>
                  <a:pt x="244856" y="62357"/>
                </a:moveTo>
                <a:lnTo>
                  <a:pt x="203771" y="73787"/>
                </a:lnTo>
                <a:lnTo>
                  <a:pt x="179563" y="105711"/>
                </a:lnTo>
                <a:lnTo>
                  <a:pt x="174844" y="134112"/>
                </a:lnTo>
                <a:lnTo>
                  <a:pt x="174893" y="140970"/>
                </a:lnTo>
                <a:lnTo>
                  <a:pt x="175039" y="145436"/>
                </a:lnTo>
                <a:lnTo>
                  <a:pt x="175910" y="153685"/>
                </a:lnTo>
                <a:lnTo>
                  <a:pt x="177310" y="161036"/>
                </a:lnTo>
                <a:lnTo>
                  <a:pt x="177377" y="161387"/>
                </a:lnTo>
                <a:lnTo>
                  <a:pt x="179450" y="168529"/>
                </a:lnTo>
                <a:lnTo>
                  <a:pt x="182098" y="175081"/>
                </a:lnTo>
                <a:lnTo>
                  <a:pt x="185190" y="180848"/>
                </a:lnTo>
                <a:lnTo>
                  <a:pt x="185293" y="181038"/>
                </a:lnTo>
                <a:lnTo>
                  <a:pt x="216153" y="204978"/>
                </a:lnTo>
                <a:lnTo>
                  <a:pt x="247776" y="209550"/>
                </a:lnTo>
                <a:lnTo>
                  <a:pt x="254634" y="209550"/>
                </a:lnTo>
                <a:lnTo>
                  <a:pt x="259492" y="209264"/>
                </a:lnTo>
                <a:lnTo>
                  <a:pt x="260528" y="209264"/>
                </a:lnTo>
                <a:lnTo>
                  <a:pt x="267334" y="208153"/>
                </a:lnTo>
                <a:lnTo>
                  <a:pt x="273431" y="207264"/>
                </a:lnTo>
                <a:lnTo>
                  <a:pt x="278764" y="206121"/>
                </a:lnTo>
                <a:lnTo>
                  <a:pt x="302259" y="194945"/>
                </a:lnTo>
                <a:lnTo>
                  <a:pt x="302513" y="194183"/>
                </a:lnTo>
                <a:lnTo>
                  <a:pt x="302640" y="193294"/>
                </a:lnTo>
                <a:lnTo>
                  <a:pt x="302767" y="191389"/>
                </a:lnTo>
                <a:lnTo>
                  <a:pt x="302783" y="191262"/>
                </a:lnTo>
                <a:lnTo>
                  <a:pt x="302894" y="189611"/>
                </a:lnTo>
                <a:lnTo>
                  <a:pt x="241426" y="189611"/>
                </a:lnTo>
                <a:lnTo>
                  <a:pt x="233933" y="188468"/>
                </a:lnTo>
                <a:lnTo>
                  <a:pt x="204948" y="161387"/>
                </a:lnTo>
                <a:lnTo>
                  <a:pt x="202437" y="148462"/>
                </a:lnTo>
                <a:lnTo>
                  <a:pt x="202437" y="140970"/>
                </a:lnTo>
                <a:lnTo>
                  <a:pt x="301370" y="140970"/>
                </a:lnTo>
                <a:lnTo>
                  <a:pt x="303783" y="140208"/>
                </a:lnTo>
                <a:lnTo>
                  <a:pt x="305815" y="138557"/>
                </a:lnTo>
                <a:lnTo>
                  <a:pt x="307975" y="136906"/>
                </a:lnTo>
                <a:lnTo>
                  <a:pt x="308990" y="134112"/>
                </a:lnTo>
                <a:lnTo>
                  <a:pt x="308990" y="122936"/>
                </a:lnTo>
                <a:lnTo>
                  <a:pt x="202437" y="122936"/>
                </a:lnTo>
                <a:lnTo>
                  <a:pt x="202691" y="117475"/>
                </a:lnTo>
                <a:lnTo>
                  <a:pt x="203616" y="112738"/>
                </a:lnTo>
                <a:lnTo>
                  <a:pt x="203707" y="112268"/>
                </a:lnTo>
                <a:lnTo>
                  <a:pt x="205612" y="107315"/>
                </a:lnTo>
                <a:lnTo>
                  <a:pt x="236854" y="81534"/>
                </a:lnTo>
                <a:lnTo>
                  <a:pt x="294467" y="81534"/>
                </a:lnTo>
                <a:lnTo>
                  <a:pt x="288797" y="75311"/>
                </a:lnTo>
                <a:lnTo>
                  <a:pt x="253132" y="62688"/>
                </a:lnTo>
                <a:lnTo>
                  <a:pt x="244856" y="62357"/>
                </a:lnTo>
                <a:close/>
              </a:path>
              <a:path w="309244" h="209550">
                <a:moveTo>
                  <a:pt x="299973" y="179705"/>
                </a:moveTo>
                <a:lnTo>
                  <a:pt x="296703" y="179705"/>
                </a:lnTo>
                <a:lnTo>
                  <a:pt x="295275" y="180086"/>
                </a:lnTo>
                <a:lnTo>
                  <a:pt x="291465" y="181610"/>
                </a:lnTo>
                <a:lnTo>
                  <a:pt x="289828" y="182245"/>
                </a:lnTo>
                <a:lnTo>
                  <a:pt x="286892" y="183261"/>
                </a:lnTo>
                <a:lnTo>
                  <a:pt x="282956" y="184531"/>
                </a:lnTo>
                <a:lnTo>
                  <a:pt x="278891" y="185928"/>
                </a:lnTo>
                <a:lnTo>
                  <a:pt x="273670" y="187198"/>
                </a:lnTo>
                <a:lnTo>
                  <a:pt x="273518" y="187198"/>
                </a:lnTo>
                <a:lnTo>
                  <a:pt x="263397" y="189103"/>
                </a:lnTo>
                <a:lnTo>
                  <a:pt x="257175" y="189611"/>
                </a:lnTo>
                <a:lnTo>
                  <a:pt x="302894" y="189611"/>
                </a:lnTo>
                <a:lnTo>
                  <a:pt x="302772" y="185928"/>
                </a:lnTo>
                <a:lnTo>
                  <a:pt x="302636" y="184531"/>
                </a:lnTo>
                <a:lnTo>
                  <a:pt x="302513" y="183261"/>
                </a:lnTo>
                <a:lnTo>
                  <a:pt x="302259" y="182245"/>
                </a:lnTo>
                <a:lnTo>
                  <a:pt x="301878" y="181610"/>
                </a:lnTo>
                <a:lnTo>
                  <a:pt x="301688" y="181038"/>
                </a:lnTo>
                <a:lnTo>
                  <a:pt x="301625" y="180848"/>
                </a:lnTo>
                <a:lnTo>
                  <a:pt x="301116" y="180340"/>
                </a:lnTo>
                <a:lnTo>
                  <a:pt x="300481" y="180086"/>
                </a:lnTo>
                <a:lnTo>
                  <a:pt x="299973" y="179705"/>
                </a:lnTo>
                <a:close/>
              </a:path>
              <a:path w="309244" h="209550">
                <a:moveTo>
                  <a:pt x="294467" y="81534"/>
                </a:moveTo>
                <a:lnTo>
                  <a:pt x="243458" y="81534"/>
                </a:lnTo>
                <a:lnTo>
                  <a:pt x="253520" y="82296"/>
                </a:lnTo>
                <a:lnTo>
                  <a:pt x="252850" y="82296"/>
                </a:lnTo>
                <a:lnTo>
                  <a:pt x="281687" y="113817"/>
                </a:lnTo>
                <a:lnTo>
                  <a:pt x="281840" y="117475"/>
                </a:lnTo>
                <a:lnTo>
                  <a:pt x="281955" y="120253"/>
                </a:lnTo>
                <a:lnTo>
                  <a:pt x="282066" y="122936"/>
                </a:lnTo>
                <a:lnTo>
                  <a:pt x="308990" y="122936"/>
                </a:lnTo>
                <a:lnTo>
                  <a:pt x="308990" y="117094"/>
                </a:lnTo>
                <a:lnTo>
                  <a:pt x="307847" y="108839"/>
                </a:lnTo>
                <a:lnTo>
                  <a:pt x="304742" y="98994"/>
                </a:lnTo>
                <a:lnTo>
                  <a:pt x="303021" y="93472"/>
                </a:lnTo>
                <a:lnTo>
                  <a:pt x="299211" y="86741"/>
                </a:lnTo>
                <a:lnTo>
                  <a:pt x="294467" y="81534"/>
                </a:lnTo>
                <a:close/>
              </a:path>
            </a:pathLst>
          </a:custGeom>
          <a:solidFill>
            <a:srgbClr val="1336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42057" y="995172"/>
            <a:ext cx="186181" cy="21005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3022980" y="1009141"/>
            <a:ext cx="256540" cy="194310"/>
          </a:xfrm>
          <a:custGeom>
            <a:avLst/>
            <a:gdLst/>
            <a:ahLst/>
            <a:cxnLst/>
            <a:rect l="l" t="t" r="r" b="b"/>
            <a:pathLst>
              <a:path w="256539" h="194309">
                <a:moveTo>
                  <a:pt x="18923" y="0"/>
                </a:moveTo>
                <a:lnTo>
                  <a:pt x="9270" y="0"/>
                </a:lnTo>
                <a:lnTo>
                  <a:pt x="7493" y="127"/>
                </a:lnTo>
                <a:lnTo>
                  <a:pt x="5587" y="381"/>
                </a:lnTo>
                <a:lnTo>
                  <a:pt x="4191" y="762"/>
                </a:lnTo>
                <a:lnTo>
                  <a:pt x="3048" y="1143"/>
                </a:lnTo>
                <a:lnTo>
                  <a:pt x="1905" y="1397"/>
                </a:lnTo>
                <a:lnTo>
                  <a:pt x="1016" y="1905"/>
                </a:lnTo>
                <a:lnTo>
                  <a:pt x="635" y="2540"/>
                </a:lnTo>
                <a:lnTo>
                  <a:pt x="126" y="3048"/>
                </a:lnTo>
                <a:lnTo>
                  <a:pt x="0" y="190881"/>
                </a:lnTo>
                <a:lnTo>
                  <a:pt x="507" y="191516"/>
                </a:lnTo>
                <a:lnTo>
                  <a:pt x="888" y="192150"/>
                </a:lnTo>
                <a:lnTo>
                  <a:pt x="1650" y="192532"/>
                </a:lnTo>
                <a:lnTo>
                  <a:pt x="3937" y="193294"/>
                </a:lnTo>
                <a:lnTo>
                  <a:pt x="5333" y="193548"/>
                </a:lnTo>
                <a:lnTo>
                  <a:pt x="9017" y="194056"/>
                </a:lnTo>
                <a:lnTo>
                  <a:pt x="18923" y="194056"/>
                </a:lnTo>
                <a:lnTo>
                  <a:pt x="22479" y="193548"/>
                </a:lnTo>
                <a:lnTo>
                  <a:pt x="24002" y="193294"/>
                </a:lnTo>
                <a:lnTo>
                  <a:pt x="25018" y="192912"/>
                </a:lnTo>
                <a:lnTo>
                  <a:pt x="26162" y="192532"/>
                </a:lnTo>
                <a:lnTo>
                  <a:pt x="26924" y="192150"/>
                </a:lnTo>
                <a:lnTo>
                  <a:pt x="27305" y="191516"/>
                </a:lnTo>
                <a:lnTo>
                  <a:pt x="27812" y="190881"/>
                </a:lnTo>
                <a:lnTo>
                  <a:pt x="27812" y="3048"/>
                </a:lnTo>
                <a:lnTo>
                  <a:pt x="27305" y="2540"/>
                </a:lnTo>
                <a:lnTo>
                  <a:pt x="26924" y="1905"/>
                </a:lnTo>
                <a:lnTo>
                  <a:pt x="26162" y="1397"/>
                </a:lnTo>
                <a:lnTo>
                  <a:pt x="25018" y="1143"/>
                </a:lnTo>
                <a:lnTo>
                  <a:pt x="24002" y="762"/>
                </a:lnTo>
                <a:lnTo>
                  <a:pt x="22479" y="381"/>
                </a:lnTo>
                <a:lnTo>
                  <a:pt x="20700" y="127"/>
                </a:lnTo>
                <a:lnTo>
                  <a:pt x="18923" y="0"/>
                </a:lnTo>
                <a:close/>
              </a:path>
              <a:path w="256539" h="194309">
                <a:moveTo>
                  <a:pt x="83819" y="193675"/>
                </a:moveTo>
                <a:lnTo>
                  <a:pt x="65658" y="193675"/>
                </a:lnTo>
                <a:lnTo>
                  <a:pt x="68706" y="194056"/>
                </a:lnTo>
                <a:lnTo>
                  <a:pt x="80962" y="194056"/>
                </a:lnTo>
                <a:lnTo>
                  <a:pt x="83819" y="193675"/>
                </a:lnTo>
                <a:close/>
              </a:path>
              <a:path w="256539" h="194309">
                <a:moveTo>
                  <a:pt x="240156" y="193675"/>
                </a:moveTo>
                <a:lnTo>
                  <a:pt x="201548" y="193675"/>
                </a:lnTo>
                <a:lnTo>
                  <a:pt x="256412" y="194056"/>
                </a:lnTo>
                <a:lnTo>
                  <a:pt x="237109" y="194056"/>
                </a:lnTo>
                <a:lnTo>
                  <a:pt x="240156" y="193675"/>
                </a:lnTo>
                <a:close/>
              </a:path>
              <a:path w="256539" h="194309">
                <a:moveTo>
                  <a:pt x="160655" y="0"/>
                </a:moveTo>
                <a:lnTo>
                  <a:pt x="143763" y="0"/>
                </a:lnTo>
                <a:lnTo>
                  <a:pt x="141731" y="127"/>
                </a:lnTo>
                <a:lnTo>
                  <a:pt x="139954" y="508"/>
                </a:lnTo>
                <a:lnTo>
                  <a:pt x="137160" y="1270"/>
                </a:lnTo>
                <a:lnTo>
                  <a:pt x="136144" y="1778"/>
                </a:lnTo>
                <a:lnTo>
                  <a:pt x="135508" y="2540"/>
                </a:lnTo>
                <a:lnTo>
                  <a:pt x="134746" y="3175"/>
                </a:lnTo>
                <a:lnTo>
                  <a:pt x="62737" y="184023"/>
                </a:lnTo>
                <a:lnTo>
                  <a:pt x="61309" y="190881"/>
                </a:lnTo>
                <a:lnTo>
                  <a:pt x="61690" y="191897"/>
                </a:lnTo>
                <a:lnTo>
                  <a:pt x="61895" y="191897"/>
                </a:lnTo>
                <a:lnTo>
                  <a:pt x="63095" y="192912"/>
                </a:lnTo>
                <a:lnTo>
                  <a:pt x="62896" y="192912"/>
                </a:lnTo>
                <a:lnTo>
                  <a:pt x="64992" y="193675"/>
                </a:lnTo>
                <a:lnTo>
                  <a:pt x="84836" y="193675"/>
                </a:lnTo>
                <a:lnTo>
                  <a:pt x="86360" y="192912"/>
                </a:lnTo>
                <a:lnTo>
                  <a:pt x="87375" y="192532"/>
                </a:lnTo>
                <a:lnTo>
                  <a:pt x="107442" y="142748"/>
                </a:lnTo>
                <a:lnTo>
                  <a:pt x="225810" y="142748"/>
                </a:lnTo>
                <a:lnTo>
                  <a:pt x="217683" y="122300"/>
                </a:lnTo>
                <a:lnTo>
                  <a:pt x="114426" y="122300"/>
                </a:lnTo>
                <a:lnTo>
                  <a:pt x="151002" y="26288"/>
                </a:lnTo>
                <a:lnTo>
                  <a:pt x="179524" y="26288"/>
                </a:lnTo>
                <a:lnTo>
                  <a:pt x="171195" y="5334"/>
                </a:lnTo>
                <a:lnTo>
                  <a:pt x="170814" y="4191"/>
                </a:lnTo>
                <a:lnTo>
                  <a:pt x="170180" y="3302"/>
                </a:lnTo>
                <a:lnTo>
                  <a:pt x="168656" y="1778"/>
                </a:lnTo>
                <a:lnTo>
                  <a:pt x="167639" y="1270"/>
                </a:lnTo>
                <a:lnTo>
                  <a:pt x="166116" y="888"/>
                </a:lnTo>
                <a:lnTo>
                  <a:pt x="164719" y="508"/>
                </a:lnTo>
                <a:lnTo>
                  <a:pt x="162941" y="127"/>
                </a:lnTo>
                <a:lnTo>
                  <a:pt x="160655" y="0"/>
                </a:lnTo>
                <a:close/>
              </a:path>
              <a:path w="256539" h="194309">
                <a:moveTo>
                  <a:pt x="225810" y="142748"/>
                </a:moveTo>
                <a:lnTo>
                  <a:pt x="195452" y="142748"/>
                </a:lnTo>
                <a:lnTo>
                  <a:pt x="213613" y="189611"/>
                </a:lnTo>
                <a:lnTo>
                  <a:pt x="214121" y="190500"/>
                </a:lnTo>
                <a:lnTo>
                  <a:pt x="214502" y="191262"/>
                </a:lnTo>
                <a:lnTo>
                  <a:pt x="215709" y="192532"/>
                </a:lnTo>
                <a:lnTo>
                  <a:pt x="216281" y="192912"/>
                </a:lnTo>
                <a:lnTo>
                  <a:pt x="216619" y="192912"/>
                </a:lnTo>
                <a:lnTo>
                  <a:pt x="218651" y="193675"/>
                </a:lnTo>
                <a:lnTo>
                  <a:pt x="241109" y="193675"/>
                </a:lnTo>
                <a:lnTo>
                  <a:pt x="242443" y="192532"/>
                </a:lnTo>
                <a:lnTo>
                  <a:pt x="243331" y="191897"/>
                </a:lnTo>
                <a:lnTo>
                  <a:pt x="243713" y="190881"/>
                </a:lnTo>
                <a:lnTo>
                  <a:pt x="243662" y="188975"/>
                </a:lnTo>
                <a:lnTo>
                  <a:pt x="243585" y="188213"/>
                </a:lnTo>
                <a:lnTo>
                  <a:pt x="243205" y="186436"/>
                </a:lnTo>
                <a:lnTo>
                  <a:pt x="242316" y="184277"/>
                </a:lnTo>
                <a:lnTo>
                  <a:pt x="225810" y="142748"/>
                </a:lnTo>
                <a:close/>
              </a:path>
              <a:path w="256539" h="194309">
                <a:moveTo>
                  <a:pt x="179524" y="26288"/>
                </a:moveTo>
                <a:lnTo>
                  <a:pt x="151130" y="26288"/>
                </a:lnTo>
                <a:lnTo>
                  <a:pt x="188087" y="122300"/>
                </a:lnTo>
                <a:lnTo>
                  <a:pt x="217683" y="122300"/>
                </a:lnTo>
                <a:lnTo>
                  <a:pt x="179524" y="26288"/>
                </a:lnTo>
                <a:close/>
              </a:path>
            </a:pathLst>
          </a:custGeom>
          <a:solidFill>
            <a:srgbClr val="00C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70707" y="1004950"/>
            <a:ext cx="1443989" cy="200278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561162" y="1430147"/>
            <a:ext cx="197485" cy="3175"/>
          </a:xfrm>
          <a:custGeom>
            <a:avLst/>
            <a:gdLst/>
            <a:ahLst/>
            <a:cxnLst/>
            <a:rect l="l" t="t" r="r" b="b"/>
            <a:pathLst>
              <a:path w="197484" h="3175">
                <a:moveTo>
                  <a:pt x="0" y="0"/>
                </a:moveTo>
                <a:lnTo>
                  <a:pt x="197015" y="2793"/>
                </a:lnTo>
              </a:path>
            </a:pathLst>
          </a:custGeom>
          <a:ln w="41275">
            <a:solidFill>
              <a:srgbClr val="5AC9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3021583" y="2621064"/>
            <a:ext cx="1793875" cy="464820"/>
          </a:xfrm>
          <a:prstGeom prst="rect">
            <a:avLst/>
          </a:prstGeom>
          <a:solidFill>
            <a:srgbClr val="00C5DA"/>
          </a:solidFill>
          <a:ln w="12700">
            <a:solidFill>
              <a:srgbClr val="006FC0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302260">
              <a:lnSpc>
                <a:spcPct val="100000"/>
              </a:lnSpc>
              <a:spcBef>
                <a:spcPts val="965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Audio/Visual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2703" y="2621064"/>
            <a:ext cx="1793875" cy="459105"/>
          </a:xfrm>
          <a:prstGeom prst="rect">
            <a:avLst/>
          </a:prstGeom>
          <a:solidFill>
            <a:srgbClr val="00C5DA"/>
          </a:solidFill>
          <a:ln w="12700">
            <a:solidFill>
              <a:srgbClr val="006FC0"/>
            </a:solidFill>
          </a:ln>
        </p:spPr>
        <p:txBody>
          <a:bodyPr vert="horz" wrap="square" lIns="0" tIns="12255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965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Lenguaje</a:t>
            </a:r>
            <a:r>
              <a:rPr sz="18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natural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99379" y="2621064"/>
            <a:ext cx="1792605" cy="467995"/>
          </a:xfrm>
          <a:prstGeom prst="rect">
            <a:avLst/>
          </a:prstGeom>
          <a:solidFill>
            <a:srgbClr val="00C5DA"/>
          </a:solidFill>
          <a:ln w="12700">
            <a:solidFill>
              <a:srgbClr val="006FC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578485">
              <a:lnSpc>
                <a:spcPct val="100000"/>
              </a:lnSpc>
              <a:spcBef>
                <a:spcPts val="10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Diseño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416800" y="2621064"/>
            <a:ext cx="1793875" cy="469900"/>
          </a:xfrm>
          <a:prstGeom prst="rect">
            <a:avLst/>
          </a:prstGeom>
          <a:solidFill>
            <a:srgbClr val="00C5DA"/>
          </a:solidFill>
          <a:ln w="12700">
            <a:solidFill>
              <a:srgbClr val="006FC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10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Arte/Creatividad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634093" y="2621064"/>
            <a:ext cx="1793875" cy="469900"/>
          </a:xfrm>
          <a:prstGeom prst="rect">
            <a:avLst/>
          </a:prstGeom>
          <a:solidFill>
            <a:srgbClr val="00C5DA"/>
          </a:solidFill>
          <a:ln w="12700">
            <a:solidFill>
              <a:srgbClr val="006FC0"/>
            </a:solidFill>
          </a:ln>
        </p:spPr>
        <p:txBody>
          <a:bodyPr vert="horz" wrap="square" lIns="0" tIns="134620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60"/>
              </a:spcBef>
            </a:pP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Ingeniería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SW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36167" y="3325495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63015" y="3295141"/>
            <a:ext cx="1414170" cy="97282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836167" y="366102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58748" y="3631184"/>
            <a:ext cx="1344824" cy="264160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836167" y="4163948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90877" y="4133215"/>
            <a:ext cx="705993" cy="97409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58164" y="4133215"/>
            <a:ext cx="680643" cy="97409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836167" y="449922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67879" y="4475734"/>
            <a:ext cx="1429165" cy="113665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836167" y="4832680"/>
            <a:ext cx="5270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967689" y="4803521"/>
            <a:ext cx="1501491" cy="97662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836167" y="5170170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967689" y="5139182"/>
            <a:ext cx="1489710" cy="120650"/>
            <a:chOff x="967689" y="5139182"/>
            <a:chExt cx="1489710" cy="120650"/>
          </a:xfrm>
        </p:grpSpPr>
        <p:pic>
          <p:nvPicPr>
            <p:cNvPr id="30" name="object 3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67689" y="5139182"/>
              <a:ext cx="668832" cy="120650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77415" y="5140071"/>
              <a:ext cx="779572" cy="96393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36167" y="5503875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67689" y="5474080"/>
            <a:ext cx="1296593" cy="120916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836167" y="584067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35" name="object 35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61948" y="5809602"/>
            <a:ext cx="665556" cy="97472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675764" y="5810478"/>
            <a:ext cx="691313" cy="96596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035554" y="3325495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38" name="object 3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159632" y="3295141"/>
            <a:ext cx="933450" cy="97282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3035554" y="366102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3165601" y="3630295"/>
            <a:ext cx="1153033" cy="120904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3035554" y="3994784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42" name="object 4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155950" y="3972433"/>
            <a:ext cx="1166922" cy="258191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3035554" y="449922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163442" y="4468495"/>
            <a:ext cx="1188593" cy="427609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3035554" y="4970526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33542" y="3339210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356097" y="3295141"/>
            <a:ext cx="5993130" cy="2606040"/>
            <a:chOff x="5356097" y="3295141"/>
            <a:chExt cx="5993130" cy="2606040"/>
          </a:xfrm>
        </p:grpSpPr>
        <p:pic>
          <p:nvPicPr>
            <p:cNvPr id="48" name="object 48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59272" y="3309492"/>
              <a:ext cx="1257046" cy="28905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5364607" y="3814063"/>
              <a:ext cx="766698" cy="9651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356097" y="4149089"/>
              <a:ext cx="1422273" cy="287909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364479" y="4652263"/>
              <a:ext cx="1093008" cy="287528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5364479" y="4986527"/>
              <a:ext cx="1020364" cy="120777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359780" y="5322696"/>
              <a:ext cx="1454023" cy="57801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562087" y="3309492"/>
              <a:ext cx="1007744" cy="120142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7562087" y="3648455"/>
              <a:ext cx="1088389" cy="94487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557388" y="3810761"/>
              <a:ext cx="1451102" cy="261112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7562088" y="4285614"/>
              <a:ext cx="430910" cy="97409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562087" y="4620894"/>
              <a:ext cx="1308400" cy="120904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794113" y="3295141"/>
              <a:ext cx="1371980" cy="120777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799319" y="3631183"/>
              <a:ext cx="498648" cy="9652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345673" y="3630294"/>
              <a:ext cx="968375" cy="9740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9794620" y="3797934"/>
              <a:ext cx="552323" cy="97408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794747" y="4133214"/>
              <a:ext cx="1554352" cy="288544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9791191" y="4498974"/>
              <a:ext cx="62865" cy="90805"/>
            </a:xfrm>
            <a:custGeom>
              <a:avLst/>
              <a:gdLst/>
              <a:ahLst/>
              <a:cxnLst/>
              <a:rect l="l" t="t" r="r" b="b"/>
              <a:pathLst>
                <a:path w="62865" h="90804">
                  <a:moveTo>
                    <a:pt x="59308" y="0"/>
                  </a:moveTo>
                  <a:lnTo>
                    <a:pt x="54101" y="0"/>
                  </a:lnTo>
                  <a:lnTo>
                    <a:pt x="51815" y="381"/>
                  </a:lnTo>
                  <a:lnTo>
                    <a:pt x="51053" y="888"/>
                  </a:lnTo>
                  <a:lnTo>
                    <a:pt x="50673" y="1524"/>
                  </a:lnTo>
                  <a:lnTo>
                    <a:pt x="32130" y="52069"/>
                  </a:lnTo>
                  <a:lnTo>
                    <a:pt x="13080" y="2667"/>
                  </a:lnTo>
                  <a:lnTo>
                    <a:pt x="12953" y="2031"/>
                  </a:lnTo>
                  <a:lnTo>
                    <a:pt x="12191" y="888"/>
                  </a:lnTo>
                  <a:lnTo>
                    <a:pt x="11429" y="381"/>
                  </a:lnTo>
                  <a:lnTo>
                    <a:pt x="9398" y="0"/>
                  </a:lnTo>
                  <a:lnTo>
                    <a:pt x="3301" y="0"/>
                  </a:lnTo>
                  <a:lnTo>
                    <a:pt x="1524" y="254"/>
                  </a:lnTo>
                  <a:lnTo>
                    <a:pt x="888" y="507"/>
                  </a:lnTo>
                  <a:lnTo>
                    <a:pt x="126" y="1143"/>
                  </a:lnTo>
                  <a:lnTo>
                    <a:pt x="0" y="1524"/>
                  </a:lnTo>
                  <a:lnTo>
                    <a:pt x="126" y="3429"/>
                  </a:lnTo>
                  <a:lnTo>
                    <a:pt x="24002" y="63245"/>
                  </a:lnTo>
                  <a:lnTo>
                    <a:pt x="24510" y="64135"/>
                  </a:lnTo>
                  <a:lnTo>
                    <a:pt x="25653" y="65277"/>
                  </a:lnTo>
                  <a:lnTo>
                    <a:pt x="26161" y="65405"/>
                  </a:lnTo>
                  <a:lnTo>
                    <a:pt x="16763" y="87502"/>
                  </a:lnTo>
                  <a:lnTo>
                    <a:pt x="16636" y="88518"/>
                  </a:lnTo>
                  <a:lnTo>
                    <a:pt x="16890" y="89281"/>
                  </a:lnTo>
                  <a:lnTo>
                    <a:pt x="18414" y="90043"/>
                  </a:lnTo>
                  <a:lnTo>
                    <a:pt x="19938" y="90297"/>
                  </a:lnTo>
                  <a:lnTo>
                    <a:pt x="26542" y="90169"/>
                  </a:lnTo>
                  <a:lnTo>
                    <a:pt x="62356" y="4191"/>
                  </a:lnTo>
                  <a:lnTo>
                    <a:pt x="62737" y="2667"/>
                  </a:lnTo>
                  <a:lnTo>
                    <a:pt x="62610" y="1143"/>
                  </a:lnTo>
                  <a:lnTo>
                    <a:pt x="62229" y="762"/>
                  </a:lnTo>
                  <a:lnTo>
                    <a:pt x="61086" y="254"/>
                  </a:lnTo>
                  <a:lnTo>
                    <a:pt x="5930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5" name="object 65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905110" y="4469383"/>
              <a:ext cx="728726" cy="96266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5233542" y="3842384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233542" y="417918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233542" y="4680584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5233542" y="4847920"/>
            <a:ext cx="52705" cy="117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233542" y="5351526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431405" y="3339210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431405" y="3674745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7431405" y="4316348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431405" y="465162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9670542" y="3325495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9670542" y="3661029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9670542" y="4163948"/>
            <a:ext cx="52705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0" dirty="0">
                <a:latin typeface="Arial MT"/>
                <a:cs typeface="Arial MT"/>
              </a:rPr>
              <a:t>•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title"/>
          </p:nvPr>
        </p:nvSpPr>
        <p:spPr>
          <a:xfrm>
            <a:off x="5199379" y="1587919"/>
            <a:ext cx="1792605" cy="462280"/>
          </a:xfrm>
          <a:prstGeom prst="rect">
            <a:avLst/>
          </a:prstGeom>
          <a:solidFill>
            <a:srgbClr val="00C5DA"/>
          </a:solidFill>
          <a:ln w="12700">
            <a:solidFill>
              <a:srgbClr val="006FC0"/>
            </a:solidFill>
          </a:ln>
        </p:spPr>
        <p:txBody>
          <a:bodyPr vert="horz" wrap="square" lIns="0" tIns="12509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985"/>
              </a:spcBef>
            </a:pPr>
            <a:r>
              <a:rPr spc="-10" dirty="0">
                <a:solidFill>
                  <a:srgbClr val="FFFFFF"/>
                </a:solidFill>
              </a:rPr>
              <a:t>Artefactos</a:t>
            </a:r>
            <a:r>
              <a:rPr spc="-35" dirty="0">
                <a:solidFill>
                  <a:srgbClr val="FFFFFF"/>
                </a:solidFill>
              </a:rPr>
              <a:t> </a:t>
            </a:r>
            <a:r>
              <a:rPr spc="-10" dirty="0">
                <a:solidFill>
                  <a:srgbClr val="FFFFFF"/>
                </a:solidFill>
              </a:rPr>
              <a:t>GenAI</a:t>
            </a:r>
          </a:p>
        </p:txBody>
      </p:sp>
      <p:sp>
        <p:nvSpPr>
          <p:cNvPr id="79" name="object 79"/>
          <p:cNvSpPr/>
          <p:nvPr/>
        </p:nvSpPr>
        <p:spPr>
          <a:xfrm>
            <a:off x="1700276" y="2049652"/>
            <a:ext cx="8830945" cy="581025"/>
          </a:xfrm>
          <a:custGeom>
            <a:avLst/>
            <a:gdLst/>
            <a:ahLst/>
            <a:cxnLst/>
            <a:rect l="l" t="t" r="r" b="b"/>
            <a:pathLst>
              <a:path w="8830945" h="581025">
                <a:moveTo>
                  <a:pt x="0" y="255905"/>
                </a:moveTo>
                <a:lnTo>
                  <a:pt x="8830818" y="255905"/>
                </a:lnTo>
              </a:path>
              <a:path w="8830945" h="581025">
                <a:moveTo>
                  <a:pt x="0" y="255905"/>
                </a:moveTo>
                <a:lnTo>
                  <a:pt x="0" y="568451"/>
                </a:lnTo>
              </a:path>
              <a:path w="8830945" h="581025">
                <a:moveTo>
                  <a:pt x="2211324" y="249809"/>
                </a:moveTo>
                <a:lnTo>
                  <a:pt x="2211324" y="562356"/>
                </a:lnTo>
              </a:path>
              <a:path w="8830945" h="581025">
                <a:moveTo>
                  <a:pt x="4395216" y="0"/>
                </a:moveTo>
                <a:lnTo>
                  <a:pt x="4395216" y="580771"/>
                </a:lnTo>
              </a:path>
              <a:path w="8830945" h="581025">
                <a:moveTo>
                  <a:pt x="6573012" y="268097"/>
                </a:moveTo>
                <a:lnTo>
                  <a:pt x="6573012" y="580644"/>
                </a:lnTo>
              </a:path>
              <a:path w="8830945" h="581025">
                <a:moveTo>
                  <a:pt x="8829929" y="262000"/>
                </a:moveTo>
                <a:lnTo>
                  <a:pt x="8829929" y="574548"/>
                </a:lnTo>
              </a:path>
            </a:pathLst>
          </a:custGeom>
          <a:ln w="6350">
            <a:solidFill>
              <a:srgbClr val="4471C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6484111"/>
            <a:ext cx="5372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9720" y="895858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3600" y="1932559"/>
            <a:ext cx="397002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13375E"/>
                </a:solidFill>
                <a:latin typeface="Calibri"/>
                <a:cs typeface="Calibri"/>
              </a:rPr>
              <a:t>Aplicaciones</a:t>
            </a:r>
            <a:r>
              <a:rPr sz="2400" spc="-40" dirty="0">
                <a:solidFill>
                  <a:srgbClr val="1337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3375E"/>
                </a:solidFill>
                <a:latin typeface="Calibri"/>
                <a:cs typeface="Calibri"/>
              </a:rPr>
              <a:t>de</a:t>
            </a:r>
            <a:r>
              <a:rPr sz="2400" spc="-30" dirty="0">
                <a:solidFill>
                  <a:srgbClr val="1337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3375E"/>
                </a:solidFill>
                <a:latin typeface="Calibri"/>
                <a:cs typeface="Calibri"/>
              </a:rPr>
              <a:t>la</a:t>
            </a:r>
            <a:r>
              <a:rPr sz="2400" spc="-25" dirty="0">
                <a:solidFill>
                  <a:srgbClr val="13375E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00C5DA"/>
                </a:solidFill>
                <a:latin typeface="Calibri"/>
                <a:cs typeface="Calibri"/>
              </a:rPr>
              <a:t>IA</a:t>
            </a:r>
            <a:r>
              <a:rPr sz="2400" spc="-25" dirty="0">
                <a:solidFill>
                  <a:srgbClr val="00C5DA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00C5DA"/>
                </a:solidFill>
                <a:latin typeface="Calibri"/>
                <a:cs typeface="Calibri"/>
              </a:rPr>
              <a:t>Generativa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61263" y="2931134"/>
            <a:ext cx="4725035" cy="235966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3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solidFill>
                  <a:srgbClr val="374151"/>
                </a:solidFill>
                <a:latin typeface="Calibri"/>
                <a:cs typeface="Calibri"/>
              </a:rPr>
              <a:t>Traducción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Automática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Idiomas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Contenido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Creativo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Resumen</a:t>
            </a:r>
            <a:r>
              <a:rPr sz="2000" spc="-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Automático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374151"/>
                </a:solidFill>
                <a:latin typeface="Calibri"/>
                <a:cs typeface="Calibri"/>
              </a:rPr>
              <a:t>Texto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Diálogos</a:t>
            </a:r>
            <a:r>
              <a:rPr sz="20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20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Chatbots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9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Imágenes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Arte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Digital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Descripciones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 Imágenes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Personalización</a:t>
            </a:r>
            <a:r>
              <a:rPr sz="20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Contenido</a:t>
            </a:r>
            <a:r>
              <a:rPr sz="20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Web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60260" y="889762"/>
            <a:ext cx="4945380" cy="4953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99745" indent="-342900">
              <a:lnSpc>
                <a:spcPts val="2510"/>
              </a:lnSpc>
              <a:spcBef>
                <a:spcPts val="9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Música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Composiciones Musicales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2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Diseños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Productos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Caras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Personajes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Digitales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Texto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Publicidad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9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20" dirty="0">
                <a:solidFill>
                  <a:srgbClr val="374151"/>
                </a:solidFill>
                <a:latin typeface="Calibri"/>
                <a:cs typeface="Calibri"/>
              </a:rPr>
              <a:t>Traducción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Automática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Texto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Imágenes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Recetas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Platos</a:t>
            </a:r>
            <a:r>
              <a:rPr sz="20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Cocina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Creación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Videojuegos</a:t>
            </a:r>
            <a:r>
              <a:rPr sz="20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Generativos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0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8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Escenarios</a:t>
            </a:r>
            <a:r>
              <a:rPr sz="20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para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Simulaciones</a:t>
            </a:r>
            <a:endParaRPr sz="2000">
              <a:latin typeface="Calibri"/>
              <a:cs typeface="Calibri"/>
            </a:endParaRPr>
          </a:p>
          <a:p>
            <a:pPr marL="355600" marR="566420" indent="-342900">
              <a:lnSpc>
                <a:spcPct val="104500"/>
              </a:lnSpc>
              <a:spcBef>
                <a:spcPts val="12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Informes</a:t>
            </a:r>
            <a:r>
              <a:rPr sz="20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Documentos Técnicos</a:t>
            </a:r>
            <a:endParaRPr sz="2000">
              <a:latin typeface="Calibri"/>
              <a:cs typeface="Calibri"/>
            </a:endParaRPr>
          </a:p>
          <a:p>
            <a:pPr marL="355600" marR="1007110" indent="-342900">
              <a:lnSpc>
                <a:spcPct val="104600"/>
              </a:lnSpc>
              <a:spcBef>
                <a:spcPts val="120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Personalización</a:t>
            </a:r>
            <a:r>
              <a:rPr sz="20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Experiencias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Aprendizaje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2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Generación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Código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Programación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Creación</a:t>
            </a:r>
            <a:r>
              <a:rPr sz="20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Contenido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20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374151"/>
                </a:solidFill>
                <a:latin typeface="Calibri"/>
                <a:cs typeface="Calibri"/>
              </a:rPr>
              <a:t>Redes</a:t>
            </a:r>
            <a:r>
              <a:rPr sz="20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374151"/>
                </a:solidFill>
                <a:latin typeface="Calibri"/>
                <a:cs typeface="Calibri"/>
              </a:rPr>
              <a:t>Sociales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2671" y="0"/>
            <a:ext cx="12149455" cy="6857365"/>
            <a:chOff x="42671" y="0"/>
            <a:chExt cx="12149455" cy="685736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03619" y="59"/>
              <a:ext cx="6088380" cy="6857236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671" y="11"/>
              <a:ext cx="6769608" cy="677506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719" y="0"/>
              <a:ext cx="6019800" cy="2404617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40739" y="866902"/>
            <a:ext cx="31730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dirty="0"/>
              <a:t>IA</a:t>
            </a:r>
            <a:r>
              <a:rPr sz="4000" spc="-35" dirty="0"/>
              <a:t> </a:t>
            </a:r>
            <a:r>
              <a:rPr sz="4000" spc="-50" dirty="0"/>
              <a:t>GENERATIVA</a:t>
            </a:r>
            <a:endParaRPr sz="4000"/>
          </a:p>
        </p:txBody>
      </p:sp>
      <p:sp>
        <p:nvSpPr>
          <p:cNvPr id="8" name="object 8"/>
          <p:cNvSpPr txBox="1"/>
          <p:nvPr/>
        </p:nvSpPr>
        <p:spPr>
          <a:xfrm>
            <a:off x="901700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87627" y="3345560"/>
            <a:ext cx="3928745" cy="163830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065" marR="5080" algn="ctr">
              <a:lnSpc>
                <a:spcPts val="3890"/>
              </a:lnSpc>
              <a:spcBef>
                <a:spcPts val="585"/>
              </a:spcBef>
            </a:pPr>
            <a:r>
              <a:rPr sz="3600" dirty="0">
                <a:latin typeface="Calibri"/>
                <a:cs typeface="Calibri"/>
              </a:rPr>
              <a:t>¿Dónde</a:t>
            </a:r>
            <a:r>
              <a:rPr sz="3600" spc="-6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impacta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esta </a:t>
            </a:r>
            <a:r>
              <a:rPr sz="3600" spc="-10" dirty="0">
                <a:latin typeface="Calibri"/>
                <a:cs typeface="Calibri"/>
              </a:rPr>
              <a:t>tecnología?</a:t>
            </a:r>
            <a:endParaRPr sz="36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110"/>
              </a:spcBef>
            </a:pPr>
            <a:r>
              <a:rPr sz="3600" dirty="0">
                <a:latin typeface="Calibri"/>
                <a:cs typeface="Calibri"/>
              </a:rPr>
              <a:t>¿En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que</a:t>
            </a:r>
            <a:r>
              <a:rPr sz="3600" spc="-5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campos?</a:t>
            </a:r>
            <a:endParaRPr sz="36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720" y="623061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55168" y="1366774"/>
            <a:ext cx="4392295" cy="1024890"/>
          </a:xfrm>
          <a:prstGeom prst="rect">
            <a:avLst/>
          </a:prstGeom>
        </p:spPr>
        <p:txBody>
          <a:bodyPr vert="horz" wrap="square" lIns="0" tIns="3175" rIns="0" bIns="0" rtlCol="0">
            <a:spAutoFit/>
          </a:bodyPr>
          <a:lstStyle/>
          <a:p>
            <a:pPr marL="18415" marR="5080" indent="-6350">
              <a:lnSpc>
                <a:spcPts val="4020"/>
              </a:lnSpc>
              <a:spcBef>
                <a:spcPts val="25"/>
              </a:spcBef>
            </a:pPr>
            <a:r>
              <a:rPr sz="3200" dirty="0">
                <a:solidFill>
                  <a:srgbClr val="173961"/>
                </a:solidFill>
              </a:rPr>
              <a:t>¿Dónde</a:t>
            </a:r>
            <a:r>
              <a:rPr sz="3200" spc="-90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va</a:t>
            </a:r>
            <a:r>
              <a:rPr sz="3200" spc="-90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a</a:t>
            </a:r>
            <a:r>
              <a:rPr sz="3200" spc="-85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impactar</a:t>
            </a:r>
            <a:r>
              <a:rPr sz="3200" spc="-90" dirty="0">
                <a:solidFill>
                  <a:srgbClr val="173961"/>
                </a:solidFill>
              </a:rPr>
              <a:t> </a:t>
            </a:r>
            <a:r>
              <a:rPr sz="3200" spc="-20" dirty="0">
                <a:solidFill>
                  <a:srgbClr val="173961"/>
                </a:solidFill>
              </a:rPr>
              <a:t>esta </a:t>
            </a:r>
            <a:r>
              <a:rPr sz="3200" dirty="0">
                <a:solidFill>
                  <a:srgbClr val="173961"/>
                </a:solidFill>
              </a:rPr>
              <a:t>nueva</a:t>
            </a:r>
            <a:r>
              <a:rPr sz="3200" spc="-140" dirty="0">
                <a:solidFill>
                  <a:srgbClr val="173961"/>
                </a:solidFill>
              </a:rPr>
              <a:t> </a:t>
            </a:r>
            <a:r>
              <a:rPr sz="3200" spc="-10" dirty="0">
                <a:solidFill>
                  <a:srgbClr val="173961"/>
                </a:solidFill>
              </a:rPr>
              <a:t>tecnología?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699008" y="3041776"/>
            <a:ext cx="4237990" cy="8902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5000"/>
              </a:lnSpc>
              <a:spcBef>
                <a:spcPts val="100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Identificar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áreas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organización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que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tendrán</a:t>
            </a:r>
            <a:r>
              <a:rPr sz="1800" spc="-6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7D2E7"/>
                </a:solidFill>
                <a:latin typeface="Calibri"/>
                <a:cs typeface="Calibri"/>
              </a:rPr>
              <a:t>mayor</a:t>
            </a:r>
            <a:r>
              <a:rPr sz="1800" spc="-7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7D2E7"/>
                </a:solidFill>
                <a:latin typeface="Calibri"/>
                <a:cs typeface="Calibri"/>
              </a:rPr>
              <a:t>impacto</a:t>
            </a:r>
            <a:r>
              <a:rPr sz="1800" spc="-7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7D2E7"/>
                </a:solidFill>
                <a:latin typeface="Calibri"/>
                <a:cs typeface="Calibri"/>
              </a:rPr>
              <a:t>será</a:t>
            </a:r>
            <a:r>
              <a:rPr sz="1800" spc="-70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7D2E7"/>
                </a:solidFill>
                <a:latin typeface="Calibri"/>
                <a:cs typeface="Calibri"/>
              </a:rPr>
              <a:t>clave</a:t>
            </a:r>
            <a:r>
              <a:rPr sz="1800" spc="-65" dirty="0">
                <a:solidFill>
                  <a:srgbClr val="07D2E7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para</a:t>
            </a:r>
            <a:r>
              <a:rPr sz="1800" spc="-7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dirigir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los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esfuerzos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adopción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IA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generativa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99008" y="4110608"/>
            <a:ext cx="42176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Si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bien</a:t>
            </a:r>
            <a:r>
              <a:rPr sz="12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2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IA</a:t>
            </a:r>
            <a:r>
              <a:rPr sz="12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generativa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podría</a:t>
            </a:r>
            <a:r>
              <a:rPr sz="12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tener</a:t>
            </a:r>
            <a:r>
              <a:rPr sz="12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un</a:t>
            </a:r>
            <a:r>
              <a:rPr sz="12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impacto</a:t>
            </a:r>
            <a:r>
              <a:rPr sz="12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2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 mayoría</a:t>
            </a:r>
            <a:r>
              <a:rPr sz="12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2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374151"/>
                </a:solidFill>
                <a:latin typeface="Calibri"/>
                <a:cs typeface="Calibri"/>
              </a:rPr>
              <a:t>las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áreas</a:t>
            </a:r>
            <a:r>
              <a:rPr sz="12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2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organización,</a:t>
            </a:r>
            <a:r>
              <a:rPr sz="12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algunas</a:t>
            </a:r>
            <a:r>
              <a:rPr sz="12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se</a:t>
            </a:r>
            <a:r>
              <a:rPr sz="12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destacan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por</a:t>
            </a:r>
            <a:r>
              <a:rPr sz="12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impacto</a:t>
            </a:r>
            <a:r>
              <a:rPr sz="12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25" dirty="0">
                <a:solidFill>
                  <a:srgbClr val="374151"/>
                </a:solidFill>
                <a:latin typeface="Calibri"/>
                <a:cs typeface="Calibri"/>
              </a:rPr>
              <a:t>la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tecnología</a:t>
            </a:r>
            <a:r>
              <a:rPr sz="12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como</a:t>
            </a:r>
            <a:r>
              <a:rPr sz="12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parte</a:t>
            </a:r>
            <a:r>
              <a:rPr sz="12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374151"/>
                </a:solidFill>
                <a:latin typeface="Calibri"/>
                <a:cs typeface="Calibri"/>
              </a:rPr>
              <a:t>del</a:t>
            </a:r>
            <a:r>
              <a:rPr sz="12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coste</a:t>
            </a:r>
            <a:r>
              <a:rPr sz="12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374151"/>
                </a:solidFill>
                <a:latin typeface="Calibri"/>
                <a:cs typeface="Calibri"/>
              </a:rPr>
              <a:t>funcional.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7232" y="5045319"/>
            <a:ext cx="4362450" cy="66929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Origen</a:t>
            </a:r>
            <a:r>
              <a:rPr sz="1000" spc="-1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de</a:t>
            </a:r>
            <a:r>
              <a:rPr sz="1000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los</a:t>
            </a:r>
            <a:r>
              <a:rPr sz="1000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datos: The</a:t>
            </a:r>
            <a:r>
              <a:rPr sz="1000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economic</a:t>
            </a:r>
            <a:r>
              <a:rPr sz="1000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73961"/>
                </a:solidFill>
                <a:latin typeface="Calibri"/>
                <a:cs typeface="Calibri"/>
              </a:rPr>
              <a:t>potential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of</a:t>
            </a:r>
            <a:r>
              <a:rPr sz="1000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73961"/>
                </a:solidFill>
                <a:latin typeface="Calibri"/>
                <a:cs typeface="Calibri"/>
              </a:rPr>
              <a:t>generative</a:t>
            </a:r>
            <a:r>
              <a:rPr sz="1000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AI</a:t>
            </a:r>
            <a:r>
              <a:rPr sz="1000" spc="-1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(McKinsey</a:t>
            </a:r>
            <a:r>
              <a:rPr sz="1000" spc="-1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173961"/>
                </a:solidFill>
                <a:latin typeface="Calibri"/>
                <a:cs typeface="Calibri"/>
              </a:rPr>
              <a:t>&amp;</a:t>
            </a:r>
            <a:r>
              <a:rPr sz="1000" spc="-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173961"/>
                </a:solidFill>
                <a:latin typeface="Calibri"/>
                <a:cs typeface="Calibri"/>
              </a:rPr>
              <a:t>Company)</a:t>
            </a:r>
            <a:endParaRPr sz="1000">
              <a:latin typeface="Calibri"/>
              <a:cs typeface="Calibri"/>
            </a:endParaRPr>
          </a:p>
          <a:p>
            <a:pPr marL="208279">
              <a:lnSpc>
                <a:spcPct val="100000"/>
              </a:lnSpc>
              <a:spcBef>
                <a:spcPts val="105"/>
              </a:spcBef>
              <a:tabLst>
                <a:tab pos="577215" algn="l"/>
                <a:tab pos="1012825" algn="l"/>
                <a:tab pos="1449070" algn="l"/>
                <a:tab pos="1885314" algn="l"/>
                <a:tab pos="2322195" algn="l"/>
                <a:tab pos="2758440" algn="l"/>
                <a:tab pos="3194685" algn="l"/>
                <a:tab pos="3601085" algn="l"/>
                <a:tab pos="3977004" algn="l"/>
              </a:tabLst>
            </a:pPr>
            <a:r>
              <a:rPr sz="1050" spc="-50" dirty="0">
                <a:latin typeface="Calibri"/>
                <a:cs typeface="Calibri"/>
              </a:rPr>
              <a:t>5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10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15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20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25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30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35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40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35" dirty="0">
                <a:latin typeface="Calibri"/>
                <a:cs typeface="Calibri"/>
              </a:rPr>
              <a:t>45</a:t>
            </a:r>
            <a:r>
              <a:rPr sz="1050" dirty="0">
                <a:latin typeface="Calibri"/>
                <a:cs typeface="Calibri"/>
              </a:rPr>
              <a:t>	</a:t>
            </a:r>
            <a:r>
              <a:rPr sz="1050" spc="-25" dirty="0">
                <a:latin typeface="Calibri"/>
                <a:cs typeface="Calibri"/>
              </a:rPr>
              <a:t>50</a:t>
            </a:r>
            <a:endParaRPr sz="1050">
              <a:latin typeface="Calibri"/>
              <a:cs typeface="Calibri"/>
            </a:endParaRPr>
          </a:p>
          <a:p>
            <a:pPr marL="875030">
              <a:lnSpc>
                <a:spcPct val="100000"/>
              </a:lnSpc>
              <a:spcBef>
                <a:spcPts val="1215"/>
              </a:spcBef>
            </a:pPr>
            <a:r>
              <a:rPr sz="1000" dirty="0">
                <a:solidFill>
                  <a:srgbClr val="374151"/>
                </a:solidFill>
                <a:latin typeface="Calibri"/>
                <a:cs typeface="Calibri"/>
              </a:rPr>
              <a:t>impacto</a:t>
            </a:r>
            <a:r>
              <a:rPr sz="10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74151"/>
                </a:solidFill>
                <a:latin typeface="Calibri"/>
                <a:cs typeface="Calibri"/>
              </a:rPr>
              <a:t>como</a:t>
            </a:r>
            <a:r>
              <a:rPr sz="10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374151"/>
                </a:solidFill>
                <a:latin typeface="Calibri"/>
                <a:cs typeface="Calibri"/>
              </a:rPr>
              <a:t>porcentaje</a:t>
            </a:r>
            <a:r>
              <a:rPr sz="10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74151"/>
                </a:solidFill>
                <a:latin typeface="Calibri"/>
                <a:cs typeface="Calibri"/>
              </a:rPr>
              <a:t>del</a:t>
            </a:r>
            <a:r>
              <a:rPr sz="1000" spc="-1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374151"/>
                </a:solidFill>
                <a:latin typeface="Calibri"/>
                <a:cs typeface="Calibri"/>
              </a:rPr>
              <a:t>gasto</a:t>
            </a:r>
            <a:r>
              <a:rPr sz="10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374151"/>
                </a:solidFill>
                <a:latin typeface="Calibri"/>
                <a:cs typeface="Calibri"/>
              </a:rPr>
              <a:t>funcional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643496" y="5221985"/>
            <a:ext cx="9398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50" dirty="0">
                <a:latin typeface="Calibri"/>
                <a:cs typeface="Calibri"/>
              </a:rPr>
              <a:t>0</a:t>
            </a:r>
            <a:endParaRPr sz="105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95441" y="3294888"/>
            <a:ext cx="130175" cy="1198753"/>
          </a:xfrm>
          <a:prstGeom prst="rect">
            <a:avLst/>
          </a:prstGeom>
        </p:spPr>
      </p:pic>
      <p:grpSp>
        <p:nvGrpSpPr>
          <p:cNvPr id="9" name="object 9"/>
          <p:cNvGrpSpPr/>
          <p:nvPr/>
        </p:nvGrpSpPr>
        <p:grpSpPr>
          <a:xfrm>
            <a:off x="6597967" y="965708"/>
            <a:ext cx="4208780" cy="4030345"/>
            <a:chOff x="6597967" y="965708"/>
            <a:chExt cx="4208780" cy="4030345"/>
          </a:xfrm>
        </p:grpSpPr>
        <p:sp>
          <p:nvSpPr>
            <p:cNvPr id="10" name="object 10"/>
            <p:cNvSpPr/>
            <p:nvPr/>
          </p:nvSpPr>
          <p:spPr>
            <a:xfrm>
              <a:off x="6615557" y="968883"/>
              <a:ext cx="0" cy="3994785"/>
            </a:xfrm>
            <a:custGeom>
              <a:avLst/>
              <a:gdLst/>
              <a:ahLst/>
              <a:cxnLst/>
              <a:rect l="l" t="t" r="r" b="b"/>
              <a:pathLst>
                <a:path h="3994785">
                  <a:moveTo>
                    <a:pt x="0" y="0"/>
                  </a:moveTo>
                  <a:lnTo>
                    <a:pt x="0" y="3994530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615430" y="4978463"/>
              <a:ext cx="4173854" cy="0"/>
            </a:xfrm>
            <a:custGeom>
              <a:avLst/>
              <a:gdLst/>
              <a:ahLst/>
              <a:cxnLst/>
              <a:rect l="l" t="t" r="r" b="b"/>
              <a:pathLst>
                <a:path w="4173854">
                  <a:moveTo>
                    <a:pt x="0" y="0"/>
                  </a:moveTo>
                  <a:lnTo>
                    <a:pt x="4173854" y="0"/>
                  </a:lnTo>
                </a:path>
              </a:pathLst>
            </a:custGeom>
            <a:ln w="3441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343015" y="4442840"/>
            <a:ext cx="2330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50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80530" y="4148708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100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80530" y="3856101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150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80530" y="3561969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200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80530" y="3267583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250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80530" y="2974975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300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80530" y="2680842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350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80530" y="2388234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400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280530" y="2094103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450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80530" y="1799590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500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80530" y="1506982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550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80530" y="1212850"/>
            <a:ext cx="30162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600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958965" y="1561846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pic>
        <p:nvPicPr>
          <p:cNvPr id="25" name="object 2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7118" y="634873"/>
            <a:ext cx="5524881" cy="2557526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9013317" y="1865122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957054" y="2296794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928229" y="2804286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971156" y="3253867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098055" y="3276091"/>
            <a:ext cx="1380490" cy="931544"/>
            <a:chOff x="7098055" y="3276091"/>
            <a:chExt cx="1380490" cy="931544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275956" y="3276091"/>
              <a:ext cx="1202563" cy="869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098055" y="4119752"/>
              <a:ext cx="683488" cy="8763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28635" y="3776852"/>
              <a:ext cx="466852" cy="8305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6788277" y="4099940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18629" y="3752469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505825" y="3752469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148956" y="3776853"/>
            <a:ext cx="3409950" cy="1125220"/>
            <a:chOff x="7148956" y="3776853"/>
            <a:chExt cx="3409950" cy="1125220"/>
          </a:xfrm>
        </p:grpSpPr>
        <p:pic>
          <p:nvPicPr>
            <p:cNvPr id="38" name="object 3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815958" y="3776853"/>
              <a:ext cx="459359" cy="10452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809989" y="3925570"/>
              <a:ext cx="744727" cy="108077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15985" y="3956050"/>
              <a:ext cx="511937" cy="10807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56830" y="4107434"/>
              <a:ext cx="683614" cy="109220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148956" y="4324477"/>
              <a:ext cx="88900" cy="80264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477567" y="4315714"/>
              <a:ext cx="265662" cy="108204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9180575" y="4278503"/>
              <a:ext cx="588772" cy="8737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816083" y="4278884"/>
              <a:ext cx="742823" cy="108077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261224" y="4322445"/>
              <a:ext cx="821563" cy="579628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7652384" y="3933825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850760" y="4298060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167496" y="4293489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876156" y="4258436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51344" y="4451984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184517" y="4621148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7797165" y="1831593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9177908" y="1534413"/>
            <a:ext cx="698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solidFill>
                  <a:srgbClr val="374151"/>
                </a:solidFill>
                <a:latin typeface="Arial MT"/>
                <a:cs typeface="Arial MT"/>
              </a:rPr>
              <a:t>•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368922" y="4866894"/>
            <a:ext cx="16573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latin typeface="Calibri"/>
                <a:cs typeface="Calibri"/>
              </a:rPr>
              <a:t>0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spc="-50" dirty="0">
                <a:latin typeface="Calibri"/>
                <a:cs typeface="Calibri"/>
              </a:rPr>
              <a:t>-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6644385" y="4991861"/>
            <a:ext cx="4164329" cy="81280"/>
            <a:chOff x="6644385" y="4991861"/>
            <a:chExt cx="4164329" cy="81280"/>
          </a:xfrm>
        </p:grpSpPr>
        <p:sp>
          <p:nvSpPr>
            <p:cNvPr id="57" name="object 57"/>
            <p:cNvSpPr/>
            <p:nvPr/>
          </p:nvSpPr>
          <p:spPr>
            <a:xfrm>
              <a:off x="6647560" y="4991861"/>
              <a:ext cx="0" cy="81280"/>
            </a:xfrm>
            <a:custGeom>
              <a:avLst/>
              <a:gdLst/>
              <a:ahLst/>
              <a:cxnLst/>
              <a:rect l="l" t="t" r="r" b="b"/>
              <a:pathLst>
                <a:path h="81279">
                  <a:moveTo>
                    <a:pt x="0" y="0"/>
                  </a:moveTo>
                  <a:lnTo>
                    <a:pt x="0" y="8102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0801857" y="5070792"/>
              <a:ext cx="6350" cy="0"/>
            </a:xfrm>
            <a:custGeom>
              <a:avLst/>
              <a:gdLst/>
              <a:ahLst/>
              <a:cxnLst/>
              <a:rect l="l" t="t" r="r" b="b"/>
              <a:pathLst>
                <a:path w="6350">
                  <a:moveTo>
                    <a:pt x="0" y="0"/>
                  </a:moveTo>
                  <a:lnTo>
                    <a:pt x="6350" y="0"/>
                  </a:lnTo>
                </a:path>
              </a:pathLst>
            </a:custGeom>
            <a:ln w="41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7022464" y="4991861"/>
              <a:ext cx="3441700" cy="81280"/>
            </a:xfrm>
            <a:custGeom>
              <a:avLst/>
              <a:gdLst/>
              <a:ahLst/>
              <a:cxnLst/>
              <a:rect l="l" t="t" r="r" b="b"/>
              <a:pathLst>
                <a:path w="3441700" h="81279">
                  <a:moveTo>
                    <a:pt x="0" y="0"/>
                  </a:moveTo>
                  <a:lnTo>
                    <a:pt x="0" y="81025"/>
                  </a:lnTo>
                </a:path>
                <a:path w="3441700" h="81279">
                  <a:moveTo>
                    <a:pt x="3441191" y="0"/>
                  </a:moveTo>
                  <a:lnTo>
                    <a:pt x="3441191" y="81025"/>
                  </a:lnTo>
                </a:path>
                <a:path w="3441700" h="81279">
                  <a:moveTo>
                    <a:pt x="3026663" y="0"/>
                  </a:moveTo>
                  <a:lnTo>
                    <a:pt x="3026663" y="81025"/>
                  </a:lnTo>
                </a:path>
                <a:path w="3441700" h="81279">
                  <a:moveTo>
                    <a:pt x="384048" y="0"/>
                  </a:moveTo>
                  <a:lnTo>
                    <a:pt x="384048" y="81025"/>
                  </a:lnTo>
                </a:path>
                <a:path w="3441700" h="81279">
                  <a:moveTo>
                    <a:pt x="2595371" y="0"/>
                  </a:moveTo>
                  <a:lnTo>
                    <a:pt x="2595371" y="81025"/>
                  </a:lnTo>
                </a:path>
                <a:path w="3441700" h="81279">
                  <a:moveTo>
                    <a:pt x="2154935" y="0"/>
                  </a:moveTo>
                  <a:lnTo>
                    <a:pt x="2154935" y="81025"/>
                  </a:lnTo>
                </a:path>
                <a:path w="3441700" h="81279">
                  <a:moveTo>
                    <a:pt x="832103" y="0"/>
                  </a:moveTo>
                  <a:lnTo>
                    <a:pt x="832103" y="81025"/>
                  </a:lnTo>
                </a:path>
                <a:path w="3441700" h="81279">
                  <a:moveTo>
                    <a:pt x="1729739" y="0"/>
                  </a:moveTo>
                  <a:lnTo>
                    <a:pt x="1729739" y="81025"/>
                  </a:lnTo>
                </a:path>
                <a:path w="3441700" h="81279">
                  <a:moveTo>
                    <a:pt x="1277111" y="0"/>
                  </a:moveTo>
                  <a:lnTo>
                    <a:pt x="1277111" y="81025"/>
                  </a:lnTo>
                </a:path>
              </a:pathLst>
            </a:custGeom>
            <a:ln w="635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0" name="object 60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776" y="742149"/>
            <a:ext cx="10801858" cy="5830862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685800"/>
            <a:ext cx="10330663" cy="5289513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5011" y="635"/>
            <a:ext cx="9936480" cy="6842125"/>
            <a:chOff x="2255011" y="635"/>
            <a:chExt cx="9936480" cy="684212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1572" y="560707"/>
              <a:ext cx="6979793" cy="6281798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197855" y="578993"/>
              <a:ext cx="6993890" cy="4761230"/>
            </a:xfrm>
            <a:custGeom>
              <a:avLst/>
              <a:gdLst/>
              <a:ahLst/>
              <a:cxnLst/>
              <a:rect l="l" t="t" r="r" b="b"/>
              <a:pathLst>
                <a:path w="6993890" h="4761230">
                  <a:moveTo>
                    <a:pt x="6993509" y="0"/>
                  </a:moveTo>
                  <a:lnTo>
                    <a:pt x="0" y="0"/>
                  </a:lnTo>
                  <a:lnTo>
                    <a:pt x="0" y="4760849"/>
                  </a:lnTo>
                  <a:lnTo>
                    <a:pt x="6993509" y="4760849"/>
                  </a:lnTo>
                  <a:lnTo>
                    <a:pt x="6993509" y="0"/>
                  </a:lnTo>
                  <a:close/>
                </a:path>
              </a:pathLst>
            </a:custGeom>
            <a:solidFill>
              <a:srgbClr val="00E1F9">
                <a:alpha val="5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5011" y="2159190"/>
              <a:ext cx="6294501" cy="123297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01443" y="3845179"/>
              <a:ext cx="1379220" cy="368935"/>
            </a:xfrm>
            <a:custGeom>
              <a:avLst/>
              <a:gdLst/>
              <a:ahLst/>
              <a:cxnLst/>
              <a:rect l="l" t="t" r="r" b="b"/>
              <a:pathLst>
                <a:path w="1379220" h="368935">
                  <a:moveTo>
                    <a:pt x="256971" y="10287"/>
                  </a:moveTo>
                  <a:lnTo>
                    <a:pt x="228142" y="762"/>
                  </a:lnTo>
                  <a:lnTo>
                    <a:pt x="214045" y="762"/>
                  </a:lnTo>
                  <a:lnTo>
                    <a:pt x="185343" y="10287"/>
                  </a:lnTo>
                  <a:lnTo>
                    <a:pt x="185343" y="137795"/>
                  </a:lnTo>
                  <a:lnTo>
                    <a:pt x="185343" y="198501"/>
                  </a:lnTo>
                  <a:lnTo>
                    <a:pt x="185343" y="275590"/>
                  </a:lnTo>
                  <a:lnTo>
                    <a:pt x="179247" y="282575"/>
                  </a:lnTo>
                  <a:lnTo>
                    <a:pt x="148513" y="307721"/>
                  </a:lnTo>
                  <a:lnTo>
                    <a:pt x="129590" y="313055"/>
                  </a:lnTo>
                  <a:lnTo>
                    <a:pt x="124510" y="313055"/>
                  </a:lnTo>
                  <a:lnTo>
                    <a:pt x="88188" y="296418"/>
                  </a:lnTo>
                  <a:lnTo>
                    <a:pt x="74714" y="257695"/>
                  </a:lnTo>
                  <a:lnTo>
                    <a:pt x="73418" y="240665"/>
                  </a:lnTo>
                  <a:lnTo>
                    <a:pt x="73329" y="236220"/>
                  </a:lnTo>
                  <a:lnTo>
                    <a:pt x="80073" y="196786"/>
                  </a:lnTo>
                  <a:lnTo>
                    <a:pt x="108635" y="164211"/>
                  </a:lnTo>
                  <a:lnTo>
                    <a:pt x="116636" y="162052"/>
                  </a:lnTo>
                  <a:lnTo>
                    <a:pt x="126034" y="162052"/>
                  </a:lnTo>
                  <a:lnTo>
                    <a:pt x="162839" y="176644"/>
                  </a:lnTo>
                  <a:lnTo>
                    <a:pt x="185343" y="198501"/>
                  </a:lnTo>
                  <a:lnTo>
                    <a:pt x="185343" y="137795"/>
                  </a:lnTo>
                  <a:lnTo>
                    <a:pt x="150672" y="114554"/>
                  </a:lnTo>
                  <a:lnTo>
                    <a:pt x="122796" y="107149"/>
                  </a:lnTo>
                  <a:lnTo>
                    <a:pt x="124142" y="107149"/>
                  </a:lnTo>
                  <a:lnTo>
                    <a:pt x="111683" y="106553"/>
                  </a:lnTo>
                  <a:lnTo>
                    <a:pt x="98463" y="107149"/>
                  </a:lnTo>
                  <a:lnTo>
                    <a:pt x="86042" y="108927"/>
                  </a:lnTo>
                  <a:lnTo>
                    <a:pt x="44323" y="127355"/>
                  </a:lnTo>
                  <a:lnTo>
                    <a:pt x="16217" y="162052"/>
                  </a:lnTo>
                  <a:lnTo>
                    <a:pt x="1739" y="211264"/>
                  </a:lnTo>
                  <a:lnTo>
                    <a:pt x="0" y="243497"/>
                  </a:lnTo>
                  <a:lnTo>
                    <a:pt x="190" y="250634"/>
                  </a:lnTo>
                  <a:lnTo>
                    <a:pt x="279" y="253441"/>
                  </a:lnTo>
                  <a:lnTo>
                    <a:pt x="1244" y="264668"/>
                  </a:lnTo>
                  <a:lnTo>
                    <a:pt x="1346" y="265861"/>
                  </a:lnTo>
                  <a:lnTo>
                    <a:pt x="12954" y="311150"/>
                  </a:lnTo>
                  <a:lnTo>
                    <a:pt x="13068" y="311442"/>
                  </a:lnTo>
                  <a:lnTo>
                    <a:pt x="38760" y="346189"/>
                  </a:lnTo>
                  <a:lnTo>
                    <a:pt x="79527" y="365988"/>
                  </a:lnTo>
                  <a:lnTo>
                    <a:pt x="106476" y="368554"/>
                  </a:lnTo>
                  <a:lnTo>
                    <a:pt x="118935" y="367919"/>
                  </a:lnTo>
                  <a:lnTo>
                    <a:pt x="119253" y="367919"/>
                  </a:lnTo>
                  <a:lnTo>
                    <a:pt x="131127" y="365988"/>
                  </a:lnTo>
                  <a:lnTo>
                    <a:pt x="131381" y="365988"/>
                  </a:lnTo>
                  <a:lnTo>
                    <a:pt x="143408" y="362559"/>
                  </a:lnTo>
                  <a:lnTo>
                    <a:pt x="185877" y="337019"/>
                  </a:lnTo>
                  <a:lnTo>
                    <a:pt x="195884" y="327914"/>
                  </a:lnTo>
                  <a:lnTo>
                    <a:pt x="195884" y="355600"/>
                  </a:lnTo>
                  <a:lnTo>
                    <a:pt x="196392" y="357251"/>
                  </a:lnTo>
                  <a:lnTo>
                    <a:pt x="197535" y="358521"/>
                  </a:lnTo>
                  <a:lnTo>
                    <a:pt x="198551" y="359791"/>
                  </a:lnTo>
                  <a:lnTo>
                    <a:pt x="200202" y="360934"/>
                  </a:lnTo>
                  <a:lnTo>
                    <a:pt x="205168" y="362775"/>
                  </a:lnTo>
                  <a:lnTo>
                    <a:pt x="205359" y="362775"/>
                  </a:lnTo>
                  <a:lnTo>
                    <a:pt x="208076" y="363220"/>
                  </a:lnTo>
                  <a:lnTo>
                    <a:pt x="215823" y="363982"/>
                  </a:lnTo>
                  <a:lnTo>
                    <a:pt x="237413" y="363982"/>
                  </a:lnTo>
                  <a:lnTo>
                    <a:pt x="245287" y="363220"/>
                  </a:lnTo>
                  <a:lnTo>
                    <a:pt x="247992" y="362775"/>
                  </a:lnTo>
                  <a:lnTo>
                    <a:pt x="248183" y="362775"/>
                  </a:lnTo>
                  <a:lnTo>
                    <a:pt x="252907" y="360934"/>
                  </a:lnTo>
                  <a:lnTo>
                    <a:pt x="254558" y="359791"/>
                  </a:lnTo>
                  <a:lnTo>
                    <a:pt x="255447" y="358521"/>
                  </a:lnTo>
                  <a:lnTo>
                    <a:pt x="256463" y="357251"/>
                  </a:lnTo>
                  <a:lnTo>
                    <a:pt x="256971" y="355600"/>
                  </a:lnTo>
                  <a:lnTo>
                    <a:pt x="256971" y="327914"/>
                  </a:lnTo>
                  <a:lnTo>
                    <a:pt x="256971" y="313055"/>
                  </a:lnTo>
                  <a:lnTo>
                    <a:pt x="256971" y="162052"/>
                  </a:lnTo>
                  <a:lnTo>
                    <a:pt x="256971" y="137795"/>
                  </a:lnTo>
                  <a:lnTo>
                    <a:pt x="256971" y="10287"/>
                  </a:lnTo>
                  <a:close/>
                </a:path>
                <a:path w="1379220" h="368935">
                  <a:moveTo>
                    <a:pt x="564565" y="220345"/>
                  </a:moveTo>
                  <a:lnTo>
                    <a:pt x="564261" y="212090"/>
                  </a:lnTo>
                  <a:lnTo>
                    <a:pt x="564210" y="210693"/>
                  </a:lnTo>
                  <a:lnTo>
                    <a:pt x="564134" y="208368"/>
                  </a:lnTo>
                  <a:lnTo>
                    <a:pt x="562876" y="197116"/>
                  </a:lnTo>
                  <a:lnTo>
                    <a:pt x="548881" y="155600"/>
                  </a:lnTo>
                  <a:lnTo>
                    <a:pt x="547065" y="152908"/>
                  </a:lnTo>
                  <a:lnTo>
                    <a:pt x="543026" y="146913"/>
                  </a:lnTo>
                  <a:lnTo>
                    <a:pt x="509676" y="119888"/>
                  </a:lnTo>
                  <a:lnTo>
                    <a:pt x="494715" y="113919"/>
                  </a:lnTo>
                  <a:lnTo>
                    <a:pt x="494715" y="212090"/>
                  </a:lnTo>
                  <a:lnTo>
                    <a:pt x="386892" y="212090"/>
                  </a:lnTo>
                  <a:lnTo>
                    <a:pt x="387273" y="203835"/>
                  </a:lnTo>
                  <a:lnTo>
                    <a:pt x="388493" y="197116"/>
                  </a:lnTo>
                  <a:lnTo>
                    <a:pt x="388556" y="196824"/>
                  </a:lnTo>
                  <a:lnTo>
                    <a:pt x="388670" y="196215"/>
                  </a:lnTo>
                  <a:lnTo>
                    <a:pt x="411530" y="160782"/>
                  </a:lnTo>
                  <a:lnTo>
                    <a:pt x="433120" y="152908"/>
                  </a:lnTo>
                  <a:lnTo>
                    <a:pt x="442264" y="152908"/>
                  </a:lnTo>
                  <a:lnTo>
                    <a:pt x="482523" y="168656"/>
                  </a:lnTo>
                  <a:lnTo>
                    <a:pt x="494576" y="208368"/>
                  </a:lnTo>
                  <a:lnTo>
                    <a:pt x="494652" y="210693"/>
                  </a:lnTo>
                  <a:lnTo>
                    <a:pt x="494715" y="212090"/>
                  </a:lnTo>
                  <a:lnTo>
                    <a:pt x="494715" y="113919"/>
                  </a:lnTo>
                  <a:lnTo>
                    <a:pt x="486841" y="111429"/>
                  </a:lnTo>
                  <a:lnTo>
                    <a:pt x="474268" y="108839"/>
                  </a:lnTo>
                  <a:lnTo>
                    <a:pt x="474700" y="108839"/>
                  </a:lnTo>
                  <a:lnTo>
                    <a:pt x="459638" y="107124"/>
                  </a:lnTo>
                  <a:lnTo>
                    <a:pt x="460146" y="107124"/>
                  </a:lnTo>
                  <a:lnTo>
                    <a:pt x="443915" y="106553"/>
                  </a:lnTo>
                  <a:lnTo>
                    <a:pt x="401904" y="111696"/>
                  </a:lnTo>
                  <a:lnTo>
                    <a:pt x="357212" y="133972"/>
                  </a:lnTo>
                  <a:lnTo>
                    <a:pt x="327406" y="172351"/>
                  </a:lnTo>
                  <a:lnTo>
                    <a:pt x="315810" y="210693"/>
                  </a:lnTo>
                  <a:lnTo>
                    <a:pt x="313613" y="240157"/>
                  </a:lnTo>
                  <a:lnTo>
                    <a:pt x="314007" y="252349"/>
                  </a:lnTo>
                  <a:lnTo>
                    <a:pt x="321995" y="296926"/>
                  </a:lnTo>
                  <a:lnTo>
                    <a:pt x="347649" y="337058"/>
                  </a:lnTo>
                  <a:lnTo>
                    <a:pt x="390575" y="360807"/>
                  </a:lnTo>
                  <a:lnTo>
                    <a:pt x="433730" y="368084"/>
                  </a:lnTo>
                  <a:lnTo>
                    <a:pt x="450265" y="368554"/>
                  </a:lnTo>
                  <a:lnTo>
                    <a:pt x="459549" y="368414"/>
                  </a:lnTo>
                  <a:lnTo>
                    <a:pt x="466877" y="368084"/>
                  </a:lnTo>
                  <a:lnTo>
                    <a:pt x="467563" y="368084"/>
                  </a:lnTo>
                  <a:lnTo>
                    <a:pt x="508584" y="362597"/>
                  </a:lnTo>
                  <a:lnTo>
                    <a:pt x="545388" y="351282"/>
                  </a:lnTo>
                  <a:lnTo>
                    <a:pt x="552246" y="334645"/>
                  </a:lnTo>
                  <a:lnTo>
                    <a:pt x="552500" y="331851"/>
                  </a:lnTo>
                  <a:lnTo>
                    <a:pt x="552386" y="319151"/>
                  </a:lnTo>
                  <a:lnTo>
                    <a:pt x="552348" y="316636"/>
                  </a:lnTo>
                  <a:lnTo>
                    <a:pt x="551903" y="311658"/>
                  </a:lnTo>
                  <a:lnTo>
                    <a:pt x="551865" y="311150"/>
                  </a:lnTo>
                  <a:lnTo>
                    <a:pt x="551383" y="309118"/>
                  </a:lnTo>
                  <a:lnTo>
                    <a:pt x="551357" y="308991"/>
                  </a:lnTo>
                  <a:lnTo>
                    <a:pt x="550646" y="307467"/>
                  </a:lnTo>
                  <a:lnTo>
                    <a:pt x="549833" y="305816"/>
                  </a:lnTo>
                  <a:lnTo>
                    <a:pt x="548817" y="304673"/>
                  </a:lnTo>
                  <a:lnTo>
                    <a:pt x="547674" y="304165"/>
                  </a:lnTo>
                  <a:lnTo>
                    <a:pt x="546531" y="303530"/>
                  </a:lnTo>
                  <a:lnTo>
                    <a:pt x="545134" y="303149"/>
                  </a:lnTo>
                  <a:lnTo>
                    <a:pt x="540562" y="303149"/>
                  </a:lnTo>
                  <a:lnTo>
                    <a:pt x="536206" y="304165"/>
                  </a:lnTo>
                  <a:lnTo>
                    <a:pt x="536397" y="304165"/>
                  </a:lnTo>
                  <a:lnTo>
                    <a:pt x="527189" y="307467"/>
                  </a:lnTo>
                  <a:lnTo>
                    <a:pt x="489991" y="316636"/>
                  </a:lnTo>
                  <a:lnTo>
                    <a:pt x="463105" y="319151"/>
                  </a:lnTo>
                  <a:lnTo>
                    <a:pt x="450672" y="319151"/>
                  </a:lnTo>
                  <a:lnTo>
                    <a:pt x="408736" y="307467"/>
                  </a:lnTo>
                  <a:lnTo>
                    <a:pt x="403148" y="301752"/>
                  </a:lnTo>
                  <a:lnTo>
                    <a:pt x="397560" y="296164"/>
                  </a:lnTo>
                  <a:lnTo>
                    <a:pt x="386943" y="255930"/>
                  </a:lnTo>
                  <a:lnTo>
                    <a:pt x="386892" y="254254"/>
                  </a:lnTo>
                  <a:lnTo>
                    <a:pt x="549452" y="254254"/>
                  </a:lnTo>
                  <a:lnTo>
                    <a:pt x="554786" y="252349"/>
                  </a:lnTo>
                  <a:lnTo>
                    <a:pt x="562660" y="244729"/>
                  </a:lnTo>
                  <a:lnTo>
                    <a:pt x="564565" y="238760"/>
                  </a:lnTo>
                  <a:lnTo>
                    <a:pt x="564565" y="220345"/>
                  </a:lnTo>
                  <a:close/>
                </a:path>
                <a:path w="1379220" h="368935">
                  <a:moveTo>
                    <a:pt x="836599" y="9525"/>
                  </a:moveTo>
                  <a:lnTo>
                    <a:pt x="835964" y="8001"/>
                  </a:lnTo>
                  <a:lnTo>
                    <a:pt x="833678" y="5207"/>
                  </a:lnTo>
                  <a:lnTo>
                    <a:pt x="831773" y="3937"/>
                  </a:lnTo>
                  <a:lnTo>
                    <a:pt x="828979" y="3048"/>
                  </a:lnTo>
                  <a:lnTo>
                    <a:pt x="826185" y="2032"/>
                  </a:lnTo>
                  <a:lnTo>
                    <a:pt x="822502" y="1397"/>
                  </a:lnTo>
                  <a:lnTo>
                    <a:pt x="817930" y="762"/>
                  </a:lnTo>
                  <a:lnTo>
                    <a:pt x="813358" y="254"/>
                  </a:lnTo>
                  <a:lnTo>
                    <a:pt x="807516" y="0"/>
                  </a:lnTo>
                  <a:lnTo>
                    <a:pt x="793419" y="0"/>
                  </a:lnTo>
                  <a:lnTo>
                    <a:pt x="771956" y="3048"/>
                  </a:lnTo>
                  <a:lnTo>
                    <a:pt x="769162" y="3937"/>
                  </a:lnTo>
                  <a:lnTo>
                    <a:pt x="767257" y="5207"/>
                  </a:lnTo>
                  <a:lnTo>
                    <a:pt x="764971" y="8001"/>
                  </a:lnTo>
                  <a:lnTo>
                    <a:pt x="764336" y="9525"/>
                  </a:lnTo>
                  <a:lnTo>
                    <a:pt x="764336" y="355473"/>
                  </a:lnTo>
                  <a:lnTo>
                    <a:pt x="783005" y="363474"/>
                  </a:lnTo>
                  <a:lnTo>
                    <a:pt x="787577" y="363982"/>
                  </a:lnTo>
                  <a:lnTo>
                    <a:pt x="813358" y="363982"/>
                  </a:lnTo>
                  <a:lnTo>
                    <a:pt x="817930" y="363474"/>
                  </a:lnTo>
                  <a:lnTo>
                    <a:pt x="822502" y="363093"/>
                  </a:lnTo>
                  <a:lnTo>
                    <a:pt x="836599" y="355473"/>
                  </a:lnTo>
                  <a:lnTo>
                    <a:pt x="836599" y="9525"/>
                  </a:lnTo>
                  <a:close/>
                </a:path>
                <a:path w="1379220" h="368935">
                  <a:moveTo>
                    <a:pt x="1126921" y="198247"/>
                  </a:moveTo>
                  <a:lnTo>
                    <a:pt x="1120762" y="157480"/>
                  </a:lnTo>
                  <a:lnTo>
                    <a:pt x="1120686" y="157226"/>
                  </a:lnTo>
                  <a:lnTo>
                    <a:pt x="1120571" y="156845"/>
                  </a:lnTo>
                  <a:lnTo>
                    <a:pt x="1120444" y="156565"/>
                  </a:lnTo>
                  <a:lnTo>
                    <a:pt x="1120343" y="156337"/>
                  </a:lnTo>
                  <a:lnTo>
                    <a:pt x="1093165" y="123113"/>
                  </a:lnTo>
                  <a:lnTo>
                    <a:pt x="1054227" y="109562"/>
                  </a:lnTo>
                  <a:lnTo>
                    <a:pt x="1042758" y="108000"/>
                  </a:lnTo>
                  <a:lnTo>
                    <a:pt x="1043432" y="108000"/>
                  </a:lnTo>
                  <a:lnTo>
                    <a:pt x="1028509" y="106895"/>
                  </a:lnTo>
                  <a:lnTo>
                    <a:pt x="1014018" y="106553"/>
                  </a:lnTo>
                  <a:lnTo>
                    <a:pt x="1005611" y="106718"/>
                  </a:lnTo>
                  <a:lnTo>
                    <a:pt x="965898" y="111887"/>
                  </a:lnTo>
                  <a:lnTo>
                    <a:pt x="928293" y="123825"/>
                  </a:lnTo>
                  <a:lnTo>
                    <a:pt x="908862" y="140716"/>
                  </a:lnTo>
                  <a:lnTo>
                    <a:pt x="907846" y="143764"/>
                  </a:lnTo>
                  <a:lnTo>
                    <a:pt x="907465" y="148082"/>
                  </a:lnTo>
                  <a:lnTo>
                    <a:pt x="907516" y="158330"/>
                  </a:lnTo>
                  <a:lnTo>
                    <a:pt x="907630" y="159893"/>
                  </a:lnTo>
                  <a:lnTo>
                    <a:pt x="910767" y="172720"/>
                  </a:lnTo>
                  <a:lnTo>
                    <a:pt x="911161" y="173609"/>
                  </a:lnTo>
                  <a:lnTo>
                    <a:pt x="911872" y="175133"/>
                  </a:lnTo>
                  <a:lnTo>
                    <a:pt x="913053" y="176657"/>
                  </a:lnTo>
                  <a:lnTo>
                    <a:pt x="916355" y="179197"/>
                  </a:lnTo>
                  <a:lnTo>
                    <a:pt x="918260" y="179705"/>
                  </a:lnTo>
                  <a:lnTo>
                    <a:pt x="923340" y="179705"/>
                  </a:lnTo>
                  <a:lnTo>
                    <a:pt x="927277" y="178562"/>
                  </a:lnTo>
                  <a:lnTo>
                    <a:pt x="932230" y="176149"/>
                  </a:lnTo>
                  <a:lnTo>
                    <a:pt x="937056" y="173609"/>
                  </a:lnTo>
                  <a:lnTo>
                    <a:pt x="943152" y="170942"/>
                  </a:lnTo>
                  <a:lnTo>
                    <a:pt x="982789" y="158330"/>
                  </a:lnTo>
                  <a:lnTo>
                    <a:pt x="1007668" y="156337"/>
                  </a:lnTo>
                  <a:lnTo>
                    <a:pt x="1016800" y="156337"/>
                  </a:lnTo>
                  <a:lnTo>
                    <a:pt x="1052118" y="175133"/>
                  </a:lnTo>
                  <a:lnTo>
                    <a:pt x="1053642" y="180721"/>
                  </a:lnTo>
                  <a:lnTo>
                    <a:pt x="1055293" y="186182"/>
                  </a:lnTo>
                  <a:lnTo>
                    <a:pt x="1056055" y="192532"/>
                  </a:lnTo>
                  <a:lnTo>
                    <a:pt x="1056055" y="213868"/>
                  </a:lnTo>
                  <a:lnTo>
                    <a:pt x="1056055" y="255016"/>
                  </a:lnTo>
                  <a:lnTo>
                    <a:pt x="1056055" y="294640"/>
                  </a:lnTo>
                  <a:lnTo>
                    <a:pt x="1049502" y="301002"/>
                  </a:lnTo>
                  <a:lnTo>
                    <a:pt x="1009662" y="321779"/>
                  </a:lnTo>
                  <a:lnTo>
                    <a:pt x="1002207" y="322199"/>
                  </a:lnTo>
                  <a:lnTo>
                    <a:pt x="995210" y="321779"/>
                  </a:lnTo>
                  <a:lnTo>
                    <a:pt x="994168" y="321779"/>
                  </a:lnTo>
                  <a:lnTo>
                    <a:pt x="963853" y="285242"/>
                  </a:lnTo>
                  <a:lnTo>
                    <a:pt x="965111" y="280162"/>
                  </a:lnTo>
                  <a:lnTo>
                    <a:pt x="998778" y="257302"/>
                  </a:lnTo>
                  <a:lnTo>
                    <a:pt x="1028623" y="255016"/>
                  </a:lnTo>
                  <a:lnTo>
                    <a:pt x="1056055" y="255016"/>
                  </a:lnTo>
                  <a:lnTo>
                    <a:pt x="1056055" y="213868"/>
                  </a:lnTo>
                  <a:lnTo>
                    <a:pt x="1031163" y="213868"/>
                  </a:lnTo>
                  <a:lnTo>
                    <a:pt x="1014628" y="214160"/>
                  </a:lnTo>
                  <a:lnTo>
                    <a:pt x="971346" y="218567"/>
                  </a:lnTo>
                  <a:lnTo>
                    <a:pt x="928166" y="233045"/>
                  </a:lnTo>
                  <a:lnTo>
                    <a:pt x="898296" y="265595"/>
                  </a:lnTo>
                  <a:lnTo>
                    <a:pt x="893368" y="292989"/>
                  </a:lnTo>
                  <a:lnTo>
                    <a:pt x="893724" y="300736"/>
                  </a:lnTo>
                  <a:lnTo>
                    <a:pt x="893787" y="302120"/>
                  </a:lnTo>
                  <a:lnTo>
                    <a:pt x="895083" y="310629"/>
                  </a:lnTo>
                  <a:lnTo>
                    <a:pt x="897153" y="318300"/>
                  </a:lnTo>
                  <a:lnTo>
                    <a:pt x="897216" y="318554"/>
                  </a:lnTo>
                  <a:lnTo>
                    <a:pt x="919657" y="349377"/>
                  </a:lnTo>
                  <a:lnTo>
                    <a:pt x="957821" y="365887"/>
                  </a:lnTo>
                  <a:lnTo>
                    <a:pt x="986459" y="368554"/>
                  </a:lnTo>
                  <a:lnTo>
                    <a:pt x="998524" y="368033"/>
                  </a:lnTo>
                  <a:lnTo>
                    <a:pt x="1010018" y="366433"/>
                  </a:lnTo>
                  <a:lnTo>
                    <a:pt x="1020419" y="363855"/>
                  </a:lnTo>
                  <a:lnTo>
                    <a:pt x="1020584" y="363855"/>
                  </a:lnTo>
                  <a:lnTo>
                    <a:pt x="1059103" y="343255"/>
                  </a:lnTo>
                  <a:lnTo>
                    <a:pt x="1067231" y="336042"/>
                  </a:lnTo>
                  <a:lnTo>
                    <a:pt x="1067231" y="356997"/>
                  </a:lnTo>
                  <a:lnTo>
                    <a:pt x="1088186" y="364109"/>
                  </a:lnTo>
                  <a:lnTo>
                    <a:pt x="1104823" y="364109"/>
                  </a:lnTo>
                  <a:lnTo>
                    <a:pt x="1126921" y="356997"/>
                  </a:lnTo>
                  <a:lnTo>
                    <a:pt x="1126921" y="336042"/>
                  </a:lnTo>
                  <a:lnTo>
                    <a:pt x="1126921" y="322199"/>
                  </a:lnTo>
                  <a:lnTo>
                    <a:pt x="1126921" y="255016"/>
                  </a:lnTo>
                  <a:lnTo>
                    <a:pt x="1126921" y="198247"/>
                  </a:lnTo>
                  <a:close/>
                </a:path>
                <a:path w="1379220" h="368935">
                  <a:moveTo>
                    <a:pt x="1378635" y="288036"/>
                  </a:moveTo>
                  <a:lnTo>
                    <a:pt x="1364792" y="246253"/>
                  </a:lnTo>
                  <a:lnTo>
                    <a:pt x="1358823" y="240665"/>
                  </a:lnTo>
                  <a:lnTo>
                    <a:pt x="1352981" y="235077"/>
                  </a:lnTo>
                  <a:lnTo>
                    <a:pt x="1346250" y="230505"/>
                  </a:lnTo>
                  <a:lnTo>
                    <a:pt x="1331137" y="222758"/>
                  </a:lnTo>
                  <a:lnTo>
                    <a:pt x="1323517" y="219456"/>
                  </a:lnTo>
                  <a:lnTo>
                    <a:pt x="1315770" y="216662"/>
                  </a:lnTo>
                  <a:lnTo>
                    <a:pt x="1308023" y="213741"/>
                  </a:lnTo>
                  <a:lnTo>
                    <a:pt x="1300403" y="211074"/>
                  </a:lnTo>
                  <a:lnTo>
                    <a:pt x="1285290" y="206248"/>
                  </a:lnTo>
                  <a:lnTo>
                    <a:pt x="1278559" y="203581"/>
                  </a:lnTo>
                  <a:lnTo>
                    <a:pt x="1272590" y="200787"/>
                  </a:lnTo>
                  <a:lnTo>
                    <a:pt x="1266748" y="198120"/>
                  </a:lnTo>
                  <a:lnTo>
                    <a:pt x="1261922" y="194818"/>
                  </a:lnTo>
                  <a:lnTo>
                    <a:pt x="1258239" y="191262"/>
                  </a:lnTo>
                  <a:lnTo>
                    <a:pt x="1254683" y="187579"/>
                  </a:lnTo>
                  <a:lnTo>
                    <a:pt x="1252905" y="183007"/>
                  </a:lnTo>
                  <a:lnTo>
                    <a:pt x="1252905" y="174244"/>
                  </a:lnTo>
                  <a:lnTo>
                    <a:pt x="1284147" y="152908"/>
                  </a:lnTo>
                  <a:lnTo>
                    <a:pt x="1299895" y="152908"/>
                  </a:lnTo>
                  <a:lnTo>
                    <a:pt x="1308023" y="153797"/>
                  </a:lnTo>
                  <a:lnTo>
                    <a:pt x="1315135" y="155702"/>
                  </a:lnTo>
                  <a:lnTo>
                    <a:pt x="1322374" y="157480"/>
                  </a:lnTo>
                  <a:lnTo>
                    <a:pt x="1328597" y="159385"/>
                  </a:lnTo>
                  <a:lnTo>
                    <a:pt x="1334058" y="161544"/>
                  </a:lnTo>
                  <a:lnTo>
                    <a:pt x="1339519" y="163576"/>
                  </a:lnTo>
                  <a:lnTo>
                    <a:pt x="1342377" y="164846"/>
                  </a:lnTo>
                  <a:lnTo>
                    <a:pt x="1344561" y="165849"/>
                  </a:lnTo>
                  <a:lnTo>
                    <a:pt x="1347647" y="167386"/>
                  </a:lnTo>
                  <a:lnTo>
                    <a:pt x="1351330" y="169164"/>
                  </a:lnTo>
                  <a:lnTo>
                    <a:pt x="1353997" y="170053"/>
                  </a:lnTo>
                  <a:lnTo>
                    <a:pt x="1357172" y="170053"/>
                  </a:lnTo>
                  <a:lnTo>
                    <a:pt x="1358569" y="169799"/>
                  </a:lnTo>
                  <a:lnTo>
                    <a:pt x="1359712" y="169164"/>
                  </a:lnTo>
                  <a:lnTo>
                    <a:pt x="1360855" y="168656"/>
                  </a:lnTo>
                  <a:lnTo>
                    <a:pt x="1361744" y="167386"/>
                  </a:lnTo>
                  <a:lnTo>
                    <a:pt x="1362329" y="165849"/>
                  </a:lnTo>
                  <a:lnTo>
                    <a:pt x="1363141" y="163957"/>
                  </a:lnTo>
                  <a:lnTo>
                    <a:pt x="1363421" y="162179"/>
                  </a:lnTo>
                  <a:lnTo>
                    <a:pt x="1363726" y="159893"/>
                  </a:lnTo>
                  <a:lnTo>
                    <a:pt x="1363802" y="159385"/>
                  </a:lnTo>
                  <a:lnTo>
                    <a:pt x="1363916" y="158381"/>
                  </a:lnTo>
                  <a:lnTo>
                    <a:pt x="1364132" y="155956"/>
                  </a:lnTo>
                  <a:lnTo>
                    <a:pt x="1364157" y="152908"/>
                  </a:lnTo>
                  <a:lnTo>
                    <a:pt x="1364157" y="139827"/>
                  </a:lnTo>
                  <a:lnTo>
                    <a:pt x="1364005" y="138328"/>
                  </a:lnTo>
                  <a:lnTo>
                    <a:pt x="1363903" y="137160"/>
                  </a:lnTo>
                  <a:lnTo>
                    <a:pt x="1363522" y="134493"/>
                  </a:lnTo>
                  <a:lnTo>
                    <a:pt x="1363306" y="132600"/>
                  </a:lnTo>
                  <a:lnTo>
                    <a:pt x="1363268" y="132207"/>
                  </a:lnTo>
                  <a:lnTo>
                    <a:pt x="1362887" y="130429"/>
                  </a:lnTo>
                  <a:lnTo>
                    <a:pt x="1326692" y="110490"/>
                  </a:lnTo>
                  <a:lnTo>
                    <a:pt x="1296974" y="106553"/>
                  </a:lnTo>
                  <a:lnTo>
                    <a:pt x="1288973" y="106553"/>
                  </a:lnTo>
                  <a:lnTo>
                    <a:pt x="1245539" y="112014"/>
                  </a:lnTo>
                  <a:lnTo>
                    <a:pt x="1206411" y="132600"/>
                  </a:lnTo>
                  <a:lnTo>
                    <a:pt x="1186751" y="165849"/>
                  </a:lnTo>
                  <a:lnTo>
                    <a:pt x="1184960" y="181864"/>
                  </a:lnTo>
                  <a:lnTo>
                    <a:pt x="1185189" y="187579"/>
                  </a:lnTo>
                  <a:lnTo>
                    <a:pt x="1198422" y="224409"/>
                  </a:lnTo>
                  <a:lnTo>
                    <a:pt x="1231442" y="247904"/>
                  </a:lnTo>
                  <a:lnTo>
                    <a:pt x="1269288" y="262255"/>
                  </a:lnTo>
                  <a:lnTo>
                    <a:pt x="1276654" y="264795"/>
                  </a:lnTo>
                  <a:lnTo>
                    <a:pt x="1283258" y="267335"/>
                  </a:lnTo>
                  <a:lnTo>
                    <a:pt x="1294942" y="272923"/>
                  </a:lnTo>
                  <a:lnTo>
                    <a:pt x="1299641" y="276098"/>
                  </a:lnTo>
                  <a:lnTo>
                    <a:pt x="1303070" y="279908"/>
                  </a:lnTo>
                  <a:lnTo>
                    <a:pt x="1306626" y="283591"/>
                  </a:lnTo>
                  <a:lnTo>
                    <a:pt x="1308404" y="288036"/>
                  </a:lnTo>
                  <a:lnTo>
                    <a:pt x="1308404" y="297815"/>
                  </a:lnTo>
                  <a:lnTo>
                    <a:pt x="1307706" y="300863"/>
                  </a:lnTo>
                  <a:lnTo>
                    <a:pt x="1307592" y="301371"/>
                  </a:lnTo>
                  <a:lnTo>
                    <a:pt x="1307515" y="301752"/>
                  </a:lnTo>
                  <a:lnTo>
                    <a:pt x="1305610" y="305308"/>
                  </a:lnTo>
                  <a:lnTo>
                    <a:pt x="1303769" y="308610"/>
                  </a:lnTo>
                  <a:lnTo>
                    <a:pt x="1303705" y="308737"/>
                  </a:lnTo>
                  <a:lnTo>
                    <a:pt x="1273098" y="320929"/>
                  </a:lnTo>
                  <a:lnTo>
                    <a:pt x="1266621" y="320929"/>
                  </a:lnTo>
                  <a:lnTo>
                    <a:pt x="1223695" y="312801"/>
                  </a:lnTo>
                  <a:lnTo>
                    <a:pt x="1198168" y="300863"/>
                  </a:lnTo>
                  <a:lnTo>
                    <a:pt x="1195120" y="299847"/>
                  </a:lnTo>
                  <a:lnTo>
                    <a:pt x="1191310" y="299847"/>
                  </a:lnTo>
                  <a:lnTo>
                    <a:pt x="1189786" y="300101"/>
                  </a:lnTo>
                  <a:lnTo>
                    <a:pt x="1187500" y="301371"/>
                  </a:lnTo>
                  <a:lnTo>
                    <a:pt x="1186611" y="302514"/>
                  </a:lnTo>
                  <a:lnTo>
                    <a:pt x="1185849" y="304419"/>
                  </a:lnTo>
                  <a:lnTo>
                    <a:pt x="1185087" y="306197"/>
                  </a:lnTo>
                  <a:lnTo>
                    <a:pt x="1184452" y="308610"/>
                  </a:lnTo>
                  <a:lnTo>
                    <a:pt x="1183779" y="313944"/>
                  </a:lnTo>
                  <a:lnTo>
                    <a:pt x="1183690" y="314706"/>
                  </a:lnTo>
                  <a:lnTo>
                    <a:pt x="1183563" y="331470"/>
                  </a:lnTo>
                  <a:lnTo>
                    <a:pt x="1184033" y="336892"/>
                  </a:lnTo>
                  <a:lnTo>
                    <a:pt x="1184071" y="337185"/>
                  </a:lnTo>
                  <a:lnTo>
                    <a:pt x="1186357" y="345059"/>
                  </a:lnTo>
                  <a:lnTo>
                    <a:pt x="1188008" y="347853"/>
                  </a:lnTo>
                  <a:lnTo>
                    <a:pt x="1190167" y="349631"/>
                  </a:lnTo>
                  <a:lnTo>
                    <a:pt x="1192199" y="351536"/>
                  </a:lnTo>
                  <a:lnTo>
                    <a:pt x="1231950" y="365379"/>
                  </a:lnTo>
                  <a:lnTo>
                    <a:pt x="1263243" y="368554"/>
                  </a:lnTo>
                  <a:lnTo>
                    <a:pt x="1268018" y="368554"/>
                  </a:lnTo>
                  <a:lnTo>
                    <a:pt x="1312214" y="363474"/>
                  </a:lnTo>
                  <a:lnTo>
                    <a:pt x="1347393" y="348234"/>
                  </a:lnTo>
                  <a:lnTo>
                    <a:pt x="1371409" y="320929"/>
                  </a:lnTo>
                  <a:lnTo>
                    <a:pt x="1373987" y="315214"/>
                  </a:lnTo>
                  <a:lnTo>
                    <a:pt x="1376565" y="306692"/>
                  </a:lnTo>
                  <a:lnTo>
                    <a:pt x="1378077" y="297815"/>
                  </a:lnTo>
                  <a:lnTo>
                    <a:pt x="1378115" y="297662"/>
                  </a:lnTo>
                  <a:lnTo>
                    <a:pt x="1378635" y="288036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62577" y="3854069"/>
              <a:ext cx="3557397" cy="44881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599171" y="3894963"/>
              <a:ext cx="1045845" cy="318769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2316606" y="4418202"/>
              <a:ext cx="368300" cy="368935"/>
            </a:xfrm>
            <a:custGeom>
              <a:avLst/>
              <a:gdLst/>
              <a:ahLst/>
              <a:cxnLst/>
              <a:rect l="l" t="t" r="r" b="b"/>
              <a:pathLst>
                <a:path w="368300" h="368935">
                  <a:moveTo>
                    <a:pt x="43942" y="0"/>
                  </a:moveTo>
                  <a:lnTo>
                    <a:pt x="29591" y="0"/>
                  </a:lnTo>
                  <a:lnTo>
                    <a:pt x="23622" y="254"/>
                  </a:lnTo>
                  <a:lnTo>
                    <a:pt x="19050" y="762"/>
                  </a:lnTo>
                  <a:lnTo>
                    <a:pt x="14350" y="1397"/>
                  </a:lnTo>
                  <a:lnTo>
                    <a:pt x="10541" y="2032"/>
                  </a:lnTo>
                  <a:lnTo>
                    <a:pt x="7747" y="3048"/>
                  </a:lnTo>
                  <a:lnTo>
                    <a:pt x="4953" y="3937"/>
                  </a:lnTo>
                  <a:lnTo>
                    <a:pt x="2920" y="5207"/>
                  </a:lnTo>
                  <a:lnTo>
                    <a:pt x="635" y="8001"/>
                  </a:lnTo>
                  <a:lnTo>
                    <a:pt x="0" y="9525"/>
                  </a:lnTo>
                  <a:lnTo>
                    <a:pt x="0" y="355473"/>
                  </a:lnTo>
                  <a:lnTo>
                    <a:pt x="19050" y="363474"/>
                  </a:lnTo>
                  <a:lnTo>
                    <a:pt x="23622" y="363982"/>
                  </a:lnTo>
                  <a:lnTo>
                    <a:pt x="49911" y="363982"/>
                  </a:lnTo>
                  <a:lnTo>
                    <a:pt x="54610" y="363474"/>
                  </a:lnTo>
                  <a:lnTo>
                    <a:pt x="59309" y="363093"/>
                  </a:lnTo>
                  <a:lnTo>
                    <a:pt x="62992" y="362458"/>
                  </a:lnTo>
                  <a:lnTo>
                    <a:pt x="65786" y="361569"/>
                  </a:lnTo>
                  <a:lnTo>
                    <a:pt x="68706" y="360680"/>
                  </a:lnTo>
                  <a:lnTo>
                    <a:pt x="70612" y="359537"/>
                  </a:lnTo>
                  <a:lnTo>
                    <a:pt x="71755" y="358267"/>
                  </a:lnTo>
                  <a:lnTo>
                    <a:pt x="73025" y="356997"/>
                  </a:lnTo>
                  <a:lnTo>
                    <a:pt x="73532" y="355473"/>
                  </a:lnTo>
                  <a:lnTo>
                    <a:pt x="73532" y="9525"/>
                  </a:lnTo>
                  <a:lnTo>
                    <a:pt x="73025" y="8001"/>
                  </a:lnTo>
                  <a:lnTo>
                    <a:pt x="71755" y="6604"/>
                  </a:lnTo>
                  <a:lnTo>
                    <a:pt x="70612" y="5207"/>
                  </a:lnTo>
                  <a:lnTo>
                    <a:pt x="68706" y="3937"/>
                  </a:lnTo>
                  <a:lnTo>
                    <a:pt x="65786" y="3048"/>
                  </a:lnTo>
                  <a:lnTo>
                    <a:pt x="62992" y="2032"/>
                  </a:lnTo>
                  <a:lnTo>
                    <a:pt x="59309" y="1397"/>
                  </a:lnTo>
                  <a:lnTo>
                    <a:pt x="54610" y="762"/>
                  </a:lnTo>
                  <a:lnTo>
                    <a:pt x="49911" y="254"/>
                  </a:lnTo>
                  <a:lnTo>
                    <a:pt x="43942" y="0"/>
                  </a:lnTo>
                  <a:close/>
                </a:path>
                <a:path w="368300" h="368935">
                  <a:moveTo>
                    <a:pt x="259685" y="363855"/>
                  </a:moveTo>
                  <a:lnTo>
                    <a:pt x="187596" y="363855"/>
                  </a:lnTo>
                  <a:lnTo>
                    <a:pt x="195953" y="365875"/>
                  </a:lnTo>
                  <a:lnTo>
                    <a:pt x="205263" y="367379"/>
                  </a:lnTo>
                  <a:lnTo>
                    <a:pt x="215003" y="368264"/>
                  </a:lnTo>
                  <a:lnTo>
                    <a:pt x="225170" y="368554"/>
                  </a:lnTo>
                  <a:lnTo>
                    <a:pt x="237384" y="368026"/>
                  </a:lnTo>
                  <a:lnTo>
                    <a:pt x="249062" y="366426"/>
                  </a:lnTo>
                  <a:lnTo>
                    <a:pt x="259685" y="363855"/>
                  </a:lnTo>
                  <a:close/>
                </a:path>
                <a:path w="368300" h="368935">
                  <a:moveTo>
                    <a:pt x="368045" y="336042"/>
                  </a:moveTo>
                  <a:lnTo>
                    <a:pt x="307340" y="336042"/>
                  </a:lnTo>
                  <a:lnTo>
                    <a:pt x="307340" y="356997"/>
                  </a:lnTo>
                  <a:lnTo>
                    <a:pt x="328675" y="364109"/>
                  </a:lnTo>
                  <a:lnTo>
                    <a:pt x="345567" y="364109"/>
                  </a:lnTo>
                  <a:lnTo>
                    <a:pt x="368045" y="356997"/>
                  </a:lnTo>
                  <a:lnTo>
                    <a:pt x="368045" y="336042"/>
                  </a:lnTo>
                  <a:close/>
                </a:path>
                <a:path w="368300" h="368935">
                  <a:moveTo>
                    <a:pt x="361347" y="156337"/>
                  </a:moveTo>
                  <a:lnTo>
                    <a:pt x="256031" y="156337"/>
                  </a:lnTo>
                  <a:lnTo>
                    <a:pt x="263906" y="157226"/>
                  </a:lnTo>
                  <a:lnTo>
                    <a:pt x="270129" y="158877"/>
                  </a:lnTo>
                  <a:lnTo>
                    <a:pt x="293497" y="180721"/>
                  </a:lnTo>
                  <a:lnTo>
                    <a:pt x="295148" y="186182"/>
                  </a:lnTo>
                  <a:lnTo>
                    <a:pt x="296037" y="192532"/>
                  </a:lnTo>
                  <a:lnTo>
                    <a:pt x="296037" y="213868"/>
                  </a:lnTo>
                  <a:lnTo>
                    <a:pt x="270637" y="213868"/>
                  </a:lnTo>
                  <a:lnTo>
                    <a:pt x="253825" y="214155"/>
                  </a:lnTo>
                  <a:lnTo>
                    <a:pt x="209676" y="218567"/>
                  </a:lnTo>
                  <a:lnTo>
                    <a:pt x="165735" y="233045"/>
                  </a:lnTo>
                  <a:lnTo>
                    <a:pt x="135284" y="265592"/>
                  </a:lnTo>
                  <a:lnTo>
                    <a:pt x="130301" y="292989"/>
                  </a:lnTo>
                  <a:lnTo>
                    <a:pt x="130667" y="300736"/>
                  </a:lnTo>
                  <a:lnTo>
                    <a:pt x="130732" y="302111"/>
                  </a:lnTo>
                  <a:lnTo>
                    <a:pt x="132032" y="310626"/>
                  </a:lnTo>
                  <a:lnTo>
                    <a:pt x="134142" y="318287"/>
                  </a:lnTo>
                  <a:lnTo>
                    <a:pt x="134213" y="318545"/>
                  </a:lnTo>
                  <a:lnTo>
                    <a:pt x="156972" y="349377"/>
                  </a:lnTo>
                  <a:lnTo>
                    <a:pt x="187466" y="363855"/>
                  </a:lnTo>
                  <a:lnTo>
                    <a:pt x="259852" y="363855"/>
                  </a:lnTo>
                  <a:lnTo>
                    <a:pt x="299053" y="343255"/>
                  </a:lnTo>
                  <a:lnTo>
                    <a:pt x="307340" y="336042"/>
                  </a:lnTo>
                  <a:lnTo>
                    <a:pt x="368045" y="336042"/>
                  </a:lnTo>
                  <a:lnTo>
                    <a:pt x="368045" y="322199"/>
                  </a:lnTo>
                  <a:lnTo>
                    <a:pt x="241173" y="322199"/>
                  </a:lnTo>
                  <a:lnTo>
                    <a:pt x="233980" y="321768"/>
                  </a:lnTo>
                  <a:lnTo>
                    <a:pt x="232905" y="321768"/>
                  </a:lnTo>
                  <a:lnTo>
                    <a:pt x="224774" y="320119"/>
                  </a:lnTo>
                  <a:lnTo>
                    <a:pt x="202056" y="285242"/>
                  </a:lnTo>
                  <a:lnTo>
                    <a:pt x="203326" y="280162"/>
                  </a:lnTo>
                  <a:lnTo>
                    <a:pt x="208153" y="271272"/>
                  </a:lnTo>
                  <a:lnTo>
                    <a:pt x="211962" y="267462"/>
                  </a:lnTo>
                  <a:lnTo>
                    <a:pt x="217297" y="264414"/>
                  </a:lnTo>
                  <a:lnTo>
                    <a:pt x="222504" y="261239"/>
                  </a:lnTo>
                  <a:lnTo>
                    <a:pt x="267969" y="255016"/>
                  </a:lnTo>
                  <a:lnTo>
                    <a:pt x="368045" y="255016"/>
                  </a:lnTo>
                  <a:lnTo>
                    <a:pt x="368045" y="198247"/>
                  </a:lnTo>
                  <a:lnTo>
                    <a:pt x="367641" y="186652"/>
                  </a:lnTo>
                  <a:lnTo>
                    <a:pt x="366514" y="176657"/>
                  </a:lnTo>
                  <a:lnTo>
                    <a:pt x="366426" y="175879"/>
                  </a:lnTo>
                  <a:lnTo>
                    <a:pt x="364402" y="165939"/>
                  </a:lnTo>
                  <a:lnTo>
                    <a:pt x="361766" y="157480"/>
                  </a:lnTo>
                  <a:lnTo>
                    <a:pt x="361687" y="157226"/>
                  </a:lnTo>
                  <a:lnTo>
                    <a:pt x="361569" y="156845"/>
                  </a:lnTo>
                  <a:lnTo>
                    <a:pt x="361441" y="156553"/>
                  </a:lnTo>
                  <a:lnTo>
                    <a:pt x="361347" y="156337"/>
                  </a:lnTo>
                  <a:close/>
                </a:path>
                <a:path w="368300" h="368935">
                  <a:moveTo>
                    <a:pt x="368045" y="255016"/>
                  </a:moveTo>
                  <a:lnTo>
                    <a:pt x="296037" y="255016"/>
                  </a:lnTo>
                  <a:lnTo>
                    <a:pt x="296037" y="294640"/>
                  </a:lnTo>
                  <a:lnTo>
                    <a:pt x="289319" y="300997"/>
                  </a:lnTo>
                  <a:lnTo>
                    <a:pt x="256016" y="320468"/>
                  </a:lnTo>
                  <a:lnTo>
                    <a:pt x="241173" y="322199"/>
                  </a:lnTo>
                  <a:lnTo>
                    <a:pt x="368045" y="322199"/>
                  </a:lnTo>
                  <a:lnTo>
                    <a:pt x="368045" y="255016"/>
                  </a:lnTo>
                  <a:close/>
                </a:path>
                <a:path w="368300" h="368935">
                  <a:moveTo>
                    <a:pt x="253111" y="106553"/>
                  </a:moveTo>
                  <a:lnTo>
                    <a:pt x="211778" y="110406"/>
                  </a:lnTo>
                  <a:lnTo>
                    <a:pt x="171219" y="121640"/>
                  </a:lnTo>
                  <a:lnTo>
                    <a:pt x="151637" y="132207"/>
                  </a:lnTo>
                  <a:lnTo>
                    <a:pt x="148844" y="134747"/>
                  </a:lnTo>
                  <a:lnTo>
                    <a:pt x="147066" y="137541"/>
                  </a:lnTo>
                  <a:lnTo>
                    <a:pt x="146050" y="140716"/>
                  </a:lnTo>
                  <a:lnTo>
                    <a:pt x="145034" y="143764"/>
                  </a:lnTo>
                  <a:lnTo>
                    <a:pt x="144653" y="148082"/>
                  </a:lnTo>
                  <a:lnTo>
                    <a:pt x="144712" y="158319"/>
                  </a:lnTo>
                  <a:lnTo>
                    <a:pt x="144825" y="159893"/>
                  </a:lnTo>
                  <a:lnTo>
                    <a:pt x="144906" y="161036"/>
                  </a:lnTo>
                  <a:lnTo>
                    <a:pt x="145346" y="163322"/>
                  </a:lnTo>
                  <a:lnTo>
                    <a:pt x="145441" y="163814"/>
                  </a:lnTo>
                  <a:lnTo>
                    <a:pt x="145542" y="164338"/>
                  </a:lnTo>
                  <a:lnTo>
                    <a:pt x="155575" y="179705"/>
                  </a:lnTo>
                  <a:lnTo>
                    <a:pt x="160781" y="179705"/>
                  </a:lnTo>
                  <a:lnTo>
                    <a:pt x="164845" y="178562"/>
                  </a:lnTo>
                  <a:lnTo>
                    <a:pt x="169799" y="176149"/>
                  </a:lnTo>
                  <a:lnTo>
                    <a:pt x="174751" y="173609"/>
                  </a:lnTo>
                  <a:lnTo>
                    <a:pt x="180975" y="170942"/>
                  </a:lnTo>
                  <a:lnTo>
                    <a:pt x="221347" y="158319"/>
                  </a:lnTo>
                  <a:lnTo>
                    <a:pt x="246761" y="156337"/>
                  </a:lnTo>
                  <a:lnTo>
                    <a:pt x="361347" y="156337"/>
                  </a:lnTo>
                  <a:lnTo>
                    <a:pt x="357929" y="148486"/>
                  </a:lnTo>
                  <a:lnTo>
                    <a:pt x="325247" y="118649"/>
                  </a:lnTo>
                  <a:lnTo>
                    <a:pt x="282360" y="107999"/>
                  </a:lnTo>
                  <a:lnTo>
                    <a:pt x="283053" y="107999"/>
                  </a:lnTo>
                  <a:lnTo>
                    <a:pt x="267876" y="106886"/>
                  </a:lnTo>
                  <a:lnTo>
                    <a:pt x="253111" y="106553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04743" y="4418202"/>
              <a:ext cx="2779141" cy="457708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869813" y="4415789"/>
              <a:ext cx="2049398" cy="37096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096253" y="635"/>
              <a:ext cx="0" cy="1560830"/>
            </a:xfrm>
            <a:custGeom>
              <a:avLst/>
              <a:gdLst/>
              <a:ahLst/>
              <a:cxnLst/>
              <a:rect l="l" t="t" r="r" b="b"/>
              <a:pathLst>
                <a:path h="1560830">
                  <a:moveTo>
                    <a:pt x="0" y="0"/>
                  </a:moveTo>
                  <a:lnTo>
                    <a:pt x="0" y="1560449"/>
                  </a:lnTo>
                </a:path>
              </a:pathLst>
            </a:custGeom>
            <a:ln w="28575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20243" y="248158"/>
            <a:ext cx="914247" cy="8216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95147" y="6276162"/>
            <a:ext cx="537210" cy="127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51633" y="6303517"/>
            <a:ext cx="2028825" cy="2667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00"/>
              </a:lnSpc>
            </a:pPr>
            <a:r>
              <a:rPr sz="1900" dirty="0">
                <a:solidFill>
                  <a:srgbClr val="173961"/>
                </a:solidFill>
                <a:latin typeface="Calibri"/>
                <a:cs typeface="Calibri"/>
              </a:rPr>
              <a:t>Qué</a:t>
            </a:r>
            <a:r>
              <a:rPr sz="1900" spc="-6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900" dirty="0">
                <a:solidFill>
                  <a:srgbClr val="173961"/>
                </a:solidFill>
                <a:latin typeface="Calibri"/>
                <a:cs typeface="Calibri"/>
              </a:rPr>
              <a:t>está</a:t>
            </a:r>
            <a:r>
              <a:rPr sz="1900" spc="-5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900" spc="-10" dirty="0">
                <a:solidFill>
                  <a:srgbClr val="173961"/>
                </a:solidFill>
                <a:latin typeface="Calibri"/>
                <a:cs typeface="Calibri"/>
              </a:rPr>
              <a:t>ocurriendo</a:t>
            </a:r>
            <a:endParaRPr sz="1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9720" y="725169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3092450" y="1711705"/>
          <a:ext cx="3825873" cy="41548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18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1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4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23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</a:pPr>
                      <a:r>
                        <a:rPr sz="19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Falta</a:t>
                      </a:r>
                      <a:r>
                        <a:rPr sz="1900" spc="-7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L="142875">
                        <a:lnSpc>
                          <a:spcPct val="100000"/>
                        </a:lnSpc>
                      </a:pPr>
                      <a:r>
                        <a:rPr sz="19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comprensión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58115" marR="100330" algn="just">
                        <a:lnSpc>
                          <a:spcPct val="109900"/>
                        </a:lnSpc>
                      </a:pP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1200" spc="3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empresas</a:t>
                      </a:r>
                      <a:r>
                        <a:rPr sz="1200" spc="3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no</a:t>
                      </a:r>
                      <a:r>
                        <a:rPr sz="1200" spc="3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saben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qué</a:t>
                      </a:r>
                      <a:r>
                        <a:rPr sz="1200" b="1" spc="1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es</a:t>
                      </a:r>
                      <a:r>
                        <a:rPr sz="1200" b="1" spc="14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spc="1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IA</a:t>
                      </a:r>
                      <a:r>
                        <a:rPr sz="1200" spc="14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200" spc="1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200" b="1" spc="-1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cómo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pueden</a:t>
                      </a:r>
                      <a:r>
                        <a:rPr sz="1200" b="1" spc="27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</a:t>
                      </a: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implementarla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200" spc="24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sus</a:t>
                      </a:r>
                      <a:r>
                        <a:rPr sz="1200" spc="2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operaciones.</a:t>
                      </a:r>
                      <a:r>
                        <a:rPr sz="1200" spc="2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Las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habilidades</a:t>
                      </a:r>
                      <a:r>
                        <a:rPr sz="1200" b="1" spc="3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  </a:t>
                      </a: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técnicas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para</a:t>
                      </a:r>
                      <a:r>
                        <a:rPr sz="1200" spc="4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desarrollar</a:t>
                      </a:r>
                      <a:r>
                        <a:rPr sz="1200" spc="43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  </a:t>
                      </a:r>
                      <a:r>
                        <a:rPr sz="1200" spc="-5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y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mantener</a:t>
                      </a:r>
                      <a:r>
                        <a:rPr sz="1200" spc="3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sistemas</a:t>
                      </a:r>
                      <a:r>
                        <a:rPr sz="1200" spc="1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IA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también</a:t>
                      </a:r>
                      <a:r>
                        <a:rPr sz="1200" spc="-4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son</a:t>
                      </a:r>
                      <a:r>
                        <a:rPr sz="1200" spc="-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escasas.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AC9DF"/>
                      </a:solidFill>
                      <a:prstDash val="solid"/>
                    </a:lnL>
                    <a:lnR w="12700">
                      <a:solidFill>
                        <a:srgbClr val="5AC9DF"/>
                      </a:solidFill>
                      <a:prstDash val="solid"/>
                    </a:lnR>
                    <a:lnT w="12700">
                      <a:solidFill>
                        <a:srgbClr val="5AC9DF"/>
                      </a:solidFill>
                      <a:prstDash val="solid"/>
                    </a:lnT>
                    <a:lnB w="12700">
                      <a:solidFill>
                        <a:srgbClr val="5AC9D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5AC9DF"/>
                      </a:solidFill>
                      <a:prstDash val="solid"/>
                    </a:lnL>
                    <a:lnR w="12700">
                      <a:solidFill>
                        <a:srgbClr val="5AC9D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02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9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Ética</a:t>
                      </a:r>
                      <a:r>
                        <a:rPr sz="1900" spc="-8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900" spc="-5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y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</a:pPr>
                      <a:r>
                        <a:rPr sz="19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regulación</a:t>
                      </a:r>
                      <a:endParaRPr sz="1900">
                        <a:latin typeface="Calibri"/>
                        <a:cs typeface="Calibri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  <a:p>
                      <a:pPr marL="124460" marR="182245">
                        <a:lnSpc>
                          <a:spcPct val="109200"/>
                        </a:lnSpc>
                      </a:pP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IA</a:t>
                      </a:r>
                      <a:r>
                        <a:rPr sz="1200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plantea</a:t>
                      </a:r>
                      <a:r>
                        <a:rPr sz="1200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cuestiones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éticas</a:t>
                      </a:r>
                      <a:r>
                        <a:rPr sz="1200" spc="-3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200" spc="-3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regulatorias,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24460" marR="172720">
                        <a:lnSpc>
                          <a:spcPct val="110000"/>
                        </a:lnSpc>
                      </a:pP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como</a:t>
                      </a:r>
                      <a:r>
                        <a:rPr sz="1200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</a:t>
                      </a:r>
                      <a:r>
                        <a:rPr sz="1200" spc="-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responsabilidad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las</a:t>
                      </a:r>
                      <a:r>
                        <a:rPr sz="1200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decisiones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24460" marR="113664">
                        <a:lnSpc>
                          <a:spcPct val="109800"/>
                        </a:lnSpc>
                        <a:spcBef>
                          <a:spcPts val="5"/>
                        </a:spcBef>
                      </a:pP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tomadas</a:t>
                      </a:r>
                      <a:r>
                        <a:rPr sz="1200" spc="-4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sz="1200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sz="1200" spc="-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sistemas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IA,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el</a:t>
                      </a:r>
                      <a:r>
                        <a:rPr sz="1200" spc="-1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sesgo</a:t>
                      </a: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en</a:t>
                      </a: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los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algoritmos</a:t>
                      </a:r>
                      <a:r>
                        <a:rPr sz="1200" b="1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IA,</a:t>
                      </a:r>
                      <a:r>
                        <a:rPr sz="1200" spc="-1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200" spc="-1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privacidad</a:t>
                      </a:r>
                      <a:r>
                        <a:rPr sz="1200" b="1" spc="-3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y</a:t>
                      </a:r>
                      <a:r>
                        <a:rPr sz="1200" spc="-3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la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124460">
                        <a:lnSpc>
                          <a:spcPct val="100000"/>
                        </a:lnSpc>
                        <a:spcBef>
                          <a:spcPts val="145"/>
                        </a:spcBef>
                      </a:pP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protección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de</a:t>
                      </a:r>
                      <a:r>
                        <a:rPr sz="1200" b="1" spc="-2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los</a:t>
                      </a:r>
                      <a:r>
                        <a:rPr sz="1200" b="1" spc="-5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b="1" spc="-10" dirty="0">
                          <a:solidFill>
                            <a:srgbClr val="173961"/>
                          </a:solidFill>
                          <a:latin typeface="Calibri"/>
                          <a:cs typeface="Calibri"/>
                        </a:rPr>
                        <a:t>datos.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2700">
                      <a:solidFill>
                        <a:srgbClr val="5AC9DF"/>
                      </a:solidFill>
                      <a:prstDash val="solid"/>
                    </a:lnL>
                    <a:lnR w="12700">
                      <a:solidFill>
                        <a:srgbClr val="5AC9DF"/>
                      </a:solidFill>
                      <a:prstDash val="solid"/>
                    </a:lnR>
                    <a:lnT w="12700">
                      <a:solidFill>
                        <a:srgbClr val="5AC9DF"/>
                      </a:solidFill>
                      <a:prstDash val="solid"/>
                    </a:lnT>
                    <a:lnB w="12700">
                      <a:solidFill>
                        <a:srgbClr val="5AC9D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3261359" y="3939413"/>
            <a:ext cx="237490" cy="76200"/>
          </a:xfrm>
          <a:custGeom>
            <a:avLst/>
            <a:gdLst/>
            <a:ahLst/>
            <a:cxnLst/>
            <a:rect l="l" t="t" r="r" b="b"/>
            <a:pathLst>
              <a:path w="237489" h="76200">
                <a:moveTo>
                  <a:pt x="237489" y="0"/>
                </a:moveTo>
                <a:lnTo>
                  <a:pt x="0" y="0"/>
                </a:lnTo>
                <a:lnTo>
                  <a:pt x="0" y="76200"/>
                </a:lnTo>
                <a:lnTo>
                  <a:pt x="237489" y="76200"/>
                </a:lnTo>
                <a:lnTo>
                  <a:pt x="237489" y="0"/>
                </a:lnTo>
                <a:close/>
              </a:path>
            </a:pathLst>
          </a:custGeom>
          <a:solidFill>
            <a:srgbClr val="5AC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3279775" y="2453513"/>
            <a:ext cx="417830" cy="414020"/>
            <a:chOff x="3279775" y="2453513"/>
            <a:chExt cx="417830" cy="414020"/>
          </a:xfrm>
        </p:grpSpPr>
        <p:sp>
          <p:nvSpPr>
            <p:cNvPr id="6" name="object 6"/>
            <p:cNvSpPr/>
            <p:nvPr/>
          </p:nvSpPr>
          <p:spPr>
            <a:xfrm>
              <a:off x="3279775" y="2453512"/>
              <a:ext cx="320675" cy="414020"/>
            </a:xfrm>
            <a:custGeom>
              <a:avLst/>
              <a:gdLst/>
              <a:ahLst/>
              <a:cxnLst/>
              <a:rect l="l" t="t" r="r" b="b"/>
              <a:pathLst>
                <a:path w="320675" h="414019">
                  <a:moveTo>
                    <a:pt x="320167" y="262382"/>
                  </a:moveTo>
                  <a:lnTo>
                    <a:pt x="292417" y="286270"/>
                  </a:lnTo>
                  <a:lnTo>
                    <a:pt x="293243" y="295948"/>
                  </a:lnTo>
                  <a:lnTo>
                    <a:pt x="297307" y="304723"/>
                  </a:lnTo>
                  <a:lnTo>
                    <a:pt x="304419" y="311658"/>
                  </a:lnTo>
                  <a:lnTo>
                    <a:pt x="304444" y="316611"/>
                  </a:lnTo>
                  <a:lnTo>
                    <a:pt x="311264" y="357314"/>
                  </a:lnTo>
                  <a:lnTo>
                    <a:pt x="320167" y="383286"/>
                  </a:lnTo>
                  <a:lnTo>
                    <a:pt x="320167" y="327660"/>
                  </a:lnTo>
                  <a:lnTo>
                    <a:pt x="319151" y="322453"/>
                  </a:lnTo>
                  <a:lnTo>
                    <a:pt x="319151" y="321056"/>
                  </a:lnTo>
                  <a:lnTo>
                    <a:pt x="318770" y="318643"/>
                  </a:lnTo>
                  <a:lnTo>
                    <a:pt x="318770" y="316230"/>
                  </a:lnTo>
                  <a:lnTo>
                    <a:pt x="319151" y="316230"/>
                  </a:lnTo>
                  <a:lnTo>
                    <a:pt x="319405" y="316611"/>
                  </a:lnTo>
                  <a:lnTo>
                    <a:pt x="320167" y="316611"/>
                  </a:lnTo>
                  <a:lnTo>
                    <a:pt x="320167" y="316230"/>
                  </a:lnTo>
                  <a:lnTo>
                    <a:pt x="320167" y="302641"/>
                  </a:lnTo>
                  <a:lnTo>
                    <a:pt x="312420" y="302641"/>
                  </a:lnTo>
                  <a:lnTo>
                    <a:pt x="306197" y="296418"/>
                  </a:lnTo>
                  <a:lnTo>
                    <a:pt x="306197" y="281051"/>
                  </a:lnTo>
                  <a:lnTo>
                    <a:pt x="312420" y="274828"/>
                  </a:lnTo>
                  <a:lnTo>
                    <a:pt x="320167" y="274828"/>
                  </a:lnTo>
                  <a:lnTo>
                    <a:pt x="320167" y="262382"/>
                  </a:lnTo>
                  <a:close/>
                </a:path>
                <a:path w="320675" h="414019">
                  <a:moveTo>
                    <a:pt x="320167" y="135636"/>
                  </a:moveTo>
                  <a:lnTo>
                    <a:pt x="312420" y="135636"/>
                  </a:lnTo>
                  <a:lnTo>
                    <a:pt x="305181" y="138430"/>
                  </a:lnTo>
                  <a:lnTo>
                    <a:pt x="299974" y="143256"/>
                  </a:lnTo>
                  <a:lnTo>
                    <a:pt x="295021" y="148463"/>
                  </a:lnTo>
                  <a:lnTo>
                    <a:pt x="292227" y="155194"/>
                  </a:lnTo>
                  <a:lnTo>
                    <a:pt x="292227" y="219202"/>
                  </a:lnTo>
                  <a:lnTo>
                    <a:pt x="294424" y="229984"/>
                  </a:lnTo>
                  <a:lnTo>
                    <a:pt x="300431" y="238823"/>
                  </a:lnTo>
                  <a:lnTo>
                    <a:pt x="309308" y="244817"/>
                  </a:lnTo>
                  <a:lnTo>
                    <a:pt x="320167" y="247015"/>
                  </a:lnTo>
                  <a:lnTo>
                    <a:pt x="320167" y="233045"/>
                  </a:lnTo>
                  <a:lnTo>
                    <a:pt x="312420" y="233045"/>
                  </a:lnTo>
                  <a:lnTo>
                    <a:pt x="306197" y="226822"/>
                  </a:lnTo>
                  <a:lnTo>
                    <a:pt x="306197" y="158623"/>
                  </a:lnTo>
                  <a:lnTo>
                    <a:pt x="307594" y="155448"/>
                  </a:lnTo>
                  <a:lnTo>
                    <a:pt x="309753" y="153416"/>
                  </a:lnTo>
                  <a:lnTo>
                    <a:pt x="312420" y="150622"/>
                  </a:lnTo>
                  <a:lnTo>
                    <a:pt x="316357" y="149606"/>
                  </a:lnTo>
                  <a:lnTo>
                    <a:pt x="320167" y="149606"/>
                  </a:lnTo>
                  <a:lnTo>
                    <a:pt x="320167" y="135636"/>
                  </a:lnTo>
                  <a:close/>
                </a:path>
                <a:path w="320675" h="414019">
                  <a:moveTo>
                    <a:pt x="320167" y="0"/>
                  </a:moveTo>
                  <a:lnTo>
                    <a:pt x="298069" y="0"/>
                  </a:lnTo>
                  <a:lnTo>
                    <a:pt x="275844" y="7620"/>
                  </a:lnTo>
                  <a:lnTo>
                    <a:pt x="245618" y="0"/>
                  </a:lnTo>
                  <a:lnTo>
                    <a:pt x="188976" y="0"/>
                  </a:lnTo>
                  <a:lnTo>
                    <a:pt x="141478" y="7620"/>
                  </a:lnTo>
                  <a:lnTo>
                    <a:pt x="100711" y="20320"/>
                  </a:lnTo>
                  <a:lnTo>
                    <a:pt x="63080" y="50800"/>
                  </a:lnTo>
                  <a:lnTo>
                    <a:pt x="43929" y="86360"/>
                  </a:lnTo>
                  <a:lnTo>
                    <a:pt x="36957" y="111760"/>
                  </a:lnTo>
                  <a:lnTo>
                    <a:pt x="35560" y="116852"/>
                  </a:lnTo>
                  <a:lnTo>
                    <a:pt x="33401" y="121920"/>
                  </a:lnTo>
                  <a:lnTo>
                    <a:pt x="30988" y="127000"/>
                  </a:lnTo>
                  <a:lnTo>
                    <a:pt x="29578" y="130810"/>
                  </a:lnTo>
                  <a:lnTo>
                    <a:pt x="28194" y="133350"/>
                  </a:lnTo>
                  <a:lnTo>
                    <a:pt x="25400" y="140970"/>
                  </a:lnTo>
                  <a:lnTo>
                    <a:pt x="24968" y="143510"/>
                  </a:lnTo>
                  <a:lnTo>
                    <a:pt x="24841" y="146050"/>
                  </a:lnTo>
                  <a:lnTo>
                    <a:pt x="25019" y="148602"/>
                  </a:lnTo>
                  <a:lnTo>
                    <a:pt x="26403" y="154952"/>
                  </a:lnTo>
                  <a:lnTo>
                    <a:pt x="29972" y="160020"/>
                  </a:lnTo>
                  <a:lnTo>
                    <a:pt x="35166" y="163842"/>
                  </a:lnTo>
                  <a:lnTo>
                    <a:pt x="38608" y="167652"/>
                  </a:lnTo>
                  <a:lnTo>
                    <a:pt x="40754" y="168910"/>
                  </a:lnTo>
                  <a:lnTo>
                    <a:pt x="40754" y="172720"/>
                  </a:lnTo>
                  <a:lnTo>
                    <a:pt x="39992" y="174002"/>
                  </a:lnTo>
                  <a:lnTo>
                    <a:pt x="39751" y="174002"/>
                  </a:lnTo>
                  <a:lnTo>
                    <a:pt x="33121" y="186702"/>
                  </a:lnTo>
                  <a:lnTo>
                    <a:pt x="25806" y="199402"/>
                  </a:lnTo>
                  <a:lnTo>
                    <a:pt x="17780" y="212102"/>
                  </a:lnTo>
                  <a:lnTo>
                    <a:pt x="9004" y="223520"/>
                  </a:lnTo>
                  <a:lnTo>
                    <a:pt x="6591" y="226060"/>
                  </a:lnTo>
                  <a:lnTo>
                    <a:pt x="4178" y="229870"/>
                  </a:lnTo>
                  <a:lnTo>
                    <a:pt x="2413" y="233692"/>
                  </a:lnTo>
                  <a:lnTo>
                    <a:pt x="0" y="243852"/>
                  </a:lnTo>
                  <a:lnTo>
                    <a:pt x="10160" y="257810"/>
                  </a:lnTo>
                  <a:lnTo>
                    <a:pt x="12573" y="259092"/>
                  </a:lnTo>
                  <a:lnTo>
                    <a:pt x="14592" y="260350"/>
                  </a:lnTo>
                  <a:lnTo>
                    <a:pt x="20180" y="262902"/>
                  </a:lnTo>
                  <a:lnTo>
                    <a:pt x="25400" y="265442"/>
                  </a:lnTo>
                  <a:lnTo>
                    <a:pt x="26162" y="269252"/>
                  </a:lnTo>
                  <a:lnTo>
                    <a:pt x="25768" y="271792"/>
                  </a:lnTo>
                  <a:lnTo>
                    <a:pt x="24765" y="274320"/>
                  </a:lnTo>
                  <a:lnTo>
                    <a:pt x="24003" y="276860"/>
                  </a:lnTo>
                  <a:lnTo>
                    <a:pt x="22593" y="278142"/>
                  </a:lnTo>
                  <a:lnTo>
                    <a:pt x="21971" y="279400"/>
                  </a:lnTo>
                  <a:lnTo>
                    <a:pt x="14986" y="292100"/>
                  </a:lnTo>
                  <a:lnTo>
                    <a:pt x="21590" y="297192"/>
                  </a:lnTo>
                  <a:lnTo>
                    <a:pt x="22987" y="298450"/>
                  </a:lnTo>
                  <a:lnTo>
                    <a:pt x="25400" y="301002"/>
                  </a:lnTo>
                  <a:lnTo>
                    <a:pt x="27813" y="302260"/>
                  </a:lnTo>
                  <a:lnTo>
                    <a:pt x="26162" y="306070"/>
                  </a:lnTo>
                  <a:lnTo>
                    <a:pt x="25400" y="308610"/>
                  </a:lnTo>
                  <a:lnTo>
                    <a:pt x="25527" y="309892"/>
                  </a:lnTo>
                  <a:lnTo>
                    <a:pt x="25641" y="311150"/>
                  </a:lnTo>
                  <a:lnTo>
                    <a:pt x="25768" y="312420"/>
                  </a:lnTo>
                  <a:lnTo>
                    <a:pt x="26162" y="314960"/>
                  </a:lnTo>
                  <a:lnTo>
                    <a:pt x="27559" y="317500"/>
                  </a:lnTo>
                  <a:lnTo>
                    <a:pt x="31369" y="320052"/>
                  </a:lnTo>
                  <a:lnTo>
                    <a:pt x="33147" y="321310"/>
                  </a:lnTo>
                  <a:lnTo>
                    <a:pt x="34544" y="322592"/>
                  </a:lnTo>
                  <a:lnTo>
                    <a:pt x="38608" y="325120"/>
                  </a:lnTo>
                  <a:lnTo>
                    <a:pt x="40386" y="326402"/>
                  </a:lnTo>
                  <a:lnTo>
                    <a:pt x="40754" y="327660"/>
                  </a:lnTo>
                  <a:lnTo>
                    <a:pt x="41148" y="330200"/>
                  </a:lnTo>
                  <a:lnTo>
                    <a:pt x="41148" y="334010"/>
                  </a:lnTo>
                  <a:lnTo>
                    <a:pt x="39992" y="336550"/>
                  </a:lnTo>
                  <a:lnTo>
                    <a:pt x="39751" y="337820"/>
                  </a:lnTo>
                  <a:lnTo>
                    <a:pt x="39370" y="340360"/>
                  </a:lnTo>
                  <a:lnTo>
                    <a:pt x="38989" y="341642"/>
                  </a:lnTo>
                  <a:lnTo>
                    <a:pt x="38341" y="347992"/>
                  </a:lnTo>
                  <a:lnTo>
                    <a:pt x="66167" y="379742"/>
                  </a:lnTo>
                  <a:lnTo>
                    <a:pt x="69977" y="379742"/>
                  </a:lnTo>
                  <a:lnTo>
                    <a:pt x="71755" y="378460"/>
                  </a:lnTo>
                  <a:lnTo>
                    <a:pt x="116001" y="367042"/>
                  </a:lnTo>
                  <a:lnTo>
                    <a:pt x="155321" y="398792"/>
                  </a:lnTo>
                  <a:lnTo>
                    <a:pt x="159512" y="412750"/>
                  </a:lnTo>
                  <a:lnTo>
                    <a:pt x="162306" y="414020"/>
                  </a:lnTo>
                  <a:lnTo>
                    <a:pt x="320167" y="414020"/>
                  </a:lnTo>
                  <a:lnTo>
                    <a:pt x="320167" y="400050"/>
                  </a:lnTo>
                  <a:lnTo>
                    <a:pt x="170688" y="400050"/>
                  </a:lnTo>
                  <a:lnTo>
                    <a:pt x="166573" y="388620"/>
                  </a:lnTo>
                  <a:lnTo>
                    <a:pt x="161112" y="377202"/>
                  </a:lnTo>
                  <a:lnTo>
                    <a:pt x="154343" y="365760"/>
                  </a:lnTo>
                  <a:lnTo>
                    <a:pt x="151320" y="361950"/>
                  </a:lnTo>
                  <a:lnTo>
                    <a:pt x="146304" y="355600"/>
                  </a:lnTo>
                  <a:lnTo>
                    <a:pt x="152527" y="354342"/>
                  </a:lnTo>
                  <a:lnTo>
                    <a:pt x="160655" y="350520"/>
                  </a:lnTo>
                  <a:lnTo>
                    <a:pt x="162306" y="350520"/>
                  </a:lnTo>
                  <a:lnTo>
                    <a:pt x="181965" y="342900"/>
                  </a:lnTo>
                  <a:lnTo>
                    <a:pt x="195973" y="334010"/>
                  </a:lnTo>
                  <a:lnTo>
                    <a:pt x="204292" y="322592"/>
                  </a:lnTo>
                  <a:lnTo>
                    <a:pt x="206883" y="309892"/>
                  </a:lnTo>
                  <a:lnTo>
                    <a:pt x="206629" y="306070"/>
                  </a:lnTo>
                  <a:lnTo>
                    <a:pt x="203454" y="303542"/>
                  </a:lnTo>
                  <a:lnTo>
                    <a:pt x="195834" y="303542"/>
                  </a:lnTo>
                  <a:lnTo>
                    <a:pt x="192659" y="306070"/>
                  </a:lnTo>
                  <a:lnTo>
                    <a:pt x="192849" y="308610"/>
                  </a:lnTo>
                  <a:lnTo>
                    <a:pt x="192938" y="309892"/>
                  </a:lnTo>
                  <a:lnTo>
                    <a:pt x="158115" y="337820"/>
                  </a:lnTo>
                  <a:lnTo>
                    <a:pt x="156464" y="337820"/>
                  </a:lnTo>
                  <a:lnTo>
                    <a:pt x="152527" y="339102"/>
                  </a:lnTo>
                  <a:lnTo>
                    <a:pt x="142875" y="342900"/>
                  </a:lnTo>
                  <a:lnTo>
                    <a:pt x="136144" y="345452"/>
                  </a:lnTo>
                  <a:lnTo>
                    <a:pt x="114007" y="353060"/>
                  </a:lnTo>
                  <a:lnTo>
                    <a:pt x="99072" y="356870"/>
                  </a:lnTo>
                  <a:lnTo>
                    <a:pt x="84048" y="361950"/>
                  </a:lnTo>
                  <a:lnTo>
                    <a:pt x="68961" y="365760"/>
                  </a:lnTo>
                  <a:lnTo>
                    <a:pt x="62357" y="367042"/>
                  </a:lnTo>
                  <a:lnTo>
                    <a:pt x="56134" y="361950"/>
                  </a:lnTo>
                  <a:lnTo>
                    <a:pt x="54737" y="355600"/>
                  </a:lnTo>
                  <a:lnTo>
                    <a:pt x="53340" y="351802"/>
                  </a:lnTo>
                  <a:lnTo>
                    <a:pt x="52578" y="347992"/>
                  </a:lnTo>
                  <a:lnTo>
                    <a:pt x="52832" y="345452"/>
                  </a:lnTo>
                  <a:lnTo>
                    <a:pt x="52959" y="344170"/>
                  </a:lnTo>
                  <a:lnTo>
                    <a:pt x="53340" y="341642"/>
                  </a:lnTo>
                  <a:lnTo>
                    <a:pt x="53594" y="340360"/>
                  </a:lnTo>
                  <a:lnTo>
                    <a:pt x="53594" y="339102"/>
                  </a:lnTo>
                  <a:lnTo>
                    <a:pt x="55372" y="334010"/>
                  </a:lnTo>
                  <a:lnTo>
                    <a:pt x="55372" y="328942"/>
                  </a:lnTo>
                  <a:lnTo>
                    <a:pt x="54356" y="323850"/>
                  </a:lnTo>
                  <a:lnTo>
                    <a:pt x="52197" y="318770"/>
                  </a:lnTo>
                  <a:lnTo>
                    <a:pt x="47752" y="312420"/>
                  </a:lnTo>
                  <a:lnTo>
                    <a:pt x="41402" y="309892"/>
                  </a:lnTo>
                  <a:lnTo>
                    <a:pt x="39992" y="309892"/>
                  </a:lnTo>
                  <a:lnTo>
                    <a:pt x="40754" y="308610"/>
                  </a:lnTo>
                  <a:lnTo>
                    <a:pt x="42799" y="304800"/>
                  </a:lnTo>
                  <a:lnTo>
                    <a:pt x="43929" y="303542"/>
                  </a:lnTo>
                  <a:lnTo>
                    <a:pt x="44577" y="302260"/>
                  </a:lnTo>
                  <a:lnTo>
                    <a:pt x="44196" y="299720"/>
                  </a:lnTo>
                  <a:lnTo>
                    <a:pt x="43929" y="298450"/>
                  </a:lnTo>
                  <a:lnTo>
                    <a:pt x="42799" y="295910"/>
                  </a:lnTo>
                  <a:lnTo>
                    <a:pt x="41402" y="294652"/>
                  </a:lnTo>
                  <a:lnTo>
                    <a:pt x="39751" y="294652"/>
                  </a:lnTo>
                  <a:lnTo>
                    <a:pt x="35928" y="290842"/>
                  </a:lnTo>
                  <a:lnTo>
                    <a:pt x="33147" y="289560"/>
                  </a:lnTo>
                  <a:lnTo>
                    <a:pt x="33401" y="288302"/>
                  </a:lnTo>
                  <a:lnTo>
                    <a:pt x="33782" y="287020"/>
                  </a:lnTo>
                  <a:lnTo>
                    <a:pt x="34163" y="287020"/>
                  </a:lnTo>
                  <a:lnTo>
                    <a:pt x="35166" y="285750"/>
                  </a:lnTo>
                  <a:lnTo>
                    <a:pt x="36195" y="283210"/>
                  </a:lnTo>
                  <a:lnTo>
                    <a:pt x="37579" y="280670"/>
                  </a:lnTo>
                  <a:lnTo>
                    <a:pt x="39751" y="275602"/>
                  </a:lnTo>
                  <a:lnTo>
                    <a:pt x="40386" y="269252"/>
                  </a:lnTo>
                  <a:lnTo>
                    <a:pt x="39370" y="264160"/>
                  </a:lnTo>
                  <a:lnTo>
                    <a:pt x="37579" y="256552"/>
                  </a:lnTo>
                  <a:lnTo>
                    <a:pt x="21590" y="247650"/>
                  </a:lnTo>
                  <a:lnTo>
                    <a:pt x="19812" y="246392"/>
                  </a:lnTo>
                  <a:lnTo>
                    <a:pt x="17767" y="245110"/>
                  </a:lnTo>
                  <a:lnTo>
                    <a:pt x="16383" y="245110"/>
                  </a:lnTo>
                  <a:lnTo>
                    <a:pt x="13970" y="242570"/>
                  </a:lnTo>
                  <a:lnTo>
                    <a:pt x="13970" y="241300"/>
                  </a:lnTo>
                  <a:lnTo>
                    <a:pt x="14986" y="238760"/>
                  </a:lnTo>
                  <a:lnTo>
                    <a:pt x="20180" y="232410"/>
                  </a:lnTo>
                  <a:lnTo>
                    <a:pt x="29222" y="219710"/>
                  </a:lnTo>
                  <a:lnTo>
                    <a:pt x="37515" y="207010"/>
                  </a:lnTo>
                  <a:lnTo>
                    <a:pt x="45148" y="194310"/>
                  </a:lnTo>
                  <a:lnTo>
                    <a:pt x="52197" y="180352"/>
                  </a:lnTo>
                  <a:lnTo>
                    <a:pt x="53594" y="177800"/>
                  </a:lnTo>
                  <a:lnTo>
                    <a:pt x="54737" y="174002"/>
                  </a:lnTo>
                  <a:lnTo>
                    <a:pt x="54737" y="171450"/>
                  </a:lnTo>
                  <a:lnTo>
                    <a:pt x="53975" y="163842"/>
                  </a:lnTo>
                  <a:lnTo>
                    <a:pt x="50546" y="157492"/>
                  </a:lnTo>
                  <a:lnTo>
                    <a:pt x="44577" y="153670"/>
                  </a:lnTo>
                  <a:lnTo>
                    <a:pt x="38989" y="148602"/>
                  </a:lnTo>
                  <a:lnTo>
                    <a:pt x="38608" y="146050"/>
                  </a:lnTo>
                  <a:lnTo>
                    <a:pt x="39370" y="143510"/>
                  </a:lnTo>
                  <a:lnTo>
                    <a:pt x="39992" y="142252"/>
                  </a:lnTo>
                  <a:lnTo>
                    <a:pt x="41148" y="138442"/>
                  </a:lnTo>
                  <a:lnTo>
                    <a:pt x="42545" y="135902"/>
                  </a:lnTo>
                  <a:lnTo>
                    <a:pt x="43561" y="133350"/>
                  </a:lnTo>
                  <a:lnTo>
                    <a:pt x="46736" y="127000"/>
                  </a:lnTo>
                  <a:lnTo>
                    <a:pt x="48755" y="120650"/>
                  </a:lnTo>
                  <a:lnTo>
                    <a:pt x="50546" y="114300"/>
                  </a:lnTo>
                  <a:lnTo>
                    <a:pt x="51181" y="111760"/>
                  </a:lnTo>
                  <a:lnTo>
                    <a:pt x="52578" y="104152"/>
                  </a:lnTo>
                  <a:lnTo>
                    <a:pt x="56769" y="91452"/>
                  </a:lnTo>
                  <a:lnTo>
                    <a:pt x="81915" y="50800"/>
                  </a:lnTo>
                  <a:lnTo>
                    <a:pt x="124434" y="25400"/>
                  </a:lnTo>
                  <a:lnTo>
                    <a:pt x="193217" y="12700"/>
                  </a:lnTo>
                  <a:lnTo>
                    <a:pt x="209677" y="11442"/>
                  </a:lnTo>
                  <a:lnTo>
                    <a:pt x="222504" y="11442"/>
                  </a:lnTo>
                  <a:lnTo>
                    <a:pt x="247980" y="13970"/>
                  </a:lnTo>
                  <a:lnTo>
                    <a:pt x="260604" y="17792"/>
                  </a:lnTo>
                  <a:lnTo>
                    <a:pt x="249605" y="27952"/>
                  </a:lnTo>
                  <a:lnTo>
                    <a:pt x="240309" y="39370"/>
                  </a:lnTo>
                  <a:lnTo>
                    <a:pt x="232778" y="50800"/>
                  </a:lnTo>
                  <a:lnTo>
                    <a:pt x="227076" y="64770"/>
                  </a:lnTo>
                  <a:lnTo>
                    <a:pt x="225818" y="71120"/>
                  </a:lnTo>
                  <a:lnTo>
                    <a:pt x="226161" y="78752"/>
                  </a:lnTo>
                  <a:lnTo>
                    <a:pt x="250583" y="101600"/>
                  </a:lnTo>
                  <a:lnTo>
                    <a:pt x="258191" y="101600"/>
                  </a:lnTo>
                  <a:lnTo>
                    <a:pt x="285165" y="71120"/>
                  </a:lnTo>
                  <a:lnTo>
                    <a:pt x="292773" y="63500"/>
                  </a:lnTo>
                  <a:lnTo>
                    <a:pt x="302260" y="57150"/>
                  </a:lnTo>
                  <a:lnTo>
                    <a:pt x="313055" y="53352"/>
                  </a:lnTo>
                  <a:lnTo>
                    <a:pt x="320167" y="53352"/>
                  </a:lnTo>
                  <a:lnTo>
                    <a:pt x="320167" y="39370"/>
                  </a:lnTo>
                  <a:lnTo>
                    <a:pt x="274828" y="62242"/>
                  </a:lnTo>
                  <a:lnTo>
                    <a:pt x="265430" y="82550"/>
                  </a:lnTo>
                  <a:lnTo>
                    <a:pt x="260985" y="86360"/>
                  </a:lnTo>
                  <a:lnTo>
                    <a:pt x="256032" y="87642"/>
                  </a:lnTo>
                  <a:lnTo>
                    <a:pt x="250825" y="87642"/>
                  </a:lnTo>
                  <a:lnTo>
                    <a:pt x="245618" y="86360"/>
                  </a:lnTo>
                  <a:lnTo>
                    <a:pt x="242443" y="82550"/>
                  </a:lnTo>
                  <a:lnTo>
                    <a:pt x="240030" y="78752"/>
                  </a:lnTo>
                  <a:lnTo>
                    <a:pt x="239014" y="73660"/>
                  </a:lnTo>
                  <a:lnTo>
                    <a:pt x="240411" y="68592"/>
                  </a:lnTo>
                  <a:lnTo>
                    <a:pt x="263715" y="33020"/>
                  </a:lnTo>
                  <a:lnTo>
                    <a:pt x="300736" y="13970"/>
                  </a:lnTo>
                  <a:lnTo>
                    <a:pt x="320167" y="12700"/>
                  </a:lnTo>
                  <a:lnTo>
                    <a:pt x="320167" y="11442"/>
                  </a:lnTo>
                  <a:lnTo>
                    <a:pt x="320167" y="7620"/>
                  </a:lnTo>
                  <a:lnTo>
                    <a:pt x="320167" y="0"/>
                  </a:lnTo>
                  <a:close/>
                </a:path>
              </a:pathLst>
            </a:custGeom>
            <a:solidFill>
              <a:srgbClr val="60C2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9941" y="2453513"/>
              <a:ext cx="97153" cy="41338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3335147" y="2490723"/>
              <a:ext cx="84455" cy="112395"/>
            </a:xfrm>
            <a:custGeom>
              <a:avLst/>
              <a:gdLst/>
              <a:ahLst/>
              <a:cxnLst/>
              <a:rect l="l" t="t" r="r" b="b"/>
              <a:pathLst>
                <a:path w="84454" h="112394">
                  <a:moveTo>
                    <a:pt x="13970" y="101600"/>
                  </a:moveTo>
                  <a:lnTo>
                    <a:pt x="10795" y="98425"/>
                  </a:lnTo>
                  <a:lnTo>
                    <a:pt x="6985" y="98425"/>
                  </a:lnTo>
                  <a:lnTo>
                    <a:pt x="3175" y="98425"/>
                  </a:lnTo>
                  <a:lnTo>
                    <a:pt x="0" y="101600"/>
                  </a:lnTo>
                  <a:lnTo>
                    <a:pt x="0" y="109220"/>
                  </a:lnTo>
                  <a:lnTo>
                    <a:pt x="3175" y="112395"/>
                  </a:lnTo>
                  <a:lnTo>
                    <a:pt x="10795" y="112395"/>
                  </a:lnTo>
                  <a:lnTo>
                    <a:pt x="13970" y="109220"/>
                  </a:lnTo>
                  <a:lnTo>
                    <a:pt x="13970" y="101600"/>
                  </a:lnTo>
                  <a:close/>
                </a:path>
                <a:path w="84454" h="112394">
                  <a:moveTo>
                    <a:pt x="84328" y="6604"/>
                  </a:moveTo>
                  <a:lnTo>
                    <a:pt x="83312" y="3810"/>
                  </a:lnTo>
                  <a:lnTo>
                    <a:pt x="79756" y="381"/>
                  </a:lnTo>
                  <a:lnTo>
                    <a:pt x="76962" y="0"/>
                  </a:lnTo>
                  <a:lnTo>
                    <a:pt x="74549" y="635"/>
                  </a:lnTo>
                  <a:lnTo>
                    <a:pt x="36576" y="21844"/>
                  </a:lnTo>
                  <a:lnTo>
                    <a:pt x="14605" y="58039"/>
                  </a:lnTo>
                  <a:lnTo>
                    <a:pt x="8763" y="80010"/>
                  </a:lnTo>
                  <a:lnTo>
                    <a:pt x="7620" y="83820"/>
                  </a:lnTo>
                  <a:lnTo>
                    <a:pt x="10160" y="87249"/>
                  </a:lnTo>
                  <a:lnTo>
                    <a:pt x="13970" y="88392"/>
                  </a:lnTo>
                  <a:lnTo>
                    <a:pt x="18796" y="88392"/>
                  </a:lnTo>
                  <a:lnTo>
                    <a:pt x="21590" y="86233"/>
                  </a:lnTo>
                  <a:lnTo>
                    <a:pt x="22352" y="83185"/>
                  </a:lnTo>
                  <a:lnTo>
                    <a:pt x="24003" y="74041"/>
                  </a:lnTo>
                  <a:lnTo>
                    <a:pt x="27559" y="62992"/>
                  </a:lnTo>
                  <a:lnTo>
                    <a:pt x="53873" y="25654"/>
                  </a:lnTo>
                  <a:lnTo>
                    <a:pt x="81153" y="13208"/>
                  </a:lnTo>
                  <a:lnTo>
                    <a:pt x="82931" y="11430"/>
                  </a:lnTo>
                  <a:lnTo>
                    <a:pt x="84328" y="6604"/>
                  </a:lnTo>
                  <a:close/>
                </a:path>
              </a:pathLst>
            </a:custGeom>
            <a:solidFill>
              <a:srgbClr val="60C2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/>
          <p:nvPr/>
        </p:nvSpPr>
        <p:spPr>
          <a:xfrm>
            <a:off x="5247004" y="3753230"/>
            <a:ext cx="237490" cy="76200"/>
          </a:xfrm>
          <a:custGeom>
            <a:avLst/>
            <a:gdLst/>
            <a:ahLst/>
            <a:cxnLst/>
            <a:rect l="l" t="t" r="r" b="b"/>
            <a:pathLst>
              <a:path w="237489" h="76200">
                <a:moveTo>
                  <a:pt x="237490" y="0"/>
                </a:moveTo>
                <a:lnTo>
                  <a:pt x="0" y="0"/>
                </a:lnTo>
                <a:lnTo>
                  <a:pt x="0" y="76200"/>
                </a:lnTo>
                <a:lnTo>
                  <a:pt x="237490" y="76200"/>
                </a:lnTo>
                <a:lnTo>
                  <a:pt x="237490" y="0"/>
                </a:lnTo>
                <a:close/>
              </a:path>
            </a:pathLst>
          </a:custGeom>
          <a:solidFill>
            <a:srgbClr val="5AC9D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47004" y="2264155"/>
            <a:ext cx="435610" cy="431800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5147" y="709930"/>
            <a:ext cx="3470910" cy="285432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22860" marR="154940" indent="-6350">
              <a:lnSpc>
                <a:spcPts val="4020"/>
              </a:lnSpc>
              <a:spcBef>
                <a:spcPts val="85"/>
              </a:spcBef>
            </a:pPr>
            <a:r>
              <a:rPr sz="3200" dirty="0">
                <a:solidFill>
                  <a:srgbClr val="173961"/>
                </a:solidFill>
              </a:rPr>
              <a:t>Desafíos</a:t>
            </a:r>
            <a:r>
              <a:rPr sz="3200" spc="-50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de</a:t>
            </a:r>
            <a:r>
              <a:rPr sz="3200" spc="-45" dirty="0">
                <a:solidFill>
                  <a:srgbClr val="173961"/>
                </a:solidFill>
              </a:rPr>
              <a:t> </a:t>
            </a:r>
            <a:r>
              <a:rPr sz="3200" spc="-10" dirty="0">
                <a:solidFill>
                  <a:srgbClr val="173961"/>
                </a:solidFill>
              </a:rPr>
              <a:t>negocio </a:t>
            </a:r>
            <a:r>
              <a:rPr sz="3200" dirty="0">
                <a:solidFill>
                  <a:srgbClr val="173961"/>
                </a:solidFill>
              </a:rPr>
              <a:t>ante</a:t>
            </a:r>
            <a:r>
              <a:rPr sz="3200" spc="-70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la</a:t>
            </a:r>
            <a:r>
              <a:rPr sz="3200" spc="-75" dirty="0">
                <a:solidFill>
                  <a:srgbClr val="173961"/>
                </a:solidFill>
              </a:rPr>
              <a:t> </a:t>
            </a:r>
            <a:r>
              <a:rPr sz="3200" b="1" spc="-10" dirty="0">
                <a:solidFill>
                  <a:srgbClr val="173961"/>
                </a:solidFill>
                <a:latin typeface="Calibri"/>
                <a:cs typeface="Calibri"/>
              </a:rPr>
              <a:t>Inteligencia</a:t>
            </a:r>
            <a:endParaRPr sz="3200">
              <a:latin typeface="Calibri"/>
              <a:cs typeface="Calibri"/>
            </a:endParaRPr>
          </a:p>
          <a:p>
            <a:pPr marL="22860">
              <a:lnSpc>
                <a:spcPct val="100000"/>
              </a:lnSpc>
              <a:spcBef>
                <a:spcPts val="20"/>
              </a:spcBef>
            </a:pPr>
            <a:r>
              <a:rPr sz="3200" b="1" spc="-10" dirty="0">
                <a:solidFill>
                  <a:srgbClr val="173961"/>
                </a:solidFill>
                <a:latin typeface="Calibri"/>
                <a:cs typeface="Calibri"/>
              </a:rPr>
              <a:t>Artificial</a:t>
            </a:r>
            <a:endParaRPr sz="3200">
              <a:latin typeface="Calibri"/>
              <a:cs typeface="Calibri"/>
            </a:endParaRPr>
          </a:p>
          <a:p>
            <a:pPr marL="18415" marR="5080" indent="-6350">
              <a:lnSpc>
                <a:spcPts val="5270"/>
              </a:lnSpc>
            </a:pPr>
            <a:r>
              <a:rPr sz="4000" spc="-10" dirty="0"/>
              <a:t>¿Replazará</a:t>
            </a:r>
            <a:r>
              <a:rPr sz="4000" spc="-100" dirty="0"/>
              <a:t> </a:t>
            </a:r>
            <a:r>
              <a:rPr sz="4000" dirty="0"/>
              <a:t>al</a:t>
            </a:r>
            <a:r>
              <a:rPr sz="4000" spc="-95" dirty="0"/>
              <a:t> </a:t>
            </a:r>
            <a:r>
              <a:rPr sz="4000" spc="-25" dirty="0"/>
              <a:t>ser </a:t>
            </a:r>
            <a:r>
              <a:rPr sz="4000" spc="-10" dirty="0"/>
              <a:t>humano?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4262754" y="-60"/>
            <a:ext cx="7927340" cy="6858000"/>
            <a:chOff x="4262754" y="-60"/>
            <a:chExt cx="7927340" cy="6858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62754" y="-60"/>
              <a:ext cx="7927340" cy="68576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05160" y="203073"/>
              <a:ext cx="1176655" cy="262255"/>
            </a:xfrm>
            <a:custGeom>
              <a:avLst/>
              <a:gdLst/>
              <a:ahLst/>
              <a:cxnLst/>
              <a:rect l="l" t="t" r="r" b="b"/>
              <a:pathLst>
                <a:path w="1176654" h="262255">
                  <a:moveTo>
                    <a:pt x="1176654" y="0"/>
                  </a:moveTo>
                  <a:lnTo>
                    <a:pt x="0" y="0"/>
                  </a:lnTo>
                  <a:lnTo>
                    <a:pt x="0" y="262254"/>
                  </a:lnTo>
                  <a:lnTo>
                    <a:pt x="1176654" y="262254"/>
                  </a:lnTo>
                  <a:lnTo>
                    <a:pt x="1176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805160" y="203073"/>
              <a:ext cx="1176655" cy="262255"/>
            </a:xfrm>
            <a:custGeom>
              <a:avLst/>
              <a:gdLst/>
              <a:ahLst/>
              <a:cxnLst/>
              <a:rect l="l" t="t" r="r" b="b"/>
              <a:pathLst>
                <a:path w="1176654" h="262255">
                  <a:moveTo>
                    <a:pt x="0" y="262254"/>
                  </a:moveTo>
                  <a:lnTo>
                    <a:pt x="1176654" y="262254"/>
                  </a:lnTo>
                  <a:lnTo>
                    <a:pt x="1176654" y="0"/>
                  </a:lnTo>
                  <a:lnTo>
                    <a:pt x="0" y="0"/>
                  </a:lnTo>
                  <a:lnTo>
                    <a:pt x="0" y="2622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52284" y="658113"/>
            <a:ext cx="4459605" cy="11938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373505" marR="5080" indent="-1361440">
              <a:lnSpc>
                <a:spcPts val="4400"/>
              </a:lnSpc>
              <a:spcBef>
                <a:spcPts val="575"/>
              </a:spcBef>
            </a:pPr>
            <a:r>
              <a:rPr sz="4000" dirty="0"/>
              <a:t>¿Nos</a:t>
            </a:r>
            <a:r>
              <a:rPr sz="4000" spc="-135" dirty="0"/>
              <a:t> </a:t>
            </a:r>
            <a:r>
              <a:rPr sz="4000" spc="-10" dirty="0"/>
              <a:t>quedaremos</a:t>
            </a:r>
            <a:r>
              <a:rPr sz="4000" spc="-135" dirty="0"/>
              <a:t> </a:t>
            </a:r>
            <a:r>
              <a:rPr sz="4000" spc="-25" dirty="0"/>
              <a:t>sin </a:t>
            </a:r>
            <a:r>
              <a:rPr sz="4000" spc="-10" dirty="0"/>
              <a:t>trabajo?</a:t>
            </a:r>
            <a:endParaRPr sz="4000"/>
          </a:p>
        </p:txBody>
      </p:sp>
      <p:grpSp>
        <p:nvGrpSpPr>
          <p:cNvPr id="3" name="object 3"/>
          <p:cNvGrpSpPr/>
          <p:nvPr/>
        </p:nvGrpSpPr>
        <p:grpSpPr>
          <a:xfrm>
            <a:off x="0" y="1"/>
            <a:ext cx="6230620" cy="6857365"/>
            <a:chOff x="0" y="1"/>
            <a:chExt cx="6230620" cy="6857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577"/>
              <a:ext cx="6013703" cy="681469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048"/>
              <a:ext cx="6153911" cy="685431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"/>
              <a:ext cx="6230111" cy="6851268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1531493" y="2603245"/>
              <a:ext cx="1797050" cy="2142490"/>
            </a:xfrm>
            <a:custGeom>
              <a:avLst/>
              <a:gdLst/>
              <a:ahLst/>
              <a:cxnLst/>
              <a:rect l="l" t="t" r="r" b="b"/>
              <a:pathLst>
                <a:path w="1797050" h="2142490">
                  <a:moveTo>
                    <a:pt x="691032" y="760069"/>
                  </a:moveTo>
                  <a:lnTo>
                    <a:pt x="552831" y="760069"/>
                  </a:lnTo>
                  <a:lnTo>
                    <a:pt x="552831" y="898271"/>
                  </a:lnTo>
                  <a:lnTo>
                    <a:pt x="691032" y="898271"/>
                  </a:lnTo>
                  <a:lnTo>
                    <a:pt x="691032" y="760069"/>
                  </a:lnTo>
                  <a:close/>
                </a:path>
                <a:path w="1797050" h="2142490">
                  <a:moveTo>
                    <a:pt x="1243838" y="760095"/>
                  </a:moveTo>
                  <a:lnTo>
                    <a:pt x="1105662" y="760095"/>
                  </a:lnTo>
                  <a:lnTo>
                    <a:pt x="1105662" y="898271"/>
                  </a:lnTo>
                  <a:lnTo>
                    <a:pt x="1243838" y="898271"/>
                  </a:lnTo>
                  <a:lnTo>
                    <a:pt x="1243838" y="760095"/>
                  </a:lnTo>
                  <a:close/>
                </a:path>
                <a:path w="1797050" h="2142490">
                  <a:moveTo>
                    <a:pt x="1796669" y="1635633"/>
                  </a:moveTo>
                  <a:lnTo>
                    <a:pt x="1788147" y="1581416"/>
                  </a:lnTo>
                  <a:lnTo>
                    <a:pt x="1764042" y="1532813"/>
                  </a:lnTo>
                  <a:lnTo>
                    <a:pt x="1728673" y="1492758"/>
                  </a:lnTo>
                  <a:lnTo>
                    <a:pt x="1683258" y="1465072"/>
                  </a:lnTo>
                  <a:lnTo>
                    <a:pt x="1630680" y="1451864"/>
                  </a:lnTo>
                  <a:lnTo>
                    <a:pt x="1612011" y="1450975"/>
                  </a:lnTo>
                  <a:lnTo>
                    <a:pt x="1243838" y="1450975"/>
                  </a:lnTo>
                  <a:lnTo>
                    <a:pt x="1243838" y="1312799"/>
                  </a:lnTo>
                  <a:lnTo>
                    <a:pt x="1335659" y="1312799"/>
                  </a:lnTo>
                  <a:lnTo>
                    <a:pt x="1354251" y="1311071"/>
                  </a:lnTo>
                  <a:lnTo>
                    <a:pt x="1406906" y="1297686"/>
                  </a:lnTo>
                  <a:lnTo>
                    <a:pt x="1452905" y="1270977"/>
                  </a:lnTo>
                  <a:lnTo>
                    <a:pt x="1489227" y="1231036"/>
                  </a:lnTo>
                  <a:lnTo>
                    <a:pt x="1512379" y="1182497"/>
                  </a:lnTo>
                  <a:lnTo>
                    <a:pt x="1520317" y="1128268"/>
                  </a:lnTo>
                  <a:lnTo>
                    <a:pt x="1520317" y="1036447"/>
                  </a:lnTo>
                  <a:lnTo>
                    <a:pt x="1658493" y="1036447"/>
                  </a:lnTo>
                  <a:lnTo>
                    <a:pt x="1658493" y="760095"/>
                  </a:lnTo>
                  <a:lnTo>
                    <a:pt x="1520317" y="760095"/>
                  </a:lnTo>
                  <a:lnTo>
                    <a:pt x="1520317" y="668274"/>
                  </a:lnTo>
                  <a:lnTo>
                    <a:pt x="1511795" y="614057"/>
                  </a:lnTo>
                  <a:lnTo>
                    <a:pt x="1487576" y="565404"/>
                  </a:lnTo>
                  <a:lnTo>
                    <a:pt x="1452257" y="525386"/>
                  </a:lnTo>
                  <a:lnTo>
                    <a:pt x="1406906" y="497713"/>
                  </a:lnTo>
                  <a:lnTo>
                    <a:pt x="1382014" y="489585"/>
                  </a:lnTo>
                  <a:lnTo>
                    <a:pt x="1382014" y="668274"/>
                  </a:lnTo>
                  <a:lnTo>
                    <a:pt x="1382014" y="1128268"/>
                  </a:lnTo>
                  <a:lnTo>
                    <a:pt x="1361160" y="1167345"/>
                  </a:lnTo>
                  <a:lnTo>
                    <a:pt x="1335659" y="1174623"/>
                  </a:lnTo>
                  <a:lnTo>
                    <a:pt x="1105662" y="1174623"/>
                  </a:lnTo>
                  <a:lnTo>
                    <a:pt x="1105662" y="1312799"/>
                  </a:lnTo>
                  <a:lnTo>
                    <a:pt x="1105662" y="1450975"/>
                  </a:lnTo>
                  <a:lnTo>
                    <a:pt x="898271" y="1450975"/>
                  </a:lnTo>
                  <a:lnTo>
                    <a:pt x="691007" y="1450975"/>
                  </a:lnTo>
                  <a:lnTo>
                    <a:pt x="691007" y="1312799"/>
                  </a:lnTo>
                  <a:lnTo>
                    <a:pt x="898271" y="1312799"/>
                  </a:lnTo>
                  <a:lnTo>
                    <a:pt x="1105662" y="1312799"/>
                  </a:lnTo>
                  <a:lnTo>
                    <a:pt x="1105662" y="1174623"/>
                  </a:lnTo>
                  <a:lnTo>
                    <a:pt x="898271" y="1174623"/>
                  </a:lnTo>
                  <a:lnTo>
                    <a:pt x="461010" y="1174623"/>
                  </a:lnTo>
                  <a:lnTo>
                    <a:pt x="421932" y="1153782"/>
                  </a:lnTo>
                  <a:lnTo>
                    <a:pt x="414655" y="1128268"/>
                  </a:lnTo>
                  <a:lnTo>
                    <a:pt x="414655" y="668274"/>
                  </a:lnTo>
                  <a:lnTo>
                    <a:pt x="435495" y="629081"/>
                  </a:lnTo>
                  <a:lnTo>
                    <a:pt x="461010" y="621792"/>
                  </a:lnTo>
                  <a:lnTo>
                    <a:pt x="898271" y="621792"/>
                  </a:lnTo>
                  <a:lnTo>
                    <a:pt x="1335659" y="621792"/>
                  </a:lnTo>
                  <a:lnTo>
                    <a:pt x="1374724" y="642772"/>
                  </a:lnTo>
                  <a:lnTo>
                    <a:pt x="1382014" y="668274"/>
                  </a:lnTo>
                  <a:lnTo>
                    <a:pt x="1382014" y="489585"/>
                  </a:lnTo>
                  <a:lnTo>
                    <a:pt x="1372323" y="487146"/>
                  </a:lnTo>
                  <a:lnTo>
                    <a:pt x="1354251" y="484505"/>
                  </a:lnTo>
                  <a:lnTo>
                    <a:pt x="1335659" y="483616"/>
                  </a:lnTo>
                  <a:lnTo>
                    <a:pt x="967486" y="483616"/>
                  </a:lnTo>
                  <a:lnTo>
                    <a:pt x="967486" y="257937"/>
                  </a:lnTo>
                  <a:lnTo>
                    <a:pt x="1008126" y="222580"/>
                  </a:lnTo>
                  <a:lnTo>
                    <a:pt x="1031976" y="173774"/>
                  </a:lnTo>
                  <a:lnTo>
                    <a:pt x="1036574" y="138176"/>
                  </a:lnTo>
                  <a:lnTo>
                    <a:pt x="1036256" y="124244"/>
                  </a:lnTo>
                  <a:lnTo>
                    <a:pt x="1025779" y="84201"/>
                  </a:lnTo>
                  <a:lnTo>
                    <a:pt x="1004290" y="49504"/>
                  </a:lnTo>
                  <a:lnTo>
                    <a:pt x="975525" y="23469"/>
                  </a:lnTo>
                  <a:lnTo>
                    <a:pt x="939609" y="6007"/>
                  </a:lnTo>
                  <a:lnTo>
                    <a:pt x="898271" y="0"/>
                  </a:lnTo>
                  <a:lnTo>
                    <a:pt x="884402" y="190"/>
                  </a:lnTo>
                  <a:lnTo>
                    <a:pt x="844296" y="10668"/>
                  </a:lnTo>
                  <a:lnTo>
                    <a:pt x="809713" y="32270"/>
                  </a:lnTo>
                  <a:lnTo>
                    <a:pt x="783628" y="60947"/>
                  </a:lnTo>
                  <a:lnTo>
                    <a:pt x="766191" y="96875"/>
                  </a:lnTo>
                  <a:lnTo>
                    <a:pt x="760095" y="138176"/>
                  </a:lnTo>
                  <a:lnTo>
                    <a:pt x="761733" y="156222"/>
                  </a:lnTo>
                  <a:lnTo>
                    <a:pt x="779526" y="207264"/>
                  </a:lnTo>
                  <a:lnTo>
                    <a:pt x="814362" y="247916"/>
                  </a:lnTo>
                  <a:lnTo>
                    <a:pt x="829183" y="257937"/>
                  </a:lnTo>
                  <a:lnTo>
                    <a:pt x="829183" y="483616"/>
                  </a:lnTo>
                  <a:lnTo>
                    <a:pt x="461010" y="483616"/>
                  </a:lnTo>
                  <a:lnTo>
                    <a:pt x="441553" y="484568"/>
                  </a:lnTo>
                  <a:lnTo>
                    <a:pt x="388747" y="498729"/>
                  </a:lnTo>
                  <a:lnTo>
                    <a:pt x="343801" y="526897"/>
                  </a:lnTo>
                  <a:lnTo>
                    <a:pt x="307441" y="565696"/>
                  </a:lnTo>
                  <a:lnTo>
                    <a:pt x="284276" y="614057"/>
                  </a:lnTo>
                  <a:lnTo>
                    <a:pt x="276352" y="668274"/>
                  </a:lnTo>
                  <a:lnTo>
                    <a:pt x="276352" y="759968"/>
                  </a:lnTo>
                  <a:lnTo>
                    <a:pt x="138176" y="759968"/>
                  </a:lnTo>
                  <a:lnTo>
                    <a:pt x="138176" y="1036447"/>
                  </a:lnTo>
                  <a:lnTo>
                    <a:pt x="276352" y="1036447"/>
                  </a:lnTo>
                  <a:lnTo>
                    <a:pt x="276352" y="1128268"/>
                  </a:lnTo>
                  <a:lnTo>
                    <a:pt x="281305" y="1166266"/>
                  </a:lnTo>
                  <a:lnTo>
                    <a:pt x="298856" y="1216329"/>
                  </a:lnTo>
                  <a:lnTo>
                    <a:pt x="330454" y="1258824"/>
                  </a:lnTo>
                  <a:lnTo>
                    <a:pt x="373545" y="1291043"/>
                  </a:lnTo>
                  <a:lnTo>
                    <a:pt x="424332" y="1309293"/>
                  </a:lnTo>
                  <a:lnTo>
                    <a:pt x="461010" y="1312799"/>
                  </a:lnTo>
                  <a:lnTo>
                    <a:pt x="552831" y="1312799"/>
                  </a:lnTo>
                  <a:lnTo>
                    <a:pt x="552831" y="1450975"/>
                  </a:lnTo>
                  <a:lnTo>
                    <a:pt x="184658" y="1450975"/>
                  </a:lnTo>
                  <a:lnTo>
                    <a:pt x="165125" y="1451927"/>
                  </a:lnTo>
                  <a:lnTo>
                    <a:pt x="112268" y="1466088"/>
                  </a:lnTo>
                  <a:lnTo>
                    <a:pt x="67322" y="1494307"/>
                  </a:lnTo>
                  <a:lnTo>
                    <a:pt x="31026" y="1533055"/>
                  </a:lnTo>
                  <a:lnTo>
                    <a:pt x="7924" y="1581416"/>
                  </a:lnTo>
                  <a:lnTo>
                    <a:pt x="0" y="1635633"/>
                  </a:lnTo>
                  <a:lnTo>
                    <a:pt x="0" y="2141982"/>
                  </a:lnTo>
                  <a:lnTo>
                    <a:pt x="138176" y="2141982"/>
                  </a:lnTo>
                  <a:lnTo>
                    <a:pt x="138176" y="1635633"/>
                  </a:lnTo>
                  <a:lnTo>
                    <a:pt x="139484" y="1625854"/>
                  </a:lnTo>
                  <a:lnTo>
                    <a:pt x="166839" y="1592516"/>
                  </a:lnTo>
                  <a:lnTo>
                    <a:pt x="184658" y="1589278"/>
                  </a:lnTo>
                  <a:lnTo>
                    <a:pt x="898271" y="1589278"/>
                  </a:lnTo>
                  <a:lnTo>
                    <a:pt x="1612011" y="1589278"/>
                  </a:lnTo>
                  <a:lnTo>
                    <a:pt x="1651203" y="1610131"/>
                  </a:lnTo>
                  <a:lnTo>
                    <a:pt x="1658493" y="1635633"/>
                  </a:lnTo>
                  <a:lnTo>
                    <a:pt x="1658493" y="2141982"/>
                  </a:lnTo>
                  <a:lnTo>
                    <a:pt x="1796669" y="2141982"/>
                  </a:lnTo>
                  <a:lnTo>
                    <a:pt x="1796669" y="1635633"/>
                  </a:lnTo>
                  <a:close/>
                </a:path>
              </a:pathLst>
            </a:custGeom>
            <a:solidFill>
              <a:srgbClr val="001F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31493" y="2603245"/>
              <a:ext cx="1797050" cy="2142490"/>
            </a:xfrm>
            <a:custGeom>
              <a:avLst/>
              <a:gdLst/>
              <a:ahLst/>
              <a:cxnLst/>
              <a:rect l="l" t="t" r="r" b="b"/>
              <a:pathLst>
                <a:path w="1797050" h="2142490">
                  <a:moveTo>
                    <a:pt x="552831" y="898270"/>
                  </a:moveTo>
                  <a:lnTo>
                    <a:pt x="691032" y="898270"/>
                  </a:lnTo>
                  <a:lnTo>
                    <a:pt x="691032" y="760069"/>
                  </a:lnTo>
                  <a:lnTo>
                    <a:pt x="552831" y="760069"/>
                  </a:lnTo>
                  <a:lnTo>
                    <a:pt x="552831" y="898270"/>
                  </a:lnTo>
                  <a:close/>
                </a:path>
                <a:path w="1797050" h="2142490">
                  <a:moveTo>
                    <a:pt x="1105662" y="898270"/>
                  </a:moveTo>
                  <a:lnTo>
                    <a:pt x="1243863" y="898270"/>
                  </a:lnTo>
                  <a:lnTo>
                    <a:pt x="1243863" y="760069"/>
                  </a:lnTo>
                  <a:lnTo>
                    <a:pt x="1105662" y="760069"/>
                  </a:lnTo>
                  <a:lnTo>
                    <a:pt x="1105662" y="898270"/>
                  </a:lnTo>
                  <a:close/>
                </a:path>
                <a:path w="1797050" h="2142490">
                  <a:moveTo>
                    <a:pt x="1612011" y="1450974"/>
                  </a:moveTo>
                  <a:lnTo>
                    <a:pt x="1666303" y="1458904"/>
                  </a:lnTo>
                  <a:lnTo>
                    <a:pt x="1714611" y="1482058"/>
                  </a:lnTo>
                  <a:lnTo>
                    <a:pt x="1753463" y="1518433"/>
                  </a:lnTo>
                  <a:lnTo>
                    <a:pt x="1781556" y="1564385"/>
                  </a:lnTo>
                  <a:lnTo>
                    <a:pt x="1795718" y="1617035"/>
                  </a:lnTo>
                  <a:lnTo>
                    <a:pt x="1796669" y="1635633"/>
                  </a:lnTo>
                  <a:lnTo>
                    <a:pt x="1796669" y="2141981"/>
                  </a:lnTo>
                  <a:lnTo>
                    <a:pt x="1658493" y="2141981"/>
                  </a:lnTo>
                  <a:lnTo>
                    <a:pt x="1658493" y="1635633"/>
                  </a:lnTo>
                  <a:lnTo>
                    <a:pt x="1657683" y="1626322"/>
                  </a:lnTo>
                  <a:lnTo>
                    <a:pt x="1630679" y="1593262"/>
                  </a:lnTo>
                  <a:lnTo>
                    <a:pt x="1612011" y="1589277"/>
                  </a:lnTo>
                  <a:lnTo>
                    <a:pt x="184657" y="1589277"/>
                  </a:lnTo>
                  <a:lnTo>
                    <a:pt x="146534" y="1609165"/>
                  </a:lnTo>
                  <a:lnTo>
                    <a:pt x="138175" y="1635633"/>
                  </a:lnTo>
                  <a:lnTo>
                    <a:pt x="138175" y="2141981"/>
                  </a:lnTo>
                  <a:lnTo>
                    <a:pt x="0" y="2141981"/>
                  </a:lnTo>
                  <a:lnTo>
                    <a:pt x="0" y="1635633"/>
                  </a:lnTo>
                  <a:lnTo>
                    <a:pt x="881" y="1617035"/>
                  </a:lnTo>
                  <a:lnTo>
                    <a:pt x="14096" y="1564385"/>
                  </a:lnTo>
                  <a:lnTo>
                    <a:pt x="41761" y="1519023"/>
                  </a:lnTo>
                  <a:lnTo>
                    <a:pt x="81502" y="1483709"/>
                  </a:lnTo>
                  <a:lnTo>
                    <a:pt x="128936" y="1459493"/>
                  </a:lnTo>
                  <a:lnTo>
                    <a:pt x="184657" y="1450974"/>
                  </a:lnTo>
                  <a:lnTo>
                    <a:pt x="552831" y="1450974"/>
                  </a:lnTo>
                  <a:lnTo>
                    <a:pt x="552831" y="1312798"/>
                  </a:lnTo>
                  <a:lnTo>
                    <a:pt x="461009" y="1312798"/>
                  </a:lnTo>
                  <a:lnTo>
                    <a:pt x="442412" y="1311919"/>
                  </a:lnTo>
                  <a:lnTo>
                    <a:pt x="389763" y="1298828"/>
                  </a:lnTo>
                  <a:lnTo>
                    <a:pt x="343882" y="1271039"/>
                  </a:lnTo>
                  <a:lnTo>
                    <a:pt x="307736" y="1231296"/>
                  </a:lnTo>
                  <a:lnTo>
                    <a:pt x="285781" y="1183864"/>
                  </a:lnTo>
                  <a:lnTo>
                    <a:pt x="276351" y="1128267"/>
                  </a:lnTo>
                  <a:lnTo>
                    <a:pt x="276351" y="1036446"/>
                  </a:lnTo>
                  <a:lnTo>
                    <a:pt x="138175" y="1036446"/>
                  </a:lnTo>
                  <a:lnTo>
                    <a:pt x="138175" y="759967"/>
                  </a:lnTo>
                  <a:lnTo>
                    <a:pt x="276351" y="759967"/>
                  </a:lnTo>
                  <a:lnTo>
                    <a:pt x="276351" y="668274"/>
                  </a:lnTo>
                  <a:lnTo>
                    <a:pt x="284281" y="614052"/>
                  </a:lnTo>
                  <a:lnTo>
                    <a:pt x="307451" y="565689"/>
                  </a:lnTo>
                  <a:lnTo>
                    <a:pt x="343812" y="526893"/>
                  </a:lnTo>
                  <a:lnTo>
                    <a:pt x="388746" y="498728"/>
                  </a:lnTo>
                  <a:lnTo>
                    <a:pt x="441557" y="484566"/>
                  </a:lnTo>
                  <a:lnTo>
                    <a:pt x="461009" y="483615"/>
                  </a:lnTo>
                  <a:lnTo>
                    <a:pt x="829182" y="483615"/>
                  </a:lnTo>
                  <a:lnTo>
                    <a:pt x="829182" y="257937"/>
                  </a:lnTo>
                  <a:lnTo>
                    <a:pt x="789553" y="222575"/>
                  </a:lnTo>
                  <a:lnTo>
                    <a:pt x="765524" y="173767"/>
                  </a:lnTo>
                  <a:lnTo>
                    <a:pt x="760094" y="138175"/>
                  </a:lnTo>
                  <a:lnTo>
                    <a:pt x="760781" y="123866"/>
                  </a:lnTo>
                  <a:lnTo>
                    <a:pt x="770889" y="84200"/>
                  </a:lnTo>
                  <a:lnTo>
                    <a:pt x="791410" y="50571"/>
                  </a:lnTo>
                  <a:lnTo>
                    <a:pt x="820293" y="24272"/>
                  </a:lnTo>
                  <a:lnTo>
                    <a:pt x="857444" y="5554"/>
                  </a:lnTo>
                  <a:lnTo>
                    <a:pt x="898270" y="0"/>
                  </a:lnTo>
                  <a:lnTo>
                    <a:pt x="912635" y="648"/>
                  </a:lnTo>
                  <a:lnTo>
                    <a:pt x="952373" y="10667"/>
                  </a:lnTo>
                  <a:lnTo>
                    <a:pt x="985930" y="31206"/>
                  </a:lnTo>
                  <a:lnTo>
                    <a:pt x="1012237" y="60086"/>
                  </a:lnTo>
                  <a:lnTo>
                    <a:pt x="1030894" y="97278"/>
                  </a:lnTo>
                  <a:lnTo>
                    <a:pt x="1036574" y="138175"/>
                  </a:lnTo>
                  <a:lnTo>
                    <a:pt x="1035429" y="156221"/>
                  </a:lnTo>
                  <a:lnTo>
                    <a:pt x="1018158" y="207263"/>
                  </a:lnTo>
                  <a:lnTo>
                    <a:pt x="982797" y="247911"/>
                  </a:lnTo>
                  <a:lnTo>
                    <a:pt x="967486" y="257937"/>
                  </a:lnTo>
                  <a:lnTo>
                    <a:pt x="967486" y="483615"/>
                  </a:lnTo>
                  <a:lnTo>
                    <a:pt x="1335658" y="483615"/>
                  </a:lnTo>
                  <a:lnTo>
                    <a:pt x="1354256" y="484497"/>
                  </a:lnTo>
                  <a:lnTo>
                    <a:pt x="1406906" y="497713"/>
                  </a:lnTo>
                  <a:lnTo>
                    <a:pt x="1452268" y="525377"/>
                  </a:lnTo>
                  <a:lnTo>
                    <a:pt x="1487582" y="565403"/>
                  </a:lnTo>
                  <a:lnTo>
                    <a:pt x="1511798" y="614052"/>
                  </a:lnTo>
                  <a:lnTo>
                    <a:pt x="1520317" y="668274"/>
                  </a:lnTo>
                  <a:lnTo>
                    <a:pt x="1520317" y="760094"/>
                  </a:lnTo>
                  <a:lnTo>
                    <a:pt x="1658493" y="760094"/>
                  </a:lnTo>
                  <a:lnTo>
                    <a:pt x="1658493" y="1036446"/>
                  </a:lnTo>
                  <a:lnTo>
                    <a:pt x="1520317" y="1036446"/>
                  </a:lnTo>
                  <a:lnTo>
                    <a:pt x="1520317" y="1128267"/>
                  </a:lnTo>
                  <a:lnTo>
                    <a:pt x="1512387" y="1182489"/>
                  </a:lnTo>
                  <a:lnTo>
                    <a:pt x="1489233" y="1231026"/>
                  </a:lnTo>
                  <a:lnTo>
                    <a:pt x="1452911" y="1270968"/>
                  </a:lnTo>
                  <a:lnTo>
                    <a:pt x="1406906" y="1297685"/>
                  </a:lnTo>
                  <a:lnTo>
                    <a:pt x="1354256" y="1311062"/>
                  </a:lnTo>
                  <a:lnTo>
                    <a:pt x="1335658" y="1312798"/>
                  </a:lnTo>
                  <a:lnTo>
                    <a:pt x="1243838" y="1312798"/>
                  </a:lnTo>
                  <a:lnTo>
                    <a:pt x="1243838" y="1450974"/>
                  </a:lnTo>
                  <a:lnTo>
                    <a:pt x="1612011" y="1450974"/>
                  </a:lnTo>
                  <a:close/>
                </a:path>
                <a:path w="1797050" h="2142490">
                  <a:moveTo>
                    <a:pt x="414655" y="1128267"/>
                  </a:moveTo>
                  <a:lnTo>
                    <a:pt x="434560" y="1166371"/>
                  </a:lnTo>
                  <a:lnTo>
                    <a:pt x="461009" y="1174622"/>
                  </a:lnTo>
                  <a:lnTo>
                    <a:pt x="1335658" y="1174622"/>
                  </a:lnTo>
                  <a:lnTo>
                    <a:pt x="1373780" y="1154717"/>
                  </a:lnTo>
                  <a:lnTo>
                    <a:pt x="1382014" y="1128267"/>
                  </a:lnTo>
                  <a:lnTo>
                    <a:pt x="1382014" y="668274"/>
                  </a:lnTo>
                  <a:lnTo>
                    <a:pt x="1362126" y="630150"/>
                  </a:lnTo>
                  <a:lnTo>
                    <a:pt x="1335658" y="621791"/>
                  </a:lnTo>
                  <a:lnTo>
                    <a:pt x="461009" y="621791"/>
                  </a:lnTo>
                  <a:lnTo>
                    <a:pt x="422888" y="641699"/>
                  </a:lnTo>
                  <a:lnTo>
                    <a:pt x="414655" y="668274"/>
                  </a:lnTo>
                  <a:lnTo>
                    <a:pt x="414655" y="1128267"/>
                  </a:lnTo>
                  <a:close/>
                </a:path>
                <a:path w="1797050" h="2142490">
                  <a:moveTo>
                    <a:pt x="691007" y="1450974"/>
                  </a:moveTo>
                  <a:lnTo>
                    <a:pt x="1105623" y="1450974"/>
                  </a:lnTo>
                  <a:lnTo>
                    <a:pt x="1105623" y="1312773"/>
                  </a:lnTo>
                  <a:lnTo>
                    <a:pt x="691007" y="1312773"/>
                  </a:lnTo>
                  <a:lnTo>
                    <a:pt x="691007" y="1450974"/>
                  </a:lnTo>
                  <a:close/>
                </a:path>
              </a:pathLst>
            </a:custGeom>
            <a:ln w="32247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1365" cy="6857365"/>
            <a:chOff x="0" y="0"/>
            <a:chExt cx="12191365" cy="6857365"/>
          </a:xfrm>
        </p:grpSpPr>
        <p:sp>
          <p:nvSpPr>
            <p:cNvPr id="3" name="object 3"/>
            <p:cNvSpPr/>
            <p:nvPr/>
          </p:nvSpPr>
          <p:spPr>
            <a:xfrm>
              <a:off x="5190362" y="0"/>
              <a:ext cx="7001509" cy="6857365"/>
            </a:xfrm>
            <a:custGeom>
              <a:avLst/>
              <a:gdLst/>
              <a:ahLst/>
              <a:cxnLst/>
              <a:rect l="l" t="t" r="r" b="b"/>
              <a:pathLst>
                <a:path w="7001509" h="6857365">
                  <a:moveTo>
                    <a:pt x="7001002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7001002" y="6857364"/>
                  </a:lnTo>
                  <a:lnTo>
                    <a:pt x="7001002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74375" y="210947"/>
              <a:ext cx="979170" cy="1162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2188317" cy="685736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6768" y="434086"/>
              <a:ext cx="925029" cy="8216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301" y="1009141"/>
              <a:ext cx="1062393" cy="2473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740789" y="995679"/>
              <a:ext cx="995680" cy="209550"/>
            </a:xfrm>
            <a:custGeom>
              <a:avLst/>
              <a:gdLst/>
              <a:ahLst/>
              <a:cxnLst/>
              <a:rect l="l" t="t" r="r" b="b"/>
              <a:pathLst>
                <a:path w="995680" h="209550">
                  <a:moveTo>
                    <a:pt x="134239" y="4064"/>
                  </a:moveTo>
                  <a:lnTo>
                    <a:pt x="131318" y="1270"/>
                  </a:lnTo>
                  <a:lnTo>
                    <a:pt x="130429" y="889"/>
                  </a:lnTo>
                  <a:lnTo>
                    <a:pt x="129032" y="635"/>
                  </a:lnTo>
                  <a:lnTo>
                    <a:pt x="125603" y="127"/>
                  </a:lnTo>
                  <a:lnTo>
                    <a:pt x="123317" y="0"/>
                  </a:lnTo>
                  <a:lnTo>
                    <a:pt x="118110" y="0"/>
                  </a:lnTo>
                  <a:lnTo>
                    <a:pt x="115951" y="127"/>
                  </a:lnTo>
                  <a:lnTo>
                    <a:pt x="112522" y="635"/>
                  </a:lnTo>
                  <a:lnTo>
                    <a:pt x="111125" y="889"/>
                  </a:lnTo>
                  <a:lnTo>
                    <a:pt x="110109" y="1270"/>
                  </a:lnTo>
                  <a:lnTo>
                    <a:pt x="108966" y="1651"/>
                  </a:lnTo>
                  <a:lnTo>
                    <a:pt x="108331" y="2159"/>
                  </a:lnTo>
                  <a:lnTo>
                    <a:pt x="107569" y="3429"/>
                  </a:lnTo>
                  <a:lnTo>
                    <a:pt x="107315" y="4064"/>
                  </a:lnTo>
                  <a:lnTo>
                    <a:pt x="107315" y="82689"/>
                  </a:lnTo>
                  <a:lnTo>
                    <a:pt x="107315" y="108839"/>
                  </a:lnTo>
                  <a:lnTo>
                    <a:pt x="107315" y="162433"/>
                  </a:lnTo>
                  <a:lnTo>
                    <a:pt x="103124" y="167259"/>
                  </a:lnTo>
                  <a:lnTo>
                    <a:pt x="99187" y="171323"/>
                  </a:lnTo>
                  <a:lnTo>
                    <a:pt x="95377" y="174625"/>
                  </a:lnTo>
                  <a:lnTo>
                    <a:pt x="91567" y="178054"/>
                  </a:lnTo>
                  <a:lnTo>
                    <a:pt x="87884" y="180721"/>
                  </a:lnTo>
                  <a:lnTo>
                    <a:pt x="84455" y="182753"/>
                  </a:lnTo>
                  <a:lnTo>
                    <a:pt x="81026" y="184912"/>
                  </a:lnTo>
                  <a:lnTo>
                    <a:pt x="77597" y="186309"/>
                  </a:lnTo>
                  <a:lnTo>
                    <a:pt x="74295" y="187198"/>
                  </a:lnTo>
                  <a:lnTo>
                    <a:pt x="70993" y="188214"/>
                  </a:lnTo>
                  <a:lnTo>
                    <a:pt x="67564" y="188595"/>
                  </a:lnTo>
                  <a:lnTo>
                    <a:pt x="57023" y="188595"/>
                  </a:lnTo>
                  <a:lnTo>
                    <a:pt x="51663" y="187198"/>
                  </a:lnTo>
                  <a:lnTo>
                    <a:pt x="51371" y="187198"/>
                  </a:lnTo>
                  <a:lnTo>
                    <a:pt x="46482" y="184023"/>
                  </a:lnTo>
                  <a:lnTo>
                    <a:pt x="41910" y="180975"/>
                  </a:lnTo>
                  <a:lnTo>
                    <a:pt x="38100" y="177038"/>
                  </a:lnTo>
                  <a:lnTo>
                    <a:pt x="35306" y="171958"/>
                  </a:lnTo>
                  <a:lnTo>
                    <a:pt x="32512" y="167005"/>
                  </a:lnTo>
                  <a:lnTo>
                    <a:pt x="30480" y="161290"/>
                  </a:lnTo>
                  <a:lnTo>
                    <a:pt x="29337" y="154813"/>
                  </a:lnTo>
                  <a:lnTo>
                    <a:pt x="28321" y="148336"/>
                  </a:lnTo>
                  <a:lnTo>
                    <a:pt x="27686" y="141732"/>
                  </a:lnTo>
                  <a:lnTo>
                    <a:pt x="27686" y="128651"/>
                  </a:lnTo>
                  <a:lnTo>
                    <a:pt x="43053" y="90932"/>
                  </a:lnTo>
                  <a:lnTo>
                    <a:pt x="58293" y="83566"/>
                  </a:lnTo>
                  <a:lnTo>
                    <a:pt x="72517" y="83566"/>
                  </a:lnTo>
                  <a:lnTo>
                    <a:pt x="107315" y="108839"/>
                  </a:lnTo>
                  <a:lnTo>
                    <a:pt x="107315" y="82689"/>
                  </a:lnTo>
                  <a:lnTo>
                    <a:pt x="71501" y="62357"/>
                  </a:lnTo>
                  <a:lnTo>
                    <a:pt x="62865" y="62357"/>
                  </a:lnTo>
                  <a:lnTo>
                    <a:pt x="21336" y="76200"/>
                  </a:lnTo>
                  <a:lnTo>
                    <a:pt x="2247" y="113728"/>
                  </a:lnTo>
                  <a:lnTo>
                    <a:pt x="0" y="137668"/>
                  </a:lnTo>
                  <a:lnTo>
                    <a:pt x="101" y="141732"/>
                  </a:lnTo>
                  <a:lnTo>
                    <a:pt x="8763" y="181864"/>
                  </a:lnTo>
                  <a:lnTo>
                    <a:pt x="44450" y="208127"/>
                  </a:lnTo>
                  <a:lnTo>
                    <a:pt x="59309" y="209550"/>
                  </a:lnTo>
                  <a:lnTo>
                    <a:pt x="65747" y="209194"/>
                  </a:lnTo>
                  <a:lnTo>
                    <a:pt x="66306" y="209194"/>
                  </a:lnTo>
                  <a:lnTo>
                    <a:pt x="104571" y="190703"/>
                  </a:lnTo>
                  <a:lnTo>
                    <a:pt x="106819" y="188595"/>
                  </a:lnTo>
                  <a:lnTo>
                    <a:pt x="110363" y="185293"/>
                  </a:lnTo>
                  <a:lnTo>
                    <a:pt x="110363" y="203835"/>
                  </a:lnTo>
                  <a:lnTo>
                    <a:pt x="110617" y="204470"/>
                  </a:lnTo>
                  <a:lnTo>
                    <a:pt x="111125" y="205105"/>
                  </a:lnTo>
                  <a:lnTo>
                    <a:pt x="111506" y="205740"/>
                  </a:lnTo>
                  <a:lnTo>
                    <a:pt x="112395" y="206336"/>
                  </a:lnTo>
                  <a:lnTo>
                    <a:pt x="112572" y="206336"/>
                  </a:lnTo>
                  <a:lnTo>
                    <a:pt x="113157" y="206502"/>
                  </a:lnTo>
                  <a:lnTo>
                    <a:pt x="114173" y="206883"/>
                  </a:lnTo>
                  <a:lnTo>
                    <a:pt x="115443" y="207137"/>
                  </a:lnTo>
                  <a:lnTo>
                    <a:pt x="116967" y="207391"/>
                  </a:lnTo>
                  <a:lnTo>
                    <a:pt x="128143" y="207391"/>
                  </a:lnTo>
                  <a:lnTo>
                    <a:pt x="129667" y="207137"/>
                  </a:lnTo>
                  <a:lnTo>
                    <a:pt x="130810" y="206883"/>
                  </a:lnTo>
                  <a:lnTo>
                    <a:pt x="131699" y="206502"/>
                  </a:lnTo>
                  <a:lnTo>
                    <a:pt x="132359" y="206336"/>
                  </a:lnTo>
                  <a:lnTo>
                    <a:pt x="132600" y="206336"/>
                  </a:lnTo>
                  <a:lnTo>
                    <a:pt x="133350" y="205740"/>
                  </a:lnTo>
                  <a:lnTo>
                    <a:pt x="134112" y="204470"/>
                  </a:lnTo>
                  <a:lnTo>
                    <a:pt x="134239" y="185293"/>
                  </a:lnTo>
                  <a:lnTo>
                    <a:pt x="134239" y="83566"/>
                  </a:lnTo>
                  <a:lnTo>
                    <a:pt x="134239" y="82804"/>
                  </a:lnTo>
                  <a:lnTo>
                    <a:pt x="134239" y="4064"/>
                  </a:lnTo>
                  <a:close/>
                </a:path>
                <a:path w="995680" h="209550">
                  <a:moveTo>
                    <a:pt x="307467" y="117094"/>
                  </a:moveTo>
                  <a:lnTo>
                    <a:pt x="306324" y="108839"/>
                  </a:lnTo>
                  <a:lnTo>
                    <a:pt x="303212" y="98996"/>
                  </a:lnTo>
                  <a:lnTo>
                    <a:pt x="301498" y="93472"/>
                  </a:lnTo>
                  <a:lnTo>
                    <a:pt x="297688" y="86741"/>
                  </a:lnTo>
                  <a:lnTo>
                    <a:pt x="292938" y="81534"/>
                  </a:lnTo>
                  <a:lnTo>
                    <a:pt x="287274" y="75311"/>
                  </a:lnTo>
                  <a:lnTo>
                    <a:pt x="280670" y="70866"/>
                  </a:lnTo>
                  <a:lnTo>
                    <a:pt x="280543" y="70815"/>
                  </a:lnTo>
                  <a:lnTo>
                    <a:pt x="280543" y="122936"/>
                  </a:lnTo>
                  <a:lnTo>
                    <a:pt x="200914" y="122936"/>
                  </a:lnTo>
                  <a:lnTo>
                    <a:pt x="201168" y="117475"/>
                  </a:lnTo>
                  <a:lnTo>
                    <a:pt x="202082" y="112750"/>
                  </a:lnTo>
                  <a:lnTo>
                    <a:pt x="202184" y="112268"/>
                  </a:lnTo>
                  <a:lnTo>
                    <a:pt x="204089" y="107315"/>
                  </a:lnTo>
                  <a:lnTo>
                    <a:pt x="205867" y="102235"/>
                  </a:lnTo>
                  <a:lnTo>
                    <a:pt x="235331" y="81534"/>
                  </a:lnTo>
                  <a:lnTo>
                    <a:pt x="241935" y="81534"/>
                  </a:lnTo>
                  <a:lnTo>
                    <a:pt x="251993" y="82296"/>
                  </a:lnTo>
                  <a:lnTo>
                    <a:pt x="251320" y="82296"/>
                  </a:lnTo>
                  <a:lnTo>
                    <a:pt x="258965" y="84302"/>
                  </a:lnTo>
                  <a:lnTo>
                    <a:pt x="280289" y="117094"/>
                  </a:lnTo>
                  <a:lnTo>
                    <a:pt x="280314" y="117475"/>
                  </a:lnTo>
                  <a:lnTo>
                    <a:pt x="280428" y="120256"/>
                  </a:lnTo>
                  <a:lnTo>
                    <a:pt x="280543" y="122936"/>
                  </a:lnTo>
                  <a:lnTo>
                    <a:pt x="280543" y="70815"/>
                  </a:lnTo>
                  <a:lnTo>
                    <a:pt x="243332" y="62357"/>
                  </a:lnTo>
                  <a:lnTo>
                    <a:pt x="235445" y="62699"/>
                  </a:lnTo>
                  <a:lnTo>
                    <a:pt x="196951" y="77749"/>
                  </a:lnTo>
                  <a:lnTo>
                    <a:pt x="175958" y="112750"/>
                  </a:lnTo>
                  <a:lnTo>
                    <a:pt x="173316" y="134112"/>
                  </a:lnTo>
                  <a:lnTo>
                    <a:pt x="173367" y="140970"/>
                  </a:lnTo>
                  <a:lnTo>
                    <a:pt x="173507" y="145440"/>
                  </a:lnTo>
                  <a:lnTo>
                    <a:pt x="174383" y="153695"/>
                  </a:lnTo>
                  <a:lnTo>
                    <a:pt x="175780" y="161036"/>
                  </a:lnTo>
                  <a:lnTo>
                    <a:pt x="175844" y="161391"/>
                  </a:lnTo>
                  <a:lnTo>
                    <a:pt x="196748" y="195554"/>
                  </a:lnTo>
                  <a:lnTo>
                    <a:pt x="237490" y="209270"/>
                  </a:lnTo>
                  <a:lnTo>
                    <a:pt x="246253" y="209550"/>
                  </a:lnTo>
                  <a:lnTo>
                    <a:pt x="253111" y="209550"/>
                  </a:lnTo>
                  <a:lnTo>
                    <a:pt x="257962" y="209270"/>
                  </a:lnTo>
                  <a:lnTo>
                    <a:pt x="259003" y="209270"/>
                  </a:lnTo>
                  <a:lnTo>
                    <a:pt x="265811" y="208153"/>
                  </a:lnTo>
                  <a:lnTo>
                    <a:pt x="271907" y="207264"/>
                  </a:lnTo>
                  <a:lnTo>
                    <a:pt x="277241" y="206121"/>
                  </a:lnTo>
                  <a:lnTo>
                    <a:pt x="300736" y="194945"/>
                  </a:lnTo>
                  <a:lnTo>
                    <a:pt x="300990" y="194183"/>
                  </a:lnTo>
                  <a:lnTo>
                    <a:pt x="301117" y="193294"/>
                  </a:lnTo>
                  <a:lnTo>
                    <a:pt x="301244" y="191389"/>
                  </a:lnTo>
                  <a:lnTo>
                    <a:pt x="301256" y="191262"/>
                  </a:lnTo>
                  <a:lnTo>
                    <a:pt x="301371" y="189611"/>
                  </a:lnTo>
                  <a:lnTo>
                    <a:pt x="301244" y="185928"/>
                  </a:lnTo>
                  <a:lnTo>
                    <a:pt x="301104" y="184531"/>
                  </a:lnTo>
                  <a:lnTo>
                    <a:pt x="300990" y="183261"/>
                  </a:lnTo>
                  <a:lnTo>
                    <a:pt x="300736" y="182245"/>
                  </a:lnTo>
                  <a:lnTo>
                    <a:pt x="300355" y="181610"/>
                  </a:lnTo>
                  <a:lnTo>
                    <a:pt x="300164" y="181051"/>
                  </a:lnTo>
                  <a:lnTo>
                    <a:pt x="300101" y="180848"/>
                  </a:lnTo>
                  <a:lnTo>
                    <a:pt x="299593" y="180340"/>
                  </a:lnTo>
                  <a:lnTo>
                    <a:pt x="298958" y="180086"/>
                  </a:lnTo>
                  <a:lnTo>
                    <a:pt x="298450" y="179705"/>
                  </a:lnTo>
                  <a:lnTo>
                    <a:pt x="295173" y="179705"/>
                  </a:lnTo>
                  <a:lnTo>
                    <a:pt x="293751" y="180086"/>
                  </a:lnTo>
                  <a:lnTo>
                    <a:pt x="289941" y="181610"/>
                  </a:lnTo>
                  <a:lnTo>
                    <a:pt x="288302" y="182245"/>
                  </a:lnTo>
                  <a:lnTo>
                    <a:pt x="285369" y="183261"/>
                  </a:lnTo>
                  <a:lnTo>
                    <a:pt x="281432" y="184531"/>
                  </a:lnTo>
                  <a:lnTo>
                    <a:pt x="277368" y="185928"/>
                  </a:lnTo>
                  <a:lnTo>
                    <a:pt x="272135" y="187198"/>
                  </a:lnTo>
                  <a:lnTo>
                    <a:pt x="271983" y="187198"/>
                  </a:lnTo>
                  <a:lnTo>
                    <a:pt x="261874" y="189103"/>
                  </a:lnTo>
                  <a:lnTo>
                    <a:pt x="255651" y="189611"/>
                  </a:lnTo>
                  <a:lnTo>
                    <a:pt x="239903" y="189611"/>
                  </a:lnTo>
                  <a:lnTo>
                    <a:pt x="204978" y="167005"/>
                  </a:lnTo>
                  <a:lnTo>
                    <a:pt x="200914" y="148463"/>
                  </a:lnTo>
                  <a:lnTo>
                    <a:pt x="200914" y="140970"/>
                  </a:lnTo>
                  <a:lnTo>
                    <a:pt x="299847" y="140970"/>
                  </a:lnTo>
                  <a:lnTo>
                    <a:pt x="302260" y="140208"/>
                  </a:lnTo>
                  <a:lnTo>
                    <a:pt x="304292" y="138557"/>
                  </a:lnTo>
                  <a:lnTo>
                    <a:pt x="306451" y="136906"/>
                  </a:lnTo>
                  <a:lnTo>
                    <a:pt x="307467" y="134112"/>
                  </a:lnTo>
                  <a:lnTo>
                    <a:pt x="307467" y="122936"/>
                  </a:lnTo>
                  <a:lnTo>
                    <a:pt x="307467" y="117094"/>
                  </a:lnTo>
                  <a:close/>
                </a:path>
                <a:path w="995680" h="209550">
                  <a:moveTo>
                    <a:pt x="779272" y="17272"/>
                  </a:moveTo>
                  <a:lnTo>
                    <a:pt x="779145" y="16510"/>
                  </a:lnTo>
                  <a:lnTo>
                    <a:pt x="778637" y="16002"/>
                  </a:lnTo>
                  <a:lnTo>
                    <a:pt x="778256" y="15367"/>
                  </a:lnTo>
                  <a:lnTo>
                    <a:pt x="777494" y="14859"/>
                  </a:lnTo>
                  <a:lnTo>
                    <a:pt x="776351" y="14605"/>
                  </a:lnTo>
                  <a:lnTo>
                    <a:pt x="775335" y="14224"/>
                  </a:lnTo>
                  <a:lnTo>
                    <a:pt x="773938" y="13843"/>
                  </a:lnTo>
                  <a:lnTo>
                    <a:pt x="772160" y="13589"/>
                  </a:lnTo>
                  <a:lnTo>
                    <a:pt x="770382" y="13462"/>
                  </a:lnTo>
                  <a:lnTo>
                    <a:pt x="760730" y="13462"/>
                  </a:lnTo>
                  <a:lnTo>
                    <a:pt x="758952" y="13589"/>
                  </a:lnTo>
                  <a:lnTo>
                    <a:pt x="757174" y="13843"/>
                  </a:lnTo>
                  <a:lnTo>
                    <a:pt x="755777" y="14224"/>
                  </a:lnTo>
                  <a:lnTo>
                    <a:pt x="754634" y="14605"/>
                  </a:lnTo>
                  <a:lnTo>
                    <a:pt x="753491" y="14859"/>
                  </a:lnTo>
                  <a:lnTo>
                    <a:pt x="752602" y="15367"/>
                  </a:lnTo>
                  <a:lnTo>
                    <a:pt x="751713" y="16510"/>
                  </a:lnTo>
                  <a:lnTo>
                    <a:pt x="751586" y="204343"/>
                  </a:lnTo>
                  <a:lnTo>
                    <a:pt x="752094" y="204978"/>
                  </a:lnTo>
                  <a:lnTo>
                    <a:pt x="752475" y="205613"/>
                  </a:lnTo>
                  <a:lnTo>
                    <a:pt x="753237" y="205994"/>
                  </a:lnTo>
                  <a:lnTo>
                    <a:pt x="754380" y="206375"/>
                  </a:lnTo>
                  <a:lnTo>
                    <a:pt x="755396" y="206756"/>
                  </a:lnTo>
                  <a:lnTo>
                    <a:pt x="756920" y="207010"/>
                  </a:lnTo>
                  <a:lnTo>
                    <a:pt x="760603" y="207518"/>
                  </a:lnTo>
                  <a:lnTo>
                    <a:pt x="770382" y="207518"/>
                  </a:lnTo>
                  <a:lnTo>
                    <a:pt x="773938" y="207010"/>
                  </a:lnTo>
                  <a:lnTo>
                    <a:pt x="775335" y="206756"/>
                  </a:lnTo>
                  <a:lnTo>
                    <a:pt x="776351" y="206375"/>
                  </a:lnTo>
                  <a:lnTo>
                    <a:pt x="777494" y="205994"/>
                  </a:lnTo>
                  <a:lnTo>
                    <a:pt x="778256" y="205613"/>
                  </a:lnTo>
                  <a:lnTo>
                    <a:pt x="778637" y="204978"/>
                  </a:lnTo>
                  <a:lnTo>
                    <a:pt x="779145" y="204343"/>
                  </a:lnTo>
                  <a:lnTo>
                    <a:pt x="779272" y="203708"/>
                  </a:lnTo>
                  <a:lnTo>
                    <a:pt x="779272" y="17272"/>
                  </a:lnTo>
                  <a:close/>
                </a:path>
                <a:path w="995680" h="209550">
                  <a:moveTo>
                    <a:pt x="995426" y="204343"/>
                  </a:moveTo>
                  <a:lnTo>
                    <a:pt x="995299" y="201676"/>
                  </a:lnTo>
                  <a:lnTo>
                    <a:pt x="994791" y="199898"/>
                  </a:lnTo>
                  <a:lnTo>
                    <a:pt x="993902" y="197739"/>
                  </a:lnTo>
                  <a:lnTo>
                    <a:pt x="977569" y="156210"/>
                  </a:lnTo>
                  <a:lnTo>
                    <a:pt x="969530" y="135763"/>
                  </a:lnTo>
                  <a:lnTo>
                    <a:pt x="940308" y="61455"/>
                  </a:lnTo>
                  <a:lnTo>
                    <a:pt x="940308" y="135763"/>
                  </a:lnTo>
                  <a:lnTo>
                    <a:pt x="867283" y="135763"/>
                  </a:lnTo>
                  <a:lnTo>
                    <a:pt x="903605" y="39751"/>
                  </a:lnTo>
                  <a:lnTo>
                    <a:pt x="940308" y="135763"/>
                  </a:lnTo>
                  <a:lnTo>
                    <a:pt x="940308" y="61455"/>
                  </a:lnTo>
                  <a:lnTo>
                    <a:pt x="931773" y="39751"/>
                  </a:lnTo>
                  <a:lnTo>
                    <a:pt x="923544" y="18796"/>
                  </a:lnTo>
                  <a:lnTo>
                    <a:pt x="923163" y="17653"/>
                  </a:lnTo>
                  <a:lnTo>
                    <a:pt x="922528" y="16764"/>
                  </a:lnTo>
                  <a:lnTo>
                    <a:pt x="921004" y="15240"/>
                  </a:lnTo>
                  <a:lnTo>
                    <a:pt x="919988" y="14732"/>
                  </a:lnTo>
                  <a:lnTo>
                    <a:pt x="918464" y="14351"/>
                  </a:lnTo>
                  <a:lnTo>
                    <a:pt x="917067" y="13970"/>
                  </a:lnTo>
                  <a:lnTo>
                    <a:pt x="915289" y="13589"/>
                  </a:lnTo>
                  <a:lnTo>
                    <a:pt x="913003" y="13462"/>
                  </a:lnTo>
                  <a:lnTo>
                    <a:pt x="896366" y="13462"/>
                  </a:lnTo>
                  <a:lnTo>
                    <a:pt x="888111" y="16002"/>
                  </a:lnTo>
                  <a:lnTo>
                    <a:pt x="887349" y="16637"/>
                  </a:lnTo>
                  <a:lnTo>
                    <a:pt x="886841" y="17526"/>
                  </a:lnTo>
                  <a:lnTo>
                    <a:pt x="886409" y="18796"/>
                  </a:lnTo>
                  <a:lnTo>
                    <a:pt x="815886" y="197739"/>
                  </a:lnTo>
                  <a:lnTo>
                    <a:pt x="815047" y="199898"/>
                  </a:lnTo>
                  <a:lnTo>
                    <a:pt x="814705" y="201422"/>
                  </a:lnTo>
                  <a:lnTo>
                    <a:pt x="814666" y="204343"/>
                  </a:lnTo>
                  <a:lnTo>
                    <a:pt x="815047" y="205359"/>
                  </a:lnTo>
                  <a:lnTo>
                    <a:pt x="815213" y="205359"/>
                  </a:lnTo>
                  <a:lnTo>
                    <a:pt x="815898" y="205994"/>
                  </a:lnTo>
                  <a:lnTo>
                    <a:pt x="816419" y="206375"/>
                  </a:lnTo>
                  <a:lnTo>
                    <a:pt x="816254" y="206375"/>
                  </a:lnTo>
                  <a:lnTo>
                    <a:pt x="818349" y="207137"/>
                  </a:lnTo>
                  <a:lnTo>
                    <a:pt x="818984" y="207137"/>
                  </a:lnTo>
                  <a:lnTo>
                    <a:pt x="821944" y="207518"/>
                  </a:lnTo>
                  <a:lnTo>
                    <a:pt x="834072" y="207518"/>
                  </a:lnTo>
                  <a:lnTo>
                    <a:pt x="836930" y="207137"/>
                  </a:lnTo>
                  <a:lnTo>
                    <a:pt x="837946" y="207137"/>
                  </a:lnTo>
                  <a:lnTo>
                    <a:pt x="839470" y="206375"/>
                  </a:lnTo>
                  <a:lnTo>
                    <a:pt x="840486" y="205994"/>
                  </a:lnTo>
                  <a:lnTo>
                    <a:pt x="841248" y="205359"/>
                  </a:lnTo>
                  <a:lnTo>
                    <a:pt x="841756" y="204724"/>
                  </a:lnTo>
                  <a:lnTo>
                    <a:pt x="842391" y="204089"/>
                  </a:lnTo>
                  <a:lnTo>
                    <a:pt x="842772" y="203327"/>
                  </a:lnTo>
                  <a:lnTo>
                    <a:pt x="843153" y="202438"/>
                  </a:lnTo>
                  <a:lnTo>
                    <a:pt x="860298" y="156210"/>
                  </a:lnTo>
                  <a:lnTo>
                    <a:pt x="947547" y="156210"/>
                  </a:lnTo>
                  <a:lnTo>
                    <a:pt x="965581" y="203073"/>
                  </a:lnTo>
                  <a:lnTo>
                    <a:pt x="968248" y="206375"/>
                  </a:lnTo>
                  <a:lnTo>
                    <a:pt x="968578" y="206375"/>
                  </a:lnTo>
                  <a:lnTo>
                    <a:pt x="970610" y="207137"/>
                  </a:lnTo>
                  <a:lnTo>
                    <a:pt x="953757" y="207137"/>
                  </a:lnTo>
                  <a:lnTo>
                    <a:pt x="989825" y="207403"/>
                  </a:lnTo>
                  <a:lnTo>
                    <a:pt x="991870" y="207137"/>
                  </a:lnTo>
                  <a:lnTo>
                    <a:pt x="992822" y="207137"/>
                  </a:lnTo>
                  <a:lnTo>
                    <a:pt x="994156" y="205994"/>
                  </a:lnTo>
                  <a:lnTo>
                    <a:pt x="995045" y="205359"/>
                  </a:lnTo>
                  <a:lnTo>
                    <a:pt x="995426" y="204343"/>
                  </a:lnTo>
                  <a:close/>
                </a:path>
              </a:pathLst>
            </a:custGeom>
            <a:solidFill>
              <a:srgbClr val="13365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0227" y="1004950"/>
              <a:ext cx="1430655" cy="20027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561327" y="1430147"/>
              <a:ext cx="197485" cy="3175"/>
            </a:xfrm>
            <a:custGeom>
              <a:avLst/>
              <a:gdLst/>
              <a:ahLst/>
              <a:cxnLst/>
              <a:rect l="l" t="t" r="r" b="b"/>
              <a:pathLst>
                <a:path w="197484" h="3175">
                  <a:moveTo>
                    <a:pt x="0" y="0"/>
                  </a:moveTo>
                  <a:lnTo>
                    <a:pt x="197015" y="2793"/>
                  </a:lnTo>
                </a:path>
              </a:pathLst>
            </a:custGeom>
            <a:ln w="41275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6760" y="2412492"/>
              <a:ext cx="1878558" cy="2626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806929" y="2474976"/>
              <a:ext cx="400685" cy="149860"/>
            </a:xfrm>
            <a:custGeom>
              <a:avLst/>
              <a:gdLst/>
              <a:ahLst/>
              <a:cxnLst/>
              <a:rect l="l" t="t" r="r" b="b"/>
              <a:pathLst>
                <a:path w="400685" h="149860">
                  <a:moveTo>
                    <a:pt x="6945" y="110616"/>
                  </a:moveTo>
                  <a:lnTo>
                    <a:pt x="3453" y="110616"/>
                  </a:lnTo>
                  <a:lnTo>
                    <a:pt x="2818" y="110998"/>
                  </a:lnTo>
                  <a:lnTo>
                    <a:pt x="2183" y="111251"/>
                  </a:lnTo>
                  <a:lnTo>
                    <a:pt x="278" y="117221"/>
                  </a:lnTo>
                  <a:lnTo>
                    <a:pt x="169" y="117983"/>
                  </a:lnTo>
                  <a:lnTo>
                    <a:pt x="96" y="118490"/>
                  </a:lnTo>
                  <a:lnTo>
                    <a:pt x="0" y="129412"/>
                  </a:lnTo>
                  <a:lnTo>
                    <a:pt x="278" y="131825"/>
                  </a:lnTo>
                  <a:lnTo>
                    <a:pt x="913" y="133985"/>
                  </a:lnTo>
                  <a:lnTo>
                    <a:pt x="1548" y="136271"/>
                  </a:lnTo>
                  <a:lnTo>
                    <a:pt x="2437" y="137922"/>
                  </a:lnTo>
                  <a:lnTo>
                    <a:pt x="3707" y="138937"/>
                  </a:lnTo>
                  <a:lnTo>
                    <a:pt x="4850" y="139953"/>
                  </a:lnTo>
                  <a:lnTo>
                    <a:pt x="6755" y="141097"/>
                  </a:lnTo>
                  <a:lnTo>
                    <a:pt x="9295" y="142239"/>
                  </a:lnTo>
                  <a:lnTo>
                    <a:pt x="11962" y="143510"/>
                  </a:lnTo>
                  <a:lnTo>
                    <a:pt x="42315" y="149733"/>
                  </a:lnTo>
                  <a:lnTo>
                    <a:pt x="56793" y="149733"/>
                  </a:lnTo>
                  <a:lnTo>
                    <a:pt x="98322" y="134238"/>
                  </a:lnTo>
                  <a:lnTo>
                    <a:pt x="106492" y="122427"/>
                  </a:lnTo>
                  <a:lnTo>
                    <a:pt x="41172" y="122427"/>
                  </a:lnTo>
                  <a:lnTo>
                    <a:pt x="35965" y="121793"/>
                  </a:lnTo>
                  <a:lnTo>
                    <a:pt x="26694" y="119252"/>
                  </a:lnTo>
                  <a:lnTo>
                    <a:pt x="22999" y="117983"/>
                  </a:lnTo>
                  <a:lnTo>
                    <a:pt x="21201" y="117221"/>
                  </a:lnTo>
                  <a:lnTo>
                    <a:pt x="19201" y="116332"/>
                  </a:lnTo>
                  <a:lnTo>
                    <a:pt x="15772" y="114935"/>
                  </a:lnTo>
                  <a:lnTo>
                    <a:pt x="12851" y="113537"/>
                  </a:lnTo>
                  <a:lnTo>
                    <a:pt x="8279" y="110998"/>
                  </a:lnTo>
                  <a:lnTo>
                    <a:pt x="6945" y="110616"/>
                  </a:lnTo>
                  <a:close/>
                </a:path>
                <a:path w="400685" h="149860">
                  <a:moveTo>
                    <a:pt x="64159" y="0"/>
                  </a:moveTo>
                  <a:lnTo>
                    <a:pt x="50570" y="0"/>
                  </a:lnTo>
                  <a:lnTo>
                    <a:pt x="42315" y="1015"/>
                  </a:lnTo>
                  <a:lnTo>
                    <a:pt x="35076" y="3175"/>
                  </a:lnTo>
                  <a:lnTo>
                    <a:pt x="27710" y="5207"/>
                  </a:lnTo>
                  <a:lnTo>
                    <a:pt x="21614" y="8127"/>
                  </a:lnTo>
                  <a:lnTo>
                    <a:pt x="16534" y="11937"/>
                  </a:lnTo>
                  <a:lnTo>
                    <a:pt x="11454" y="15621"/>
                  </a:lnTo>
                  <a:lnTo>
                    <a:pt x="7517" y="20193"/>
                  </a:lnTo>
                  <a:lnTo>
                    <a:pt x="4850" y="25526"/>
                  </a:lnTo>
                  <a:lnTo>
                    <a:pt x="2056" y="30861"/>
                  </a:lnTo>
                  <a:lnTo>
                    <a:pt x="1200" y="34798"/>
                  </a:lnTo>
                  <a:lnTo>
                    <a:pt x="1145" y="35051"/>
                  </a:lnTo>
                  <a:lnTo>
                    <a:pt x="1062" y="35433"/>
                  </a:lnTo>
                  <a:lnTo>
                    <a:pt x="979" y="35813"/>
                  </a:lnTo>
                  <a:lnTo>
                    <a:pt x="869" y="36322"/>
                  </a:lnTo>
                  <a:lnTo>
                    <a:pt x="786" y="49275"/>
                  </a:lnTo>
                  <a:lnTo>
                    <a:pt x="1802" y="54610"/>
                  </a:lnTo>
                  <a:lnTo>
                    <a:pt x="31266" y="82676"/>
                  </a:lnTo>
                  <a:lnTo>
                    <a:pt x="35711" y="84327"/>
                  </a:lnTo>
                  <a:lnTo>
                    <a:pt x="40029" y="86106"/>
                  </a:lnTo>
                  <a:lnTo>
                    <a:pt x="44347" y="87629"/>
                  </a:lnTo>
                  <a:lnTo>
                    <a:pt x="52729" y="90424"/>
                  </a:lnTo>
                  <a:lnTo>
                    <a:pt x="56412" y="91821"/>
                  </a:lnTo>
                  <a:lnTo>
                    <a:pt x="59714" y="93472"/>
                  </a:lnTo>
                  <a:lnTo>
                    <a:pt x="63016" y="94996"/>
                  </a:lnTo>
                  <a:lnTo>
                    <a:pt x="65683" y="96900"/>
                  </a:lnTo>
                  <a:lnTo>
                    <a:pt x="67715" y="99060"/>
                  </a:lnTo>
                  <a:lnTo>
                    <a:pt x="69620" y="101219"/>
                  </a:lnTo>
                  <a:lnTo>
                    <a:pt x="70636" y="103759"/>
                  </a:lnTo>
                  <a:lnTo>
                    <a:pt x="70636" y="109347"/>
                  </a:lnTo>
                  <a:lnTo>
                    <a:pt x="70354" y="110616"/>
                  </a:lnTo>
                  <a:lnTo>
                    <a:pt x="70269" y="110998"/>
                  </a:lnTo>
                  <a:lnTo>
                    <a:pt x="70213" y="111251"/>
                  </a:lnTo>
                  <a:lnTo>
                    <a:pt x="70128" y="111633"/>
                  </a:lnTo>
                  <a:lnTo>
                    <a:pt x="68985" y="113537"/>
                  </a:lnTo>
                  <a:lnTo>
                    <a:pt x="67969" y="115570"/>
                  </a:lnTo>
                  <a:lnTo>
                    <a:pt x="56793" y="121412"/>
                  </a:lnTo>
                  <a:lnTo>
                    <a:pt x="53872" y="122174"/>
                  </a:lnTo>
                  <a:lnTo>
                    <a:pt x="50697" y="122427"/>
                  </a:lnTo>
                  <a:lnTo>
                    <a:pt x="106492" y="122427"/>
                  </a:lnTo>
                  <a:lnTo>
                    <a:pt x="108863" y="117983"/>
                  </a:lnTo>
                  <a:lnTo>
                    <a:pt x="110214" y="112013"/>
                  </a:lnTo>
                  <a:lnTo>
                    <a:pt x="110301" y="111633"/>
                  </a:lnTo>
                  <a:lnTo>
                    <a:pt x="110387" y="97662"/>
                  </a:lnTo>
                  <a:lnTo>
                    <a:pt x="109371" y="92456"/>
                  </a:lnTo>
                  <a:lnTo>
                    <a:pt x="79145" y="64515"/>
                  </a:lnTo>
                  <a:lnTo>
                    <a:pt x="57555" y="56896"/>
                  </a:lnTo>
                  <a:lnTo>
                    <a:pt x="53745" y="55499"/>
                  </a:lnTo>
                  <a:lnTo>
                    <a:pt x="50316" y="53848"/>
                  </a:lnTo>
                  <a:lnTo>
                    <a:pt x="47014" y="52324"/>
                  </a:lnTo>
                  <a:lnTo>
                    <a:pt x="44347" y="50419"/>
                  </a:lnTo>
                  <a:lnTo>
                    <a:pt x="40156" y="46227"/>
                  </a:lnTo>
                  <a:lnTo>
                    <a:pt x="39140" y="43687"/>
                  </a:lnTo>
                  <a:lnTo>
                    <a:pt x="39140" y="38608"/>
                  </a:lnTo>
                  <a:lnTo>
                    <a:pt x="39648" y="36829"/>
                  </a:lnTo>
                  <a:lnTo>
                    <a:pt x="40537" y="35051"/>
                  </a:lnTo>
                  <a:lnTo>
                    <a:pt x="41299" y="33274"/>
                  </a:lnTo>
                  <a:lnTo>
                    <a:pt x="51078" y="27559"/>
                  </a:lnTo>
                  <a:lnTo>
                    <a:pt x="53745" y="26797"/>
                  </a:lnTo>
                  <a:lnTo>
                    <a:pt x="56920" y="26543"/>
                  </a:lnTo>
                  <a:lnTo>
                    <a:pt x="102259" y="26543"/>
                  </a:lnTo>
                  <a:lnTo>
                    <a:pt x="102259" y="19050"/>
                  </a:lnTo>
                  <a:lnTo>
                    <a:pt x="102005" y="17525"/>
                  </a:lnTo>
                  <a:lnTo>
                    <a:pt x="101839" y="15621"/>
                  </a:lnTo>
                  <a:lnTo>
                    <a:pt x="101751" y="14604"/>
                  </a:lnTo>
                  <a:lnTo>
                    <a:pt x="101243" y="12573"/>
                  </a:lnTo>
                  <a:lnTo>
                    <a:pt x="101061" y="11937"/>
                  </a:lnTo>
                  <a:lnTo>
                    <a:pt x="100989" y="11684"/>
                  </a:lnTo>
                  <a:lnTo>
                    <a:pt x="100481" y="10922"/>
                  </a:lnTo>
                  <a:lnTo>
                    <a:pt x="100100" y="10160"/>
                  </a:lnTo>
                  <a:lnTo>
                    <a:pt x="99338" y="9398"/>
                  </a:lnTo>
                  <a:lnTo>
                    <a:pt x="98322" y="8762"/>
                  </a:lnTo>
                  <a:lnTo>
                    <a:pt x="97475" y="8127"/>
                  </a:lnTo>
                  <a:lnTo>
                    <a:pt x="95528" y="7112"/>
                  </a:lnTo>
                  <a:lnTo>
                    <a:pt x="93242" y="6096"/>
                  </a:lnTo>
                  <a:lnTo>
                    <a:pt x="90829" y="4952"/>
                  </a:lnTo>
                  <a:lnTo>
                    <a:pt x="87908" y="4063"/>
                  </a:lnTo>
                  <a:lnTo>
                    <a:pt x="80923" y="2286"/>
                  </a:lnTo>
                  <a:lnTo>
                    <a:pt x="77113" y="1524"/>
                  </a:lnTo>
                  <a:lnTo>
                    <a:pt x="68604" y="253"/>
                  </a:lnTo>
                  <a:lnTo>
                    <a:pt x="64159" y="0"/>
                  </a:lnTo>
                  <a:close/>
                </a:path>
                <a:path w="400685" h="149860">
                  <a:moveTo>
                    <a:pt x="102259" y="26543"/>
                  </a:moveTo>
                  <a:lnTo>
                    <a:pt x="65810" y="26543"/>
                  </a:lnTo>
                  <a:lnTo>
                    <a:pt x="70382" y="27050"/>
                  </a:lnTo>
                  <a:lnTo>
                    <a:pt x="78905" y="29210"/>
                  </a:lnTo>
                  <a:lnTo>
                    <a:pt x="82066" y="30225"/>
                  </a:lnTo>
                  <a:lnTo>
                    <a:pt x="85431" y="31496"/>
                  </a:lnTo>
                  <a:lnTo>
                    <a:pt x="90829" y="33654"/>
                  </a:lnTo>
                  <a:lnTo>
                    <a:pt x="92861" y="34798"/>
                  </a:lnTo>
                  <a:lnTo>
                    <a:pt x="94893" y="35813"/>
                  </a:lnTo>
                  <a:lnTo>
                    <a:pt x="96417" y="36322"/>
                  </a:lnTo>
                  <a:lnTo>
                    <a:pt x="98872" y="36322"/>
                  </a:lnTo>
                  <a:lnTo>
                    <a:pt x="102005" y="29718"/>
                  </a:lnTo>
                  <a:lnTo>
                    <a:pt x="102239" y="28194"/>
                  </a:lnTo>
                  <a:lnTo>
                    <a:pt x="102259" y="26543"/>
                  </a:lnTo>
                  <a:close/>
                </a:path>
                <a:path w="400685" h="149860">
                  <a:moveTo>
                    <a:pt x="206526" y="0"/>
                  </a:moveTo>
                  <a:lnTo>
                    <a:pt x="168869" y="8127"/>
                  </a:lnTo>
                  <a:lnTo>
                    <a:pt x="140528" y="37590"/>
                  </a:lnTo>
                  <a:lnTo>
                    <a:pt x="133027" y="85353"/>
                  </a:lnTo>
                  <a:lnTo>
                    <a:pt x="133898" y="93773"/>
                  </a:lnTo>
                  <a:lnTo>
                    <a:pt x="150714" y="130301"/>
                  </a:lnTo>
                  <a:lnTo>
                    <a:pt x="191937" y="148605"/>
                  </a:lnTo>
                  <a:lnTo>
                    <a:pt x="210082" y="149733"/>
                  </a:lnTo>
                  <a:lnTo>
                    <a:pt x="217194" y="149733"/>
                  </a:lnTo>
                  <a:lnTo>
                    <a:pt x="222207" y="149449"/>
                  </a:lnTo>
                  <a:lnTo>
                    <a:pt x="223237" y="149449"/>
                  </a:lnTo>
                  <a:lnTo>
                    <a:pt x="258850" y="141986"/>
                  </a:lnTo>
                  <a:lnTo>
                    <a:pt x="262025" y="140843"/>
                  </a:lnTo>
                  <a:lnTo>
                    <a:pt x="263930" y="139826"/>
                  </a:lnTo>
                  <a:lnTo>
                    <a:pt x="264692" y="139191"/>
                  </a:lnTo>
                  <a:lnTo>
                    <a:pt x="265327" y="138429"/>
                  </a:lnTo>
                  <a:lnTo>
                    <a:pt x="265962" y="137795"/>
                  </a:lnTo>
                  <a:lnTo>
                    <a:pt x="266724" y="136271"/>
                  </a:lnTo>
                  <a:lnTo>
                    <a:pt x="267105" y="135382"/>
                  </a:lnTo>
                  <a:lnTo>
                    <a:pt x="267359" y="134238"/>
                  </a:lnTo>
                  <a:lnTo>
                    <a:pt x="267486" y="133096"/>
                  </a:lnTo>
                  <a:lnTo>
                    <a:pt x="267740" y="131825"/>
                  </a:lnTo>
                  <a:lnTo>
                    <a:pt x="267867" y="130301"/>
                  </a:lnTo>
                  <a:lnTo>
                    <a:pt x="267867" y="121412"/>
                  </a:lnTo>
                  <a:lnTo>
                    <a:pt x="206780" y="121412"/>
                  </a:lnTo>
                  <a:lnTo>
                    <a:pt x="200684" y="120650"/>
                  </a:lnTo>
                  <a:lnTo>
                    <a:pt x="195731" y="118872"/>
                  </a:lnTo>
                  <a:lnTo>
                    <a:pt x="190651" y="117221"/>
                  </a:lnTo>
                  <a:lnTo>
                    <a:pt x="186587" y="114808"/>
                  </a:lnTo>
                  <a:lnTo>
                    <a:pt x="183412" y="111506"/>
                  </a:lnTo>
                  <a:lnTo>
                    <a:pt x="180237" y="108331"/>
                  </a:lnTo>
                  <a:lnTo>
                    <a:pt x="177824" y="104394"/>
                  </a:lnTo>
                  <a:lnTo>
                    <a:pt x="176427" y="99822"/>
                  </a:lnTo>
                  <a:lnTo>
                    <a:pt x="174903" y="95123"/>
                  </a:lnTo>
                  <a:lnTo>
                    <a:pt x="174268" y="90043"/>
                  </a:lnTo>
                  <a:lnTo>
                    <a:pt x="174268" y="84327"/>
                  </a:lnTo>
                  <a:lnTo>
                    <a:pt x="266216" y="84327"/>
                  </a:lnTo>
                  <a:lnTo>
                    <a:pt x="269264" y="83312"/>
                  </a:lnTo>
                  <a:lnTo>
                    <a:pt x="271423" y="81152"/>
                  </a:lnTo>
                  <a:lnTo>
                    <a:pt x="273709" y="78994"/>
                  </a:lnTo>
                  <a:lnTo>
                    <a:pt x="274725" y="75564"/>
                  </a:lnTo>
                  <a:lnTo>
                    <a:pt x="274725" y="65024"/>
                  </a:lnTo>
                  <a:lnTo>
                    <a:pt x="274561" y="60325"/>
                  </a:lnTo>
                  <a:lnTo>
                    <a:pt x="174268" y="60325"/>
                  </a:lnTo>
                  <a:lnTo>
                    <a:pt x="174395" y="55625"/>
                  </a:lnTo>
                  <a:lnTo>
                    <a:pt x="175062" y="51734"/>
                  </a:lnTo>
                  <a:lnTo>
                    <a:pt x="175157" y="51181"/>
                  </a:lnTo>
                  <a:lnTo>
                    <a:pt x="177951" y="43052"/>
                  </a:lnTo>
                  <a:lnTo>
                    <a:pt x="179856" y="39370"/>
                  </a:lnTo>
                  <a:lnTo>
                    <a:pt x="182396" y="36449"/>
                  </a:lnTo>
                  <a:lnTo>
                    <a:pt x="184936" y="33400"/>
                  </a:lnTo>
                  <a:lnTo>
                    <a:pt x="188111" y="30987"/>
                  </a:lnTo>
                  <a:lnTo>
                    <a:pt x="191921" y="29210"/>
                  </a:lnTo>
                  <a:lnTo>
                    <a:pt x="195858" y="27432"/>
                  </a:lnTo>
                  <a:lnTo>
                    <a:pt x="200303" y="26543"/>
                  </a:lnTo>
                  <a:lnTo>
                    <a:pt x="265463" y="26543"/>
                  </a:lnTo>
                  <a:lnTo>
                    <a:pt x="264184" y="24384"/>
                  </a:lnTo>
                  <a:lnTo>
                    <a:pt x="230779" y="2786"/>
                  </a:lnTo>
                  <a:lnTo>
                    <a:pt x="223734" y="1317"/>
                  </a:lnTo>
                  <a:lnTo>
                    <a:pt x="224045" y="1317"/>
                  </a:lnTo>
                  <a:lnTo>
                    <a:pt x="215451" y="331"/>
                  </a:lnTo>
                  <a:lnTo>
                    <a:pt x="215877" y="331"/>
                  </a:lnTo>
                  <a:lnTo>
                    <a:pt x="206526" y="0"/>
                  </a:lnTo>
                  <a:close/>
                </a:path>
                <a:path w="400685" h="149860">
                  <a:moveTo>
                    <a:pt x="264565" y="112522"/>
                  </a:moveTo>
                  <a:lnTo>
                    <a:pt x="260628" y="112522"/>
                  </a:lnTo>
                  <a:lnTo>
                    <a:pt x="259104" y="112902"/>
                  </a:lnTo>
                  <a:lnTo>
                    <a:pt x="256437" y="113791"/>
                  </a:lnTo>
                  <a:lnTo>
                    <a:pt x="250595" y="115824"/>
                  </a:lnTo>
                  <a:lnTo>
                    <a:pt x="242721" y="118110"/>
                  </a:lnTo>
                  <a:lnTo>
                    <a:pt x="238022" y="119125"/>
                  </a:lnTo>
                  <a:lnTo>
                    <a:pt x="231894" y="120141"/>
                  </a:lnTo>
                  <a:lnTo>
                    <a:pt x="227227" y="121031"/>
                  </a:lnTo>
                  <a:lnTo>
                    <a:pt x="220877" y="121412"/>
                  </a:lnTo>
                  <a:lnTo>
                    <a:pt x="267867" y="121412"/>
                  </a:lnTo>
                  <a:lnTo>
                    <a:pt x="265835" y="113284"/>
                  </a:lnTo>
                  <a:lnTo>
                    <a:pt x="264565" y="112522"/>
                  </a:lnTo>
                  <a:close/>
                </a:path>
                <a:path w="400685" h="149860">
                  <a:moveTo>
                    <a:pt x="265463" y="26543"/>
                  </a:moveTo>
                  <a:lnTo>
                    <a:pt x="215797" y="26543"/>
                  </a:lnTo>
                  <a:lnTo>
                    <a:pt x="223417" y="29463"/>
                  </a:lnTo>
                  <a:lnTo>
                    <a:pt x="228370" y="35560"/>
                  </a:lnTo>
                  <a:lnTo>
                    <a:pt x="231513" y="40465"/>
                  </a:lnTo>
                  <a:lnTo>
                    <a:pt x="233704" y="46227"/>
                  </a:lnTo>
                  <a:lnTo>
                    <a:pt x="234942" y="52847"/>
                  </a:lnTo>
                  <a:lnTo>
                    <a:pt x="235048" y="55625"/>
                  </a:lnTo>
                  <a:lnTo>
                    <a:pt x="235146" y="58189"/>
                  </a:lnTo>
                  <a:lnTo>
                    <a:pt x="235228" y="60325"/>
                  </a:lnTo>
                  <a:lnTo>
                    <a:pt x="274561" y="60325"/>
                  </a:lnTo>
                  <a:lnTo>
                    <a:pt x="274487" y="58189"/>
                  </a:lnTo>
                  <a:lnTo>
                    <a:pt x="273908" y="52847"/>
                  </a:lnTo>
                  <a:lnTo>
                    <a:pt x="273788" y="51734"/>
                  </a:lnTo>
                  <a:lnTo>
                    <a:pt x="272582" y="45235"/>
                  </a:lnTo>
                  <a:lnTo>
                    <a:pt x="270984" y="39370"/>
                  </a:lnTo>
                  <a:lnTo>
                    <a:pt x="270915" y="39115"/>
                  </a:lnTo>
                  <a:lnTo>
                    <a:pt x="268264" y="31289"/>
                  </a:lnTo>
                  <a:lnTo>
                    <a:pt x="265463" y="26543"/>
                  </a:lnTo>
                  <a:close/>
                </a:path>
                <a:path w="400685" h="149860">
                  <a:moveTo>
                    <a:pt x="331113" y="2666"/>
                  </a:moveTo>
                  <a:lnTo>
                    <a:pt x="318667" y="2666"/>
                  </a:lnTo>
                  <a:lnTo>
                    <a:pt x="314222" y="3175"/>
                  </a:lnTo>
                  <a:lnTo>
                    <a:pt x="307237" y="7620"/>
                  </a:lnTo>
                  <a:lnTo>
                    <a:pt x="307237" y="142239"/>
                  </a:lnTo>
                  <a:lnTo>
                    <a:pt x="307491" y="143128"/>
                  </a:lnTo>
                  <a:lnTo>
                    <a:pt x="308253" y="143890"/>
                  </a:lnTo>
                  <a:lnTo>
                    <a:pt x="308888" y="144652"/>
                  </a:lnTo>
                  <a:lnTo>
                    <a:pt x="309904" y="145161"/>
                  </a:lnTo>
                  <a:lnTo>
                    <a:pt x="311555" y="145669"/>
                  </a:lnTo>
                  <a:lnTo>
                    <a:pt x="313079" y="146176"/>
                  </a:lnTo>
                  <a:lnTo>
                    <a:pt x="315238" y="146558"/>
                  </a:lnTo>
                  <a:lnTo>
                    <a:pt x="320318" y="147065"/>
                  </a:lnTo>
                  <a:lnTo>
                    <a:pt x="323620" y="147193"/>
                  </a:lnTo>
                  <a:lnTo>
                    <a:pt x="331621" y="147193"/>
                  </a:lnTo>
                  <a:lnTo>
                    <a:pt x="348131" y="142239"/>
                  </a:lnTo>
                  <a:lnTo>
                    <a:pt x="348131" y="58547"/>
                  </a:lnTo>
                  <a:lnTo>
                    <a:pt x="351179" y="54101"/>
                  </a:lnTo>
                  <a:lnTo>
                    <a:pt x="353973" y="50419"/>
                  </a:lnTo>
                  <a:lnTo>
                    <a:pt x="356640" y="47498"/>
                  </a:lnTo>
                  <a:lnTo>
                    <a:pt x="359307" y="44450"/>
                  </a:lnTo>
                  <a:lnTo>
                    <a:pt x="361847" y="42163"/>
                  </a:lnTo>
                  <a:lnTo>
                    <a:pt x="366673" y="38608"/>
                  </a:lnTo>
                  <a:lnTo>
                    <a:pt x="369086" y="37211"/>
                  </a:lnTo>
                  <a:lnTo>
                    <a:pt x="371245" y="36449"/>
                  </a:lnTo>
                  <a:lnTo>
                    <a:pt x="373204" y="35687"/>
                  </a:lnTo>
                  <a:lnTo>
                    <a:pt x="372769" y="35687"/>
                  </a:lnTo>
                  <a:lnTo>
                    <a:pt x="375817" y="35178"/>
                  </a:lnTo>
                  <a:lnTo>
                    <a:pt x="398839" y="35178"/>
                  </a:lnTo>
                  <a:lnTo>
                    <a:pt x="398931" y="34925"/>
                  </a:lnTo>
                  <a:lnTo>
                    <a:pt x="399312" y="33654"/>
                  </a:lnTo>
                  <a:lnTo>
                    <a:pt x="399693" y="31876"/>
                  </a:lnTo>
                  <a:lnTo>
                    <a:pt x="399820" y="29590"/>
                  </a:lnTo>
                  <a:lnTo>
                    <a:pt x="400074" y="27304"/>
                  </a:lnTo>
                  <a:lnTo>
                    <a:pt x="400119" y="25019"/>
                  </a:lnTo>
                  <a:lnTo>
                    <a:pt x="342162" y="25019"/>
                  </a:lnTo>
                  <a:lnTo>
                    <a:pt x="342162" y="7620"/>
                  </a:lnTo>
                  <a:lnTo>
                    <a:pt x="335558" y="3175"/>
                  </a:lnTo>
                  <a:lnTo>
                    <a:pt x="331113" y="2666"/>
                  </a:lnTo>
                  <a:close/>
                </a:path>
                <a:path w="400685" h="149860">
                  <a:moveTo>
                    <a:pt x="398839" y="35178"/>
                  </a:moveTo>
                  <a:lnTo>
                    <a:pt x="380008" y="35178"/>
                  </a:lnTo>
                  <a:lnTo>
                    <a:pt x="381913" y="35306"/>
                  </a:lnTo>
                  <a:lnTo>
                    <a:pt x="383437" y="35687"/>
                  </a:lnTo>
                  <a:lnTo>
                    <a:pt x="385088" y="35940"/>
                  </a:lnTo>
                  <a:lnTo>
                    <a:pt x="387035" y="36449"/>
                  </a:lnTo>
                  <a:lnTo>
                    <a:pt x="387882" y="36702"/>
                  </a:lnTo>
                  <a:lnTo>
                    <a:pt x="389279" y="37211"/>
                  </a:lnTo>
                  <a:lnTo>
                    <a:pt x="390549" y="37591"/>
                  </a:lnTo>
                  <a:lnTo>
                    <a:pt x="391565" y="37846"/>
                  </a:lnTo>
                  <a:lnTo>
                    <a:pt x="392708" y="38226"/>
                  </a:lnTo>
                  <a:lnTo>
                    <a:pt x="396306" y="38226"/>
                  </a:lnTo>
                  <a:lnTo>
                    <a:pt x="398792" y="35306"/>
                  </a:lnTo>
                  <a:lnTo>
                    <a:pt x="398839" y="35178"/>
                  </a:lnTo>
                  <a:close/>
                </a:path>
                <a:path w="400685" h="149860">
                  <a:moveTo>
                    <a:pt x="383437" y="126"/>
                  </a:moveTo>
                  <a:lnTo>
                    <a:pt x="376494" y="126"/>
                  </a:lnTo>
                  <a:lnTo>
                    <a:pt x="374547" y="381"/>
                  </a:lnTo>
                  <a:lnTo>
                    <a:pt x="342162" y="25019"/>
                  </a:lnTo>
                  <a:lnTo>
                    <a:pt x="400119" y="25019"/>
                  </a:lnTo>
                  <a:lnTo>
                    <a:pt x="400074" y="12319"/>
                  </a:lnTo>
                  <a:lnTo>
                    <a:pt x="399947" y="10287"/>
                  </a:lnTo>
                  <a:lnTo>
                    <a:pt x="399820" y="9525"/>
                  </a:lnTo>
                  <a:lnTo>
                    <a:pt x="399693" y="8762"/>
                  </a:lnTo>
                  <a:lnTo>
                    <a:pt x="399566" y="7620"/>
                  </a:lnTo>
                  <a:lnTo>
                    <a:pt x="399407" y="6985"/>
                  </a:lnTo>
                  <a:lnTo>
                    <a:pt x="399312" y="6603"/>
                  </a:lnTo>
                  <a:lnTo>
                    <a:pt x="399058" y="5841"/>
                  </a:lnTo>
                  <a:lnTo>
                    <a:pt x="398550" y="4572"/>
                  </a:lnTo>
                  <a:lnTo>
                    <a:pt x="397534" y="3556"/>
                  </a:lnTo>
                  <a:lnTo>
                    <a:pt x="397058" y="3175"/>
                  </a:lnTo>
                  <a:lnTo>
                    <a:pt x="397195" y="3175"/>
                  </a:lnTo>
                  <a:lnTo>
                    <a:pt x="396010" y="2666"/>
                  </a:lnTo>
                  <a:lnTo>
                    <a:pt x="394613" y="2159"/>
                  </a:lnTo>
                  <a:lnTo>
                    <a:pt x="393766" y="1904"/>
                  </a:lnTo>
                  <a:lnTo>
                    <a:pt x="391819" y="1270"/>
                  </a:lnTo>
                  <a:lnTo>
                    <a:pt x="390168" y="1015"/>
                  </a:lnTo>
                  <a:lnTo>
                    <a:pt x="388390" y="635"/>
                  </a:lnTo>
                  <a:lnTo>
                    <a:pt x="386739" y="381"/>
                  </a:lnTo>
                  <a:lnTo>
                    <a:pt x="383437" y="126"/>
                  </a:lnTo>
                  <a:close/>
                </a:path>
              </a:pathLst>
            </a:custGeom>
            <a:solidFill>
              <a:srgbClr val="00C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301237" y="2414142"/>
              <a:ext cx="1242567" cy="210566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544093" y="3045205"/>
              <a:ext cx="324485" cy="177165"/>
            </a:xfrm>
            <a:custGeom>
              <a:avLst/>
              <a:gdLst/>
              <a:ahLst/>
              <a:cxnLst/>
              <a:rect l="l" t="t" r="r" b="b"/>
              <a:pathLst>
                <a:path w="324484" h="177164">
                  <a:moveTo>
                    <a:pt x="26035" y="144907"/>
                  </a:moveTo>
                  <a:lnTo>
                    <a:pt x="15798" y="144907"/>
                  </a:lnTo>
                  <a:lnTo>
                    <a:pt x="17145" y="145161"/>
                  </a:lnTo>
                  <a:lnTo>
                    <a:pt x="24701" y="145161"/>
                  </a:lnTo>
                  <a:lnTo>
                    <a:pt x="26035" y="144907"/>
                  </a:lnTo>
                  <a:close/>
                </a:path>
                <a:path w="324484" h="177164">
                  <a:moveTo>
                    <a:pt x="29689" y="144145"/>
                  </a:moveTo>
                  <a:lnTo>
                    <a:pt x="12239" y="144145"/>
                  </a:lnTo>
                  <a:lnTo>
                    <a:pt x="14582" y="144907"/>
                  </a:lnTo>
                  <a:lnTo>
                    <a:pt x="27231" y="144907"/>
                  </a:lnTo>
                  <a:lnTo>
                    <a:pt x="29689" y="144145"/>
                  </a:lnTo>
                  <a:close/>
                </a:path>
                <a:path w="324484" h="177164">
                  <a:moveTo>
                    <a:pt x="106299" y="143637"/>
                  </a:moveTo>
                  <a:lnTo>
                    <a:pt x="105719" y="143637"/>
                  </a:lnTo>
                  <a:lnTo>
                    <a:pt x="111222" y="144907"/>
                  </a:lnTo>
                  <a:lnTo>
                    <a:pt x="122339" y="144907"/>
                  </a:lnTo>
                  <a:lnTo>
                    <a:pt x="125641" y="144145"/>
                  </a:lnTo>
                  <a:lnTo>
                    <a:pt x="107340" y="144145"/>
                  </a:lnTo>
                  <a:lnTo>
                    <a:pt x="106299" y="143637"/>
                  </a:lnTo>
                  <a:close/>
                </a:path>
                <a:path w="324484" h="177164">
                  <a:moveTo>
                    <a:pt x="34736" y="381"/>
                  </a:moveTo>
                  <a:lnTo>
                    <a:pt x="16286" y="381"/>
                  </a:lnTo>
                  <a:lnTo>
                    <a:pt x="15074" y="762"/>
                  </a:lnTo>
                  <a:lnTo>
                    <a:pt x="11353" y="3302"/>
                  </a:lnTo>
                  <a:lnTo>
                    <a:pt x="10426" y="5334"/>
                  </a:lnTo>
                  <a:lnTo>
                    <a:pt x="10467" y="142240"/>
                  </a:lnTo>
                  <a:lnTo>
                    <a:pt x="10591" y="142621"/>
                  </a:lnTo>
                  <a:lnTo>
                    <a:pt x="11290" y="143637"/>
                  </a:lnTo>
                  <a:lnTo>
                    <a:pt x="12035" y="144145"/>
                  </a:lnTo>
                  <a:lnTo>
                    <a:pt x="29904" y="144145"/>
                  </a:lnTo>
                  <a:lnTo>
                    <a:pt x="31299" y="30353"/>
                  </a:lnTo>
                  <a:lnTo>
                    <a:pt x="31051" y="21463"/>
                  </a:lnTo>
                  <a:lnTo>
                    <a:pt x="53603" y="21463"/>
                  </a:lnTo>
                  <a:lnTo>
                    <a:pt x="40271" y="2540"/>
                  </a:lnTo>
                  <a:lnTo>
                    <a:pt x="38963" y="1651"/>
                  </a:lnTo>
                  <a:lnTo>
                    <a:pt x="37477" y="1016"/>
                  </a:lnTo>
                  <a:lnTo>
                    <a:pt x="34736" y="381"/>
                  </a:lnTo>
                  <a:close/>
                </a:path>
                <a:path w="324484" h="177164">
                  <a:moveTo>
                    <a:pt x="53603" y="21463"/>
                  </a:moveTo>
                  <a:lnTo>
                    <a:pt x="31292" y="21463"/>
                  </a:lnTo>
                  <a:lnTo>
                    <a:pt x="33515" y="25781"/>
                  </a:lnTo>
                  <a:lnTo>
                    <a:pt x="35915" y="30353"/>
                  </a:lnTo>
                  <a:lnTo>
                    <a:pt x="38481" y="34925"/>
                  </a:lnTo>
                  <a:lnTo>
                    <a:pt x="41059" y="39624"/>
                  </a:lnTo>
                  <a:lnTo>
                    <a:pt x="43611" y="44069"/>
                  </a:lnTo>
                  <a:lnTo>
                    <a:pt x="46151" y="48260"/>
                  </a:lnTo>
                  <a:lnTo>
                    <a:pt x="94615" y="130429"/>
                  </a:lnTo>
                  <a:lnTo>
                    <a:pt x="103771" y="141986"/>
                  </a:lnTo>
                  <a:lnTo>
                    <a:pt x="105257" y="143129"/>
                  </a:lnTo>
                  <a:lnTo>
                    <a:pt x="107340" y="144145"/>
                  </a:lnTo>
                  <a:lnTo>
                    <a:pt x="125641" y="144145"/>
                  </a:lnTo>
                  <a:lnTo>
                    <a:pt x="129679" y="140335"/>
                  </a:lnTo>
                  <a:lnTo>
                    <a:pt x="130168" y="139446"/>
                  </a:lnTo>
                  <a:lnTo>
                    <a:pt x="130505" y="138049"/>
                  </a:lnTo>
                  <a:lnTo>
                    <a:pt x="130505" y="118364"/>
                  </a:lnTo>
                  <a:lnTo>
                    <a:pt x="109639" y="118364"/>
                  </a:lnTo>
                  <a:lnTo>
                    <a:pt x="107734" y="114935"/>
                  </a:lnTo>
                  <a:lnTo>
                    <a:pt x="105816" y="111379"/>
                  </a:lnTo>
                  <a:lnTo>
                    <a:pt x="101942" y="104521"/>
                  </a:lnTo>
                  <a:lnTo>
                    <a:pt x="99987" y="100965"/>
                  </a:lnTo>
                  <a:lnTo>
                    <a:pt x="93967" y="90170"/>
                  </a:lnTo>
                  <a:lnTo>
                    <a:pt x="89700" y="82804"/>
                  </a:lnTo>
                  <a:lnTo>
                    <a:pt x="87477" y="79121"/>
                  </a:lnTo>
                  <a:lnTo>
                    <a:pt x="85191" y="75184"/>
                  </a:lnTo>
                  <a:lnTo>
                    <a:pt x="53603" y="21463"/>
                  </a:lnTo>
                  <a:close/>
                </a:path>
                <a:path w="324484" h="177164">
                  <a:moveTo>
                    <a:pt x="125895" y="0"/>
                  </a:moveTo>
                  <a:lnTo>
                    <a:pt x="114090" y="0"/>
                  </a:lnTo>
                  <a:lnTo>
                    <a:pt x="112471" y="381"/>
                  </a:lnTo>
                  <a:lnTo>
                    <a:pt x="111658" y="762"/>
                  </a:lnTo>
                  <a:lnTo>
                    <a:pt x="110832" y="1016"/>
                  </a:lnTo>
                  <a:lnTo>
                    <a:pt x="110248" y="1397"/>
                  </a:lnTo>
                  <a:lnTo>
                    <a:pt x="109905" y="1905"/>
                  </a:lnTo>
                  <a:lnTo>
                    <a:pt x="109562" y="2286"/>
                  </a:lnTo>
                  <a:lnTo>
                    <a:pt x="109639" y="118364"/>
                  </a:lnTo>
                  <a:lnTo>
                    <a:pt x="130505" y="118364"/>
                  </a:lnTo>
                  <a:lnTo>
                    <a:pt x="130422" y="2540"/>
                  </a:lnTo>
                  <a:lnTo>
                    <a:pt x="130340" y="2286"/>
                  </a:lnTo>
                  <a:lnTo>
                    <a:pt x="129984" y="1905"/>
                  </a:lnTo>
                  <a:lnTo>
                    <a:pt x="129641" y="1397"/>
                  </a:lnTo>
                  <a:lnTo>
                    <a:pt x="129082" y="1016"/>
                  </a:lnTo>
                  <a:lnTo>
                    <a:pt x="128308" y="762"/>
                  </a:lnTo>
                  <a:lnTo>
                    <a:pt x="127533" y="381"/>
                  </a:lnTo>
                  <a:lnTo>
                    <a:pt x="125895" y="0"/>
                  </a:lnTo>
                  <a:close/>
                </a:path>
                <a:path w="324484" h="177164">
                  <a:moveTo>
                    <a:pt x="17498" y="0"/>
                  </a:moveTo>
                  <a:lnTo>
                    <a:pt x="0" y="0"/>
                  </a:lnTo>
                  <a:lnTo>
                    <a:pt x="51282" y="381"/>
                  </a:lnTo>
                  <a:lnTo>
                    <a:pt x="16286" y="381"/>
                  </a:lnTo>
                  <a:lnTo>
                    <a:pt x="17498" y="0"/>
                  </a:lnTo>
                  <a:close/>
                </a:path>
                <a:path w="324484" h="177164">
                  <a:moveTo>
                    <a:pt x="227342" y="36195"/>
                  </a:moveTo>
                  <a:lnTo>
                    <a:pt x="208838" y="36195"/>
                  </a:lnTo>
                  <a:lnTo>
                    <a:pt x="200621" y="37592"/>
                  </a:lnTo>
                  <a:lnTo>
                    <a:pt x="167728" y="62865"/>
                  </a:lnTo>
                  <a:lnTo>
                    <a:pt x="165404" y="69850"/>
                  </a:lnTo>
                  <a:lnTo>
                    <a:pt x="163068" y="76708"/>
                  </a:lnTo>
                  <a:lnTo>
                    <a:pt x="161899" y="84201"/>
                  </a:lnTo>
                  <a:lnTo>
                    <a:pt x="161899" y="100838"/>
                  </a:lnTo>
                  <a:lnTo>
                    <a:pt x="179781" y="136906"/>
                  </a:lnTo>
                  <a:lnTo>
                    <a:pt x="206844" y="146685"/>
                  </a:lnTo>
                  <a:lnTo>
                    <a:pt x="225259" y="146685"/>
                  </a:lnTo>
                  <a:lnTo>
                    <a:pt x="232718" y="145415"/>
                  </a:lnTo>
                  <a:lnTo>
                    <a:pt x="233142" y="145415"/>
                  </a:lnTo>
                  <a:lnTo>
                    <a:pt x="247624" y="139700"/>
                  </a:lnTo>
                  <a:lnTo>
                    <a:pt x="253517" y="135763"/>
                  </a:lnTo>
                  <a:lnTo>
                    <a:pt x="257860" y="131191"/>
                  </a:lnTo>
                  <a:lnTo>
                    <a:pt x="210439" y="131191"/>
                  </a:lnTo>
                  <a:lnTo>
                    <a:pt x="205596" y="130175"/>
                  </a:lnTo>
                  <a:lnTo>
                    <a:pt x="205248" y="130175"/>
                  </a:lnTo>
                  <a:lnTo>
                    <a:pt x="200609" y="127889"/>
                  </a:lnTo>
                  <a:lnTo>
                    <a:pt x="196240" y="125857"/>
                  </a:lnTo>
                  <a:lnTo>
                    <a:pt x="182892" y="85471"/>
                  </a:lnTo>
                  <a:lnTo>
                    <a:pt x="183464" y="81026"/>
                  </a:lnTo>
                  <a:lnTo>
                    <a:pt x="201917" y="54610"/>
                  </a:lnTo>
                  <a:lnTo>
                    <a:pt x="205977" y="52705"/>
                  </a:lnTo>
                  <a:lnTo>
                    <a:pt x="205507" y="52705"/>
                  </a:lnTo>
                  <a:lnTo>
                    <a:pt x="211429" y="51689"/>
                  </a:lnTo>
                  <a:lnTo>
                    <a:pt x="259869" y="51689"/>
                  </a:lnTo>
                  <a:lnTo>
                    <a:pt x="254393" y="45974"/>
                  </a:lnTo>
                  <a:lnTo>
                    <a:pt x="248767" y="42418"/>
                  </a:lnTo>
                  <a:lnTo>
                    <a:pt x="242011" y="39878"/>
                  </a:lnTo>
                  <a:lnTo>
                    <a:pt x="235622" y="37592"/>
                  </a:lnTo>
                  <a:lnTo>
                    <a:pt x="236059" y="37592"/>
                  </a:lnTo>
                  <a:lnTo>
                    <a:pt x="227342" y="36195"/>
                  </a:lnTo>
                  <a:close/>
                </a:path>
                <a:path w="324484" h="177164">
                  <a:moveTo>
                    <a:pt x="259869" y="51689"/>
                  </a:moveTo>
                  <a:lnTo>
                    <a:pt x="223989" y="51689"/>
                  </a:lnTo>
                  <a:lnTo>
                    <a:pt x="229438" y="52705"/>
                  </a:lnTo>
                  <a:lnTo>
                    <a:pt x="233819" y="54864"/>
                  </a:lnTo>
                  <a:lnTo>
                    <a:pt x="251409" y="97409"/>
                  </a:lnTo>
                  <a:lnTo>
                    <a:pt x="250984" y="100838"/>
                  </a:lnTo>
                  <a:lnTo>
                    <a:pt x="250858" y="101854"/>
                  </a:lnTo>
                  <a:lnTo>
                    <a:pt x="250748" y="102743"/>
                  </a:lnTo>
                  <a:lnTo>
                    <a:pt x="222910" y="131191"/>
                  </a:lnTo>
                  <a:lnTo>
                    <a:pt x="257860" y="131191"/>
                  </a:lnTo>
                  <a:lnTo>
                    <a:pt x="262928" y="125857"/>
                  </a:lnTo>
                  <a:lnTo>
                    <a:pt x="266471" y="119888"/>
                  </a:lnTo>
                  <a:lnTo>
                    <a:pt x="271221" y="106172"/>
                  </a:lnTo>
                  <a:lnTo>
                    <a:pt x="272402" y="98552"/>
                  </a:lnTo>
                  <a:lnTo>
                    <a:pt x="272402" y="82042"/>
                  </a:lnTo>
                  <a:lnTo>
                    <a:pt x="271284" y="74422"/>
                  </a:lnTo>
                  <a:lnTo>
                    <a:pt x="269024" y="67691"/>
                  </a:lnTo>
                  <a:lnTo>
                    <a:pt x="266776" y="61087"/>
                  </a:lnTo>
                  <a:lnTo>
                    <a:pt x="263398" y="55372"/>
                  </a:lnTo>
                  <a:lnTo>
                    <a:pt x="259869" y="51689"/>
                  </a:lnTo>
                  <a:close/>
                </a:path>
                <a:path w="324484" h="177164">
                  <a:moveTo>
                    <a:pt x="316560" y="119634"/>
                  </a:moveTo>
                  <a:lnTo>
                    <a:pt x="308825" y="119634"/>
                  </a:lnTo>
                  <a:lnTo>
                    <a:pt x="305879" y="120142"/>
                  </a:lnTo>
                  <a:lnTo>
                    <a:pt x="301523" y="123825"/>
                  </a:lnTo>
                  <a:lnTo>
                    <a:pt x="301066" y="124968"/>
                  </a:lnTo>
                  <a:lnTo>
                    <a:pt x="300850" y="126492"/>
                  </a:lnTo>
                  <a:lnTo>
                    <a:pt x="300850" y="142875"/>
                  </a:lnTo>
                  <a:lnTo>
                    <a:pt x="284152" y="174244"/>
                  </a:lnTo>
                  <a:lnTo>
                    <a:pt x="284124" y="175514"/>
                  </a:lnTo>
                  <a:lnTo>
                    <a:pt x="284353" y="175895"/>
                  </a:lnTo>
                  <a:lnTo>
                    <a:pt x="285165" y="176403"/>
                  </a:lnTo>
                  <a:lnTo>
                    <a:pt x="285838" y="176657"/>
                  </a:lnTo>
                  <a:lnTo>
                    <a:pt x="295173" y="176657"/>
                  </a:lnTo>
                  <a:lnTo>
                    <a:pt x="296075" y="176403"/>
                  </a:lnTo>
                  <a:lnTo>
                    <a:pt x="296849" y="176149"/>
                  </a:lnTo>
                  <a:lnTo>
                    <a:pt x="297374" y="175895"/>
                  </a:lnTo>
                  <a:lnTo>
                    <a:pt x="298284" y="175514"/>
                  </a:lnTo>
                  <a:lnTo>
                    <a:pt x="299351" y="174752"/>
                  </a:lnTo>
                  <a:lnTo>
                    <a:pt x="299821" y="174244"/>
                  </a:lnTo>
                  <a:lnTo>
                    <a:pt x="300228" y="173736"/>
                  </a:lnTo>
                  <a:lnTo>
                    <a:pt x="317055" y="150749"/>
                  </a:lnTo>
                  <a:lnTo>
                    <a:pt x="318439" y="148971"/>
                  </a:lnTo>
                  <a:lnTo>
                    <a:pt x="319608" y="147193"/>
                  </a:lnTo>
                  <a:lnTo>
                    <a:pt x="320548" y="145415"/>
                  </a:lnTo>
                  <a:lnTo>
                    <a:pt x="321487" y="143764"/>
                  </a:lnTo>
                  <a:lnTo>
                    <a:pt x="322249" y="142113"/>
                  </a:lnTo>
                  <a:lnTo>
                    <a:pt x="322821" y="140335"/>
                  </a:lnTo>
                  <a:lnTo>
                    <a:pt x="323392" y="138684"/>
                  </a:lnTo>
                  <a:lnTo>
                    <a:pt x="323799" y="136906"/>
                  </a:lnTo>
                  <a:lnTo>
                    <a:pt x="324294" y="132969"/>
                  </a:lnTo>
                  <a:lnTo>
                    <a:pt x="324421" y="130810"/>
                  </a:lnTo>
                  <a:lnTo>
                    <a:pt x="324421" y="126492"/>
                  </a:lnTo>
                  <a:lnTo>
                    <a:pt x="324192" y="124968"/>
                  </a:lnTo>
                  <a:lnTo>
                    <a:pt x="323748" y="123825"/>
                  </a:lnTo>
                  <a:lnTo>
                    <a:pt x="323291" y="122555"/>
                  </a:lnTo>
                  <a:lnTo>
                    <a:pt x="322592" y="121666"/>
                  </a:lnTo>
                  <a:lnTo>
                    <a:pt x="321652" y="121031"/>
                  </a:lnTo>
                  <a:lnTo>
                    <a:pt x="320713" y="120523"/>
                  </a:lnTo>
                  <a:lnTo>
                    <a:pt x="319506" y="120142"/>
                  </a:lnTo>
                  <a:lnTo>
                    <a:pt x="316560" y="1196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05941" y="3081401"/>
              <a:ext cx="687476" cy="14884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171826" y="3034792"/>
              <a:ext cx="1114171" cy="195453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673729" y="3033267"/>
              <a:ext cx="949833" cy="1590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48449" y="3310254"/>
              <a:ext cx="844486" cy="15786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41667" y="3934586"/>
              <a:ext cx="59055" cy="13970"/>
            </a:xfrm>
            <a:custGeom>
              <a:avLst/>
              <a:gdLst/>
              <a:ahLst/>
              <a:cxnLst/>
              <a:rect l="l" t="t" r="r" b="b"/>
              <a:pathLst>
                <a:path w="59054" h="13970">
                  <a:moveTo>
                    <a:pt x="55003" y="0"/>
                  </a:moveTo>
                  <a:lnTo>
                    <a:pt x="2870" y="0"/>
                  </a:lnTo>
                  <a:lnTo>
                    <a:pt x="1790" y="507"/>
                  </a:lnTo>
                  <a:lnTo>
                    <a:pt x="355" y="2539"/>
                  </a:lnTo>
                  <a:lnTo>
                    <a:pt x="0" y="4318"/>
                  </a:lnTo>
                  <a:lnTo>
                    <a:pt x="0" y="9270"/>
                  </a:lnTo>
                  <a:lnTo>
                    <a:pt x="355" y="11049"/>
                  </a:lnTo>
                  <a:lnTo>
                    <a:pt x="1790" y="13081"/>
                  </a:lnTo>
                  <a:lnTo>
                    <a:pt x="2870" y="13588"/>
                  </a:lnTo>
                  <a:lnTo>
                    <a:pt x="55714" y="13588"/>
                  </a:lnTo>
                  <a:lnTo>
                    <a:pt x="56756" y="13081"/>
                  </a:lnTo>
                  <a:lnTo>
                    <a:pt x="58191" y="11175"/>
                  </a:lnTo>
                  <a:lnTo>
                    <a:pt x="58559" y="9398"/>
                  </a:lnTo>
                  <a:lnTo>
                    <a:pt x="58559" y="6731"/>
                  </a:lnTo>
                  <a:lnTo>
                    <a:pt x="56095" y="381"/>
                  </a:lnTo>
                  <a:lnTo>
                    <a:pt x="55575" y="126"/>
                  </a:lnTo>
                  <a:lnTo>
                    <a:pt x="5500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30478" y="3853941"/>
              <a:ext cx="674852" cy="13931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604391" y="3853434"/>
              <a:ext cx="722122" cy="139827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27070" y="3853434"/>
              <a:ext cx="856361" cy="173863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981831" y="3853434"/>
              <a:ext cx="393573" cy="139827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834351" y="4097020"/>
              <a:ext cx="365760" cy="173990"/>
            </a:xfrm>
            <a:custGeom>
              <a:avLst/>
              <a:gdLst/>
              <a:ahLst/>
              <a:cxnLst/>
              <a:rect l="l" t="t" r="r" b="b"/>
              <a:pathLst>
                <a:path w="365759" h="173989">
                  <a:moveTo>
                    <a:pt x="49631" y="51688"/>
                  </a:moveTo>
                  <a:lnTo>
                    <a:pt x="41884" y="51688"/>
                  </a:lnTo>
                  <a:lnTo>
                    <a:pt x="42710" y="51815"/>
                  </a:lnTo>
                  <a:lnTo>
                    <a:pt x="48894" y="51815"/>
                  </a:lnTo>
                  <a:lnTo>
                    <a:pt x="49631" y="51688"/>
                  </a:lnTo>
                  <a:close/>
                </a:path>
                <a:path w="365759" h="173989">
                  <a:moveTo>
                    <a:pt x="52108" y="380"/>
                  </a:moveTo>
                  <a:lnTo>
                    <a:pt x="39662" y="380"/>
                  </a:lnTo>
                  <a:lnTo>
                    <a:pt x="38976" y="761"/>
                  </a:lnTo>
                  <a:lnTo>
                    <a:pt x="38277" y="1015"/>
                  </a:lnTo>
                  <a:lnTo>
                    <a:pt x="37757" y="1269"/>
                  </a:lnTo>
                  <a:lnTo>
                    <a:pt x="37071" y="2031"/>
                  </a:lnTo>
                  <a:lnTo>
                    <a:pt x="36893" y="2539"/>
                  </a:lnTo>
                  <a:lnTo>
                    <a:pt x="36893" y="3047"/>
                  </a:lnTo>
                  <a:lnTo>
                    <a:pt x="39281" y="48894"/>
                  </a:lnTo>
                  <a:lnTo>
                    <a:pt x="41471" y="51688"/>
                  </a:lnTo>
                  <a:lnTo>
                    <a:pt x="50088" y="51688"/>
                  </a:lnTo>
                  <a:lnTo>
                    <a:pt x="54660" y="3047"/>
                  </a:lnTo>
                  <a:lnTo>
                    <a:pt x="54609" y="2031"/>
                  </a:lnTo>
                  <a:lnTo>
                    <a:pt x="53987" y="1269"/>
                  </a:lnTo>
                  <a:lnTo>
                    <a:pt x="53492" y="1015"/>
                  </a:lnTo>
                  <a:lnTo>
                    <a:pt x="52793" y="761"/>
                  </a:lnTo>
                  <a:lnTo>
                    <a:pt x="52108" y="380"/>
                  </a:lnTo>
                  <a:close/>
                </a:path>
                <a:path w="365759" h="173989">
                  <a:moveTo>
                    <a:pt x="48894" y="0"/>
                  </a:moveTo>
                  <a:lnTo>
                    <a:pt x="42875" y="0"/>
                  </a:lnTo>
                  <a:lnTo>
                    <a:pt x="39446" y="380"/>
                  </a:lnTo>
                  <a:lnTo>
                    <a:pt x="52324" y="380"/>
                  </a:lnTo>
                  <a:lnTo>
                    <a:pt x="48894" y="0"/>
                  </a:lnTo>
                  <a:close/>
                </a:path>
                <a:path w="365759" h="173989">
                  <a:moveTo>
                    <a:pt x="12738" y="51688"/>
                  </a:moveTo>
                  <a:lnTo>
                    <a:pt x="4991" y="51688"/>
                  </a:lnTo>
                  <a:lnTo>
                    <a:pt x="5829" y="51815"/>
                  </a:lnTo>
                  <a:lnTo>
                    <a:pt x="12001" y="51815"/>
                  </a:lnTo>
                  <a:lnTo>
                    <a:pt x="12738" y="51688"/>
                  </a:lnTo>
                  <a:close/>
                </a:path>
                <a:path w="365759" h="173989">
                  <a:moveTo>
                    <a:pt x="14330" y="0"/>
                  </a:moveTo>
                  <a:lnTo>
                    <a:pt x="5981" y="0"/>
                  </a:lnTo>
                  <a:lnTo>
                    <a:pt x="2552" y="380"/>
                  </a:lnTo>
                  <a:lnTo>
                    <a:pt x="2781" y="380"/>
                  </a:lnTo>
                  <a:lnTo>
                    <a:pt x="2082" y="761"/>
                  </a:lnTo>
                  <a:lnTo>
                    <a:pt x="1384" y="1015"/>
                  </a:lnTo>
                  <a:lnTo>
                    <a:pt x="876" y="1269"/>
                  </a:lnTo>
                  <a:lnTo>
                    <a:pt x="177" y="2031"/>
                  </a:lnTo>
                  <a:lnTo>
                    <a:pt x="0" y="2539"/>
                  </a:lnTo>
                  <a:lnTo>
                    <a:pt x="0" y="3047"/>
                  </a:lnTo>
                  <a:lnTo>
                    <a:pt x="2400" y="48894"/>
                  </a:lnTo>
                  <a:lnTo>
                    <a:pt x="4578" y="51688"/>
                  </a:lnTo>
                  <a:lnTo>
                    <a:pt x="13195" y="51688"/>
                  </a:lnTo>
                  <a:lnTo>
                    <a:pt x="17881" y="3047"/>
                  </a:lnTo>
                  <a:lnTo>
                    <a:pt x="17881" y="2031"/>
                  </a:lnTo>
                  <a:lnTo>
                    <a:pt x="17221" y="1269"/>
                  </a:lnTo>
                  <a:lnTo>
                    <a:pt x="15900" y="761"/>
                  </a:lnTo>
                  <a:lnTo>
                    <a:pt x="14330" y="0"/>
                  </a:lnTo>
                  <a:close/>
                </a:path>
                <a:path w="365759" h="173989">
                  <a:moveTo>
                    <a:pt x="100698" y="173862"/>
                  </a:moveTo>
                  <a:lnTo>
                    <a:pt x="90055" y="173862"/>
                  </a:lnTo>
                  <a:lnTo>
                    <a:pt x="91173" y="173989"/>
                  </a:lnTo>
                  <a:lnTo>
                    <a:pt x="99580" y="173989"/>
                  </a:lnTo>
                  <a:lnTo>
                    <a:pt x="100698" y="173862"/>
                  </a:lnTo>
                  <a:close/>
                </a:path>
                <a:path w="365759" h="173989">
                  <a:moveTo>
                    <a:pt x="101350" y="44957"/>
                  </a:moveTo>
                  <a:lnTo>
                    <a:pt x="87255" y="44957"/>
                  </a:lnTo>
                  <a:lnTo>
                    <a:pt x="86906" y="45592"/>
                  </a:lnTo>
                  <a:lnTo>
                    <a:pt x="86918" y="172084"/>
                  </a:lnTo>
                  <a:lnTo>
                    <a:pt x="87414" y="172846"/>
                  </a:lnTo>
                  <a:lnTo>
                    <a:pt x="87858" y="173100"/>
                  </a:lnTo>
                  <a:lnTo>
                    <a:pt x="88518" y="173354"/>
                  </a:lnTo>
                  <a:lnTo>
                    <a:pt x="89399" y="173862"/>
                  </a:lnTo>
                  <a:lnTo>
                    <a:pt x="101354" y="173862"/>
                  </a:lnTo>
                  <a:lnTo>
                    <a:pt x="102184" y="173354"/>
                  </a:lnTo>
                  <a:lnTo>
                    <a:pt x="102806" y="173100"/>
                  </a:lnTo>
                  <a:lnTo>
                    <a:pt x="103263" y="172846"/>
                  </a:lnTo>
                  <a:lnTo>
                    <a:pt x="103809" y="172084"/>
                  </a:lnTo>
                  <a:lnTo>
                    <a:pt x="103949" y="171576"/>
                  </a:lnTo>
                  <a:lnTo>
                    <a:pt x="103949" y="126491"/>
                  </a:lnTo>
                  <a:lnTo>
                    <a:pt x="162407" y="126491"/>
                  </a:lnTo>
                  <a:lnTo>
                    <a:pt x="162811" y="125983"/>
                  </a:lnTo>
                  <a:lnTo>
                    <a:pt x="126149" y="125983"/>
                  </a:lnTo>
                  <a:lnTo>
                    <a:pt x="121691" y="124586"/>
                  </a:lnTo>
                  <a:lnTo>
                    <a:pt x="113182" y="118744"/>
                  </a:lnTo>
                  <a:lnTo>
                    <a:pt x="108686" y="114553"/>
                  </a:lnTo>
                  <a:lnTo>
                    <a:pt x="103949" y="109092"/>
                  </a:lnTo>
                  <a:lnTo>
                    <a:pt x="103949" y="73659"/>
                  </a:lnTo>
                  <a:lnTo>
                    <a:pt x="106667" y="70357"/>
                  </a:lnTo>
                  <a:lnTo>
                    <a:pt x="109245" y="67690"/>
                  </a:lnTo>
                  <a:lnTo>
                    <a:pt x="111683" y="65531"/>
                  </a:lnTo>
                  <a:lnTo>
                    <a:pt x="114122" y="63245"/>
                  </a:lnTo>
                  <a:lnTo>
                    <a:pt x="116459" y="61467"/>
                  </a:lnTo>
                  <a:lnTo>
                    <a:pt x="118694" y="60197"/>
                  </a:lnTo>
                  <a:lnTo>
                    <a:pt x="120929" y="58800"/>
                  </a:lnTo>
                  <a:lnTo>
                    <a:pt x="121475" y="58546"/>
                  </a:lnTo>
                  <a:lnTo>
                    <a:pt x="101866" y="58546"/>
                  </a:lnTo>
                  <a:lnTo>
                    <a:pt x="101752" y="45592"/>
                  </a:lnTo>
                  <a:lnTo>
                    <a:pt x="101350" y="44957"/>
                  </a:lnTo>
                  <a:close/>
                </a:path>
                <a:path w="365759" h="173989">
                  <a:moveTo>
                    <a:pt x="162407" y="126491"/>
                  </a:moveTo>
                  <a:lnTo>
                    <a:pt x="103949" y="126491"/>
                  </a:lnTo>
                  <a:lnTo>
                    <a:pt x="106438" y="128777"/>
                  </a:lnTo>
                  <a:lnTo>
                    <a:pt x="129552" y="140080"/>
                  </a:lnTo>
                  <a:lnTo>
                    <a:pt x="138836" y="140080"/>
                  </a:lnTo>
                  <a:lnTo>
                    <a:pt x="144614" y="138937"/>
                  </a:lnTo>
                  <a:lnTo>
                    <a:pt x="149669" y="136524"/>
                  </a:lnTo>
                  <a:lnTo>
                    <a:pt x="154736" y="134238"/>
                  </a:lnTo>
                  <a:lnTo>
                    <a:pt x="158978" y="130809"/>
                  </a:lnTo>
                  <a:lnTo>
                    <a:pt x="162407" y="126491"/>
                  </a:lnTo>
                  <a:close/>
                </a:path>
                <a:path w="365759" h="173989">
                  <a:moveTo>
                    <a:pt x="164172" y="56260"/>
                  </a:moveTo>
                  <a:lnTo>
                    <a:pt x="136334" y="56260"/>
                  </a:lnTo>
                  <a:lnTo>
                    <a:pt x="140055" y="57276"/>
                  </a:lnTo>
                  <a:lnTo>
                    <a:pt x="143052" y="59181"/>
                  </a:lnTo>
                  <a:lnTo>
                    <a:pt x="153974" y="78485"/>
                  </a:lnTo>
                  <a:lnTo>
                    <a:pt x="154711" y="82676"/>
                  </a:lnTo>
                  <a:lnTo>
                    <a:pt x="155079" y="87121"/>
                  </a:lnTo>
                  <a:lnTo>
                    <a:pt x="155079" y="95757"/>
                  </a:lnTo>
                  <a:lnTo>
                    <a:pt x="135140" y="125983"/>
                  </a:lnTo>
                  <a:lnTo>
                    <a:pt x="162811" y="125983"/>
                  </a:lnTo>
                  <a:lnTo>
                    <a:pt x="165836" y="122173"/>
                  </a:lnTo>
                  <a:lnTo>
                    <a:pt x="168427" y="116966"/>
                  </a:lnTo>
                  <a:lnTo>
                    <a:pt x="171970" y="104520"/>
                  </a:lnTo>
                  <a:lnTo>
                    <a:pt x="172847" y="97535"/>
                  </a:lnTo>
                  <a:lnTo>
                    <a:pt x="172775" y="82676"/>
                  </a:lnTo>
                  <a:lnTo>
                    <a:pt x="172161" y="77215"/>
                  </a:lnTo>
                  <a:lnTo>
                    <a:pt x="169379" y="65658"/>
                  </a:lnTo>
                  <a:lnTo>
                    <a:pt x="167182" y="60578"/>
                  </a:lnTo>
                  <a:lnTo>
                    <a:pt x="164172" y="56260"/>
                  </a:lnTo>
                  <a:close/>
                </a:path>
                <a:path w="365759" h="173989">
                  <a:moveTo>
                    <a:pt x="148656" y="43941"/>
                  </a:moveTo>
                  <a:lnTo>
                    <a:pt x="123431" y="43941"/>
                  </a:lnTo>
                  <a:lnTo>
                    <a:pt x="120700" y="44957"/>
                  </a:lnTo>
                  <a:lnTo>
                    <a:pt x="118033" y="46227"/>
                  </a:lnTo>
                  <a:lnTo>
                    <a:pt x="115366" y="47624"/>
                  </a:lnTo>
                  <a:lnTo>
                    <a:pt x="112712" y="49275"/>
                  </a:lnTo>
                  <a:lnTo>
                    <a:pt x="110083" y="51434"/>
                  </a:lnTo>
                  <a:lnTo>
                    <a:pt x="107454" y="53466"/>
                  </a:lnTo>
                  <a:lnTo>
                    <a:pt x="104711" y="55879"/>
                  </a:lnTo>
                  <a:lnTo>
                    <a:pt x="101866" y="58546"/>
                  </a:lnTo>
                  <a:lnTo>
                    <a:pt x="121475" y="58546"/>
                  </a:lnTo>
                  <a:lnTo>
                    <a:pt x="123113" y="57784"/>
                  </a:lnTo>
                  <a:lnTo>
                    <a:pt x="127444" y="56514"/>
                  </a:lnTo>
                  <a:lnTo>
                    <a:pt x="129641" y="56260"/>
                  </a:lnTo>
                  <a:lnTo>
                    <a:pt x="164172" y="56260"/>
                  </a:lnTo>
                  <a:lnTo>
                    <a:pt x="161162" y="51815"/>
                  </a:lnTo>
                  <a:lnTo>
                    <a:pt x="157264" y="48386"/>
                  </a:lnTo>
                  <a:lnTo>
                    <a:pt x="152476" y="45973"/>
                  </a:lnTo>
                  <a:lnTo>
                    <a:pt x="148656" y="43941"/>
                  </a:lnTo>
                  <a:close/>
                </a:path>
                <a:path w="365759" h="173989">
                  <a:moveTo>
                    <a:pt x="97866" y="43687"/>
                  </a:moveTo>
                  <a:lnTo>
                    <a:pt x="90754" y="43687"/>
                  </a:lnTo>
                  <a:lnTo>
                    <a:pt x="88988" y="43941"/>
                  </a:lnTo>
                  <a:lnTo>
                    <a:pt x="88366" y="44195"/>
                  </a:lnTo>
                  <a:lnTo>
                    <a:pt x="87116" y="44957"/>
                  </a:lnTo>
                  <a:lnTo>
                    <a:pt x="101483" y="44957"/>
                  </a:lnTo>
                  <a:lnTo>
                    <a:pt x="100203" y="44195"/>
                  </a:lnTo>
                  <a:lnTo>
                    <a:pt x="99580" y="43941"/>
                  </a:lnTo>
                  <a:lnTo>
                    <a:pt x="99745" y="43941"/>
                  </a:lnTo>
                  <a:lnTo>
                    <a:pt x="97866" y="43687"/>
                  </a:lnTo>
                  <a:close/>
                </a:path>
                <a:path w="365759" h="173989">
                  <a:moveTo>
                    <a:pt x="124366" y="43687"/>
                  </a:moveTo>
                  <a:lnTo>
                    <a:pt x="98031" y="43687"/>
                  </a:lnTo>
                  <a:lnTo>
                    <a:pt x="99580" y="43941"/>
                  </a:lnTo>
                  <a:lnTo>
                    <a:pt x="123431" y="43941"/>
                  </a:lnTo>
                  <a:lnTo>
                    <a:pt x="124366" y="43687"/>
                  </a:lnTo>
                  <a:close/>
                </a:path>
                <a:path w="365759" h="173989">
                  <a:moveTo>
                    <a:pt x="141909" y="42163"/>
                  </a:moveTo>
                  <a:lnTo>
                    <a:pt x="132003" y="42163"/>
                  </a:lnTo>
                  <a:lnTo>
                    <a:pt x="129044" y="42544"/>
                  </a:lnTo>
                  <a:lnTo>
                    <a:pt x="126237" y="43179"/>
                  </a:lnTo>
                  <a:lnTo>
                    <a:pt x="124366" y="43687"/>
                  </a:lnTo>
                  <a:lnTo>
                    <a:pt x="148178" y="43687"/>
                  </a:lnTo>
                  <a:lnTo>
                    <a:pt x="147700" y="43433"/>
                  </a:lnTo>
                  <a:lnTo>
                    <a:pt x="141909" y="42163"/>
                  </a:lnTo>
                  <a:close/>
                </a:path>
                <a:path w="365759" h="173989">
                  <a:moveTo>
                    <a:pt x="246900" y="42163"/>
                  </a:moveTo>
                  <a:lnTo>
                    <a:pt x="231241" y="42163"/>
                  </a:lnTo>
                  <a:lnTo>
                    <a:pt x="224281" y="43433"/>
                  </a:lnTo>
                  <a:lnTo>
                    <a:pt x="192493" y="77977"/>
                  </a:lnTo>
                  <a:lnTo>
                    <a:pt x="191503" y="84708"/>
                  </a:lnTo>
                  <a:lnTo>
                    <a:pt x="191627" y="100329"/>
                  </a:lnTo>
                  <a:lnTo>
                    <a:pt x="192443" y="106171"/>
                  </a:lnTo>
                  <a:lnTo>
                    <a:pt x="196189" y="118109"/>
                  </a:lnTo>
                  <a:lnTo>
                    <a:pt x="199021" y="123189"/>
                  </a:lnTo>
                  <a:lnTo>
                    <a:pt x="202831" y="127253"/>
                  </a:lnTo>
                  <a:lnTo>
                    <a:pt x="206641" y="131444"/>
                  </a:lnTo>
                  <a:lnTo>
                    <a:pt x="211404" y="134619"/>
                  </a:lnTo>
                  <a:lnTo>
                    <a:pt x="222834" y="138937"/>
                  </a:lnTo>
                  <a:lnTo>
                    <a:pt x="229539" y="140080"/>
                  </a:lnTo>
                  <a:lnTo>
                    <a:pt x="245135" y="140080"/>
                  </a:lnTo>
                  <a:lnTo>
                    <a:pt x="251387" y="138937"/>
                  </a:lnTo>
                  <a:lnTo>
                    <a:pt x="251767" y="138937"/>
                  </a:lnTo>
                  <a:lnTo>
                    <a:pt x="258063" y="136397"/>
                  </a:lnTo>
                  <a:lnTo>
                    <a:pt x="264058" y="133857"/>
                  </a:lnTo>
                  <a:lnTo>
                    <a:pt x="269049" y="130428"/>
                  </a:lnTo>
                  <a:lnTo>
                    <a:pt x="272803" y="126237"/>
                  </a:lnTo>
                  <a:lnTo>
                    <a:pt x="232587" y="126237"/>
                  </a:lnTo>
                  <a:lnTo>
                    <a:pt x="228636" y="125475"/>
                  </a:lnTo>
                  <a:lnTo>
                    <a:pt x="228224" y="125475"/>
                  </a:lnTo>
                  <a:lnTo>
                    <a:pt x="220573" y="121538"/>
                  </a:lnTo>
                  <a:lnTo>
                    <a:pt x="209283" y="85724"/>
                  </a:lnTo>
                  <a:lnTo>
                    <a:pt x="209664" y="82676"/>
                  </a:lnTo>
                  <a:lnTo>
                    <a:pt x="209759" y="81914"/>
                  </a:lnTo>
                  <a:lnTo>
                    <a:pt x="225374" y="58419"/>
                  </a:lnTo>
                  <a:lnTo>
                    <a:pt x="228782" y="56768"/>
                  </a:lnTo>
                  <a:lnTo>
                    <a:pt x="228314" y="56768"/>
                  </a:lnTo>
                  <a:lnTo>
                    <a:pt x="233425" y="55879"/>
                  </a:lnTo>
                  <a:lnTo>
                    <a:pt x="274442" y="55879"/>
                  </a:lnTo>
                  <a:lnTo>
                    <a:pt x="273608" y="54990"/>
                  </a:lnTo>
                  <a:lnTo>
                    <a:pt x="269798" y="50799"/>
                  </a:lnTo>
                  <a:lnTo>
                    <a:pt x="265036" y="47624"/>
                  </a:lnTo>
                  <a:lnTo>
                    <a:pt x="253606" y="43306"/>
                  </a:lnTo>
                  <a:lnTo>
                    <a:pt x="246900" y="42163"/>
                  </a:lnTo>
                  <a:close/>
                </a:path>
                <a:path w="365759" h="173989">
                  <a:moveTo>
                    <a:pt x="274442" y="55879"/>
                  </a:moveTo>
                  <a:lnTo>
                    <a:pt x="244055" y="55879"/>
                  </a:lnTo>
                  <a:lnTo>
                    <a:pt x="248665" y="56768"/>
                  </a:lnTo>
                  <a:lnTo>
                    <a:pt x="256082" y="60578"/>
                  </a:lnTo>
                  <a:lnTo>
                    <a:pt x="267150" y="97408"/>
                  </a:lnTo>
                  <a:lnTo>
                    <a:pt x="266909" y="99440"/>
                  </a:lnTo>
                  <a:lnTo>
                    <a:pt x="266803" y="100329"/>
                  </a:lnTo>
                  <a:lnTo>
                    <a:pt x="266712" y="101091"/>
                  </a:lnTo>
                  <a:lnTo>
                    <a:pt x="264464" y="109727"/>
                  </a:lnTo>
                  <a:lnTo>
                    <a:pt x="262724" y="113410"/>
                  </a:lnTo>
                  <a:lnTo>
                    <a:pt x="260448" y="116331"/>
                  </a:lnTo>
                  <a:lnTo>
                    <a:pt x="257962" y="119633"/>
                  </a:lnTo>
                  <a:lnTo>
                    <a:pt x="254927" y="122046"/>
                  </a:lnTo>
                  <a:lnTo>
                    <a:pt x="251218" y="123697"/>
                  </a:lnTo>
                  <a:lnTo>
                    <a:pt x="247522" y="125475"/>
                  </a:lnTo>
                  <a:lnTo>
                    <a:pt x="243154" y="126237"/>
                  </a:lnTo>
                  <a:lnTo>
                    <a:pt x="272803" y="126237"/>
                  </a:lnTo>
                  <a:lnTo>
                    <a:pt x="277012" y="121538"/>
                  </a:lnTo>
                  <a:lnTo>
                    <a:pt x="279936" y="116458"/>
                  </a:lnTo>
                  <a:lnTo>
                    <a:pt x="280009" y="116331"/>
                  </a:lnTo>
                  <a:lnTo>
                    <a:pt x="284035" y="104139"/>
                  </a:lnTo>
                  <a:lnTo>
                    <a:pt x="285038" y="97408"/>
                  </a:lnTo>
                  <a:lnTo>
                    <a:pt x="284928" y="81914"/>
                  </a:lnTo>
                  <a:lnTo>
                    <a:pt x="284086" y="76072"/>
                  </a:lnTo>
                  <a:lnTo>
                    <a:pt x="280276" y="64134"/>
                  </a:lnTo>
                  <a:lnTo>
                    <a:pt x="277418" y="59054"/>
                  </a:lnTo>
                  <a:lnTo>
                    <a:pt x="274442" y="55879"/>
                  </a:lnTo>
                  <a:close/>
                </a:path>
                <a:path w="365759" h="173989">
                  <a:moveTo>
                    <a:pt x="323615" y="138556"/>
                  </a:moveTo>
                  <a:lnTo>
                    <a:pt x="315201" y="138556"/>
                  </a:lnTo>
                  <a:lnTo>
                    <a:pt x="316306" y="138683"/>
                  </a:lnTo>
                  <a:lnTo>
                    <a:pt x="322503" y="138683"/>
                  </a:lnTo>
                  <a:lnTo>
                    <a:pt x="323615" y="138556"/>
                  </a:lnTo>
                  <a:close/>
                </a:path>
                <a:path w="365759" h="173989">
                  <a:moveTo>
                    <a:pt x="312083" y="44449"/>
                  </a:moveTo>
                  <a:lnTo>
                    <a:pt x="311912" y="44449"/>
                  </a:lnTo>
                  <a:lnTo>
                    <a:pt x="311353" y="44957"/>
                  </a:lnTo>
                  <a:lnTo>
                    <a:pt x="310934" y="45719"/>
                  </a:lnTo>
                  <a:lnTo>
                    <a:pt x="310946" y="136651"/>
                  </a:lnTo>
                  <a:lnTo>
                    <a:pt x="311442" y="137413"/>
                  </a:lnTo>
                  <a:lnTo>
                    <a:pt x="311886" y="137667"/>
                  </a:lnTo>
                  <a:lnTo>
                    <a:pt x="312547" y="137921"/>
                  </a:lnTo>
                  <a:lnTo>
                    <a:pt x="313647" y="138556"/>
                  </a:lnTo>
                  <a:lnTo>
                    <a:pt x="325175" y="138556"/>
                  </a:lnTo>
                  <a:lnTo>
                    <a:pt x="326212" y="137921"/>
                  </a:lnTo>
                  <a:lnTo>
                    <a:pt x="326834" y="137667"/>
                  </a:lnTo>
                  <a:lnTo>
                    <a:pt x="327291" y="137413"/>
                  </a:lnTo>
                  <a:lnTo>
                    <a:pt x="327837" y="136651"/>
                  </a:lnTo>
                  <a:lnTo>
                    <a:pt x="327977" y="136270"/>
                  </a:lnTo>
                  <a:lnTo>
                    <a:pt x="327977" y="77088"/>
                  </a:lnTo>
                  <a:lnTo>
                    <a:pt x="330403" y="73532"/>
                  </a:lnTo>
                  <a:lnTo>
                    <a:pt x="332625" y="70357"/>
                  </a:lnTo>
                  <a:lnTo>
                    <a:pt x="334632" y="67944"/>
                  </a:lnTo>
                  <a:lnTo>
                    <a:pt x="336638" y="65404"/>
                  </a:lnTo>
                  <a:lnTo>
                    <a:pt x="338556" y="63372"/>
                  </a:lnTo>
                  <a:lnTo>
                    <a:pt x="342226" y="60324"/>
                  </a:lnTo>
                  <a:lnTo>
                    <a:pt x="343541" y="59562"/>
                  </a:lnTo>
                  <a:lnTo>
                    <a:pt x="326313" y="59562"/>
                  </a:lnTo>
                  <a:lnTo>
                    <a:pt x="326200" y="45719"/>
                  </a:lnTo>
                  <a:lnTo>
                    <a:pt x="325704" y="44957"/>
                  </a:lnTo>
                  <a:lnTo>
                    <a:pt x="325441" y="44703"/>
                  </a:lnTo>
                  <a:lnTo>
                    <a:pt x="311461" y="44703"/>
                  </a:lnTo>
                  <a:lnTo>
                    <a:pt x="312083" y="44449"/>
                  </a:lnTo>
                  <a:close/>
                </a:path>
                <a:path w="365759" h="173989">
                  <a:moveTo>
                    <a:pt x="365222" y="57657"/>
                  </a:moveTo>
                  <a:lnTo>
                    <a:pt x="352196" y="57657"/>
                  </a:lnTo>
                  <a:lnTo>
                    <a:pt x="354888" y="57911"/>
                  </a:lnTo>
                  <a:lnTo>
                    <a:pt x="354145" y="57911"/>
                  </a:lnTo>
                  <a:lnTo>
                    <a:pt x="357162" y="58546"/>
                  </a:lnTo>
                  <a:lnTo>
                    <a:pt x="358165" y="58800"/>
                  </a:lnTo>
                  <a:lnTo>
                    <a:pt x="359168" y="59181"/>
                  </a:lnTo>
                  <a:lnTo>
                    <a:pt x="360870" y="59689"/>
                  </a:lnTo>
                  <a:lnTo>
                    <a:pt x="361670" y="60070"/>
                  </a:lnTo>
                  <a:lnTo>
                    <a:pt x="363880" y="60070"/>
                  </a:lnTo>
                  <a:lnTo>
                    <a:pt x="364197" y="59689"/>
                  </a:lnTo>
                  <a:lnTo>
                    <a:pt x="364350" y="59562"/>
                  </a:lnTo>
                  <a:lnTo>
                    <a:pt x="364680" y="59181"/>
                  </a:lnTo>
                  <a:lnTo>
                    <a:pt x="364850" y="58800"/>
                  </a:lnTo>
                  <a:lnTo>
                    <a:pt x="364972" y="58419"/>
                  </a:lnTo>
                  <a:lnTo>
                    <a:pt x="365175" y="57911"/>
                  </a:lnTo>
                  <a:lnTo>
                    <a:pt x="365222" y="57657"/>
                  </a:lnTo>
                  <a:close/>
                </a:path>
                <a:path w="365759" h="173989">
                  <a:moveTo>
                    <a:pt x="353796" y="42163"/>
                  </a:moveTo>
                  <a:lnTo>
                    <a:pt x="349872" y="42163"/>
                  </a:lnTo>
                  <a:lnTo>
                    <a:pt x="346881" y="42544"/>
                  </a:lnTo>
                  <a:lnTo>
                    <a:pt x="347384" y="42544"/>
                  </a:lnTo>
                  <a:lnTo>
                    <a:pt x="343928" y="43433"/>
                  </a:lnTo>
                  <a:lnTo>
                    <a:pt x="333540" y="50926"/>
                  </a:lnTo>
                  <a:lnTo>
                    <a:pt x="331292" y="53085"/>
                  </a:lnTo>
                  <a:lnTo>
                    <a:pt x="328879" y="56006"/>
                  </a:lnTo>
                  <a:lnTo>
                    <a:pt x="326313" y="59562"/>
                  </a:lnTo>
                  <a:lnTo>
                    <a:pt x="343541" y="59562"/>
                  </a:lnTo>
                  <a:lnTo>
                    <a:pt x="344198" y="59181"/>
                  </a:lnTo>
                  <a:lnTo>
                    <a:pt x="345643" y="58546"/>
                  </a:lnTo>
                  <a:lnTo>
                    <a:pt x="347306" y="57911"/>
                  </a:lnTo>
                  <a:lnTo>
                    <a:pt x="349008" y="57657"/>
                  </a:lnTo>
                  <a:lnTo>
                    <a:pt x="365222" y="57657"/>
                  </a:lnTo>
                  <a:lnTo>
                    <a:pt x="365125" y="46354"/>
                  </a:lnTo>
                  <a:lnTo>
                    <a:pt x="365010" y="45973"/>
                  </a:lnTo>
                  <a:lnTo>
                    <a:pt x="364871" y="45719"/>
                  </a:lnTo>
                  <a:lnTo>
                    <a:pt x="364731" y="45338"/>
                  </a:lnTo>
                  <a:lnTo>
                    <a:pt x="364032" y="44703"/>
                  </a:lnTo>
                  <a:lnTo>
                    <a:pt x="363626" y="44449"/>
                  </a:lnTo>
                  <a:lnTo>
                    <a:pt x="362915" y="44068"/>
                  </a:lnTo>
                  <a:lnTo>
                    <a:pt x="361410" y="43687"/>
                  </a:lnTo>
                  <a:lnTo>
                    <a:pt x="361577" y="43687"/>
                  </a:lnTo>
                  <a:lnTo>
                    <a:pt x="360908" y="43433"/>
                  </a:lnTo>
                  <a:lnTo>
                    <a:pt x="358533" y="42925"/>
                  </a:lnTo>
                  <a:lnTo>
                    <a:pt x="357289" y="42544"/>
                  </a:lnTo>
                  <a:lnTo>
                    <a:pt x="353796" y="42163"/>
                  </a:lnTo>
                  <a:close/>
                </a:path>
                <a:path w="365759" h="173989">
                  <a:moveTo>
                    <a:pt x="324387" y="44068"/>
                  </a:moveTo>
                  <a:lnTo>
                    <a:pt x="312809" y="44068"/>
                  </a:lnTo>
                  <a:lnTo>
                    <a:pt x="312083" y="44449"/>
                  </a:lnTo>
                  <a:lnTo>
                    <a:pt x="311461" y="44703"/>
                  </a:lnTo>
                  <a:lnTo>
                    <a:pt x="325589" y="44703"/>
                  </a:lnTo>
                  <a:lnTo>
                    <a:pt x="325031" y="44449"/>
                  </a:lnTo>
                  <a:lnTo>
                    <a:pt x="324387" y="44068"/>
                  </a:lnTo>
                  <a:close/>
                </a:path>
                <a:path w="365759" h="173989">
                  <a:moveTo>
                    <a:pt x="325179" y="44449"/>
                  </a:moveTo>
                  <a:lnTo>
                    <a:pt x="325031" y="44449"/>
                  </a:lnTo>
                  <a:lnTo>
                    <a:pt x="325589" y="44703"/>
                  </a:lnTo>
                  <a:lnTo>
                    <a:pt x="325441" y="44703"/>
                  </a:lnTo>
                  <a:lnTo>
                    <a:pt x="325179" y="44449"/>
                  </a:lnTo>
                  <a:close/>
                </a:path>
                <a:path w="365759" h="173989">
                  <a:moveTo>
                    <a:pt x="322630" y="43687"/>
                  </a:moveTo>
                  <a:lnTo>
                    <a:pt x="314782" y="43687"/>
                  </a:lnTo>
                  <a:lnTo>
                    <a:pt x="312134" y="44068"/>
                  </a:lnTo>
                  <a:lnTo>
                    <a:pt x="324992" y="44068"/>
                  </a:lnTo>
                  <a:lnTo>
                    <a:pt x="322630" y="436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62519" y="4096639"/>
              <a:ext cx="386829" cy="17437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972945" y="4103878"/>
              <a:ext cx="540766" cy="16713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2598039" y="4097528"/>
              <a:ext cx="696002" cy="139573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541667" y="4212970"/>
              <a:ext cx="2789555" cy="465455"/>
            </a:xfrm>
            <a:custGeom>
              <a:avLst/>
              <a:gdLst/>
              <a:ahLst/>
              <a:cxnLst/>
              <a:rect l="l" t="t" r="r" b="b"/>
              <a:pathLst>
                <a:path w="2789554" h="465454">
                  <a:moveTo>
                    <a:pt x="58559" y="458343"/>
                  </a:moveTo>
                  <a:lnTo>
                    <a:pt x="56095" y="451993"/>
                  </a:lnTo>
                  <a:lnTo>
                    <a:pt x="55575" y="451739"/>
                  </a:lnTo>
                  <a:lnTo>
                    <a:pt x="55003" y="451612"/>
                  </a:lnTo>
                  <a:lnTo>
                    <a:pt x="2870" y="451612"/>
                  </a:lnTo>
                  <a:lnTo>
                    <a:pt x="1790" y="452120"/>
                  </a:lnTo>
                  <a:lnTo>
                    <a:pt x="355" y="454152"/>
                  </a:lnTo>
                  <a:lnTo>
                    <a:pt x="0" y="455930"/>
                  </a:lnTo>
                  <a:lnTo>
                    <a:pt x="0" y="460883"/>
                  </a:lnTo>
                  <a:lnTo>
                    <a:pt x="355" y="462661"/>
                  </a:lnTo>
                  <a:lnTo>
                    <a:pt x="1790" y="464693"/>
                  </a:lnTo>
                  <a:lnTo>
                    <a:pt x="2870" y="465201"/>
                  </a:lnTo>
                  <a:lnTo>
                    <a:pt x="55714" y="465201"/>
                  </a:lnTo>
                  <a:lnTo>
                    <a:pt x="56756" y="464693"/>
                  </a:lnTo>
                  <a:lnTo>
                    <a:pt x="58191" y="462788"/>
                  </a:lnTo>
                  <a:lnTo>
                    <a:pt x="58559" y="461010"/>
                  </a:lnTo>
                  <a:lnTo>
                    <a:pt x="58559" y="458343"/>
                  </a:lnTo>
                  <a:close/>
                </a:path>
                <a:path w="2789554" h="465454">
                  <a:moveTo>
                    <a:pt x="2789542" y="6858"/>
                  </a:moveTo>
                  <a:lnTo>
                    <a:pt x="2788780" y="3810"/>
                  </a:lnTo>
                  <a:lnTo>
                    <a:pt x="2787383" y="2286"/>
                  </a:lnTo>
                  <a:lnTo>
                    <a:pt x="2785859" y="762"/>
                  </a:lnTo>
                  <a:lnTo>
                    <a:pt x="2783192" y="0"/>
                  </a:lnTo>
                  <a:lnTo>
                    <a:pt x="2775572" y="0"/>
                  </a:lnTo>
                  <a:lnTo>
                    <a:pt x="2772778" y="889"/>
                  </a:lnTo>
                  <a:lnTo>
                    <a:pt x="2771381" y="2413"/>
                  </a:lnTo>
                  <a:lnTo>
                    <a:pt x="2769857" y="3937"/>
                  </a:lnTo>
                  <a:lnTo>
                    <a:pt x="2769095" y="7112"/>
                  </a:lnTo>
                  <a:lnTo>
                    <a:pt x="2769095" y="16256"/>
                  </a:lnTo>
                  <a:lnTo>
                    <a:pt x="2769857" y="19304"/>
                  </a:lnTo>
                  <a:lnTo>
                    <a:pt x="2771254" y="20828"/>
                  </a:lnTo>
                  <a:lnTo>
                    <a:pt x="2772778" y="22352"/>
                  </a:lnTo>
                  <a:lnTo>
                    <a:pt x="2775318" y="23114"/>
                  </a:lnTo>
                  <a:lnTo>
                    <a:pt x="2783065" y="23114"/>
                  </a:lnTo>
                  <a:lnTo>
                    <a:pt x="2785859" y="22352"/>
                  </a:lnTo>
                  <a:lnTo>
                    <a:pt x="2788780" y="19177"/>
                  </a:lnTo>
                  <a:lnTo>
                    <a:pt x="2789542" y="16129"/>
                  </a:lnTo>
                  <a:lnTo>
                    <a:pt x="2789542" y="11430"/>
                  </a:lnTo>
                  <a:lnTo>
                    <a:pt x="2789542" y="685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97749" y="4583938"/>
              <a:ext cx="876465" cy="139319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098039" y="4625340"/>
              <a:ext cx="316230" cy="132080"/>
            </a:xfrm>
            <a:custGeom>
              <a:avLst/>
              <a:gdLst/>
              <a:ahLst/>
              <a:cxnLst/>
              <a:rect l="l" t="t" r="r" b="b"/>
              <a:pathLst>
                <a:path w="316230" h="132079">
                  <a:moveTo>
                    <a:pt x="84328" y="131699"/>
                  </a:moveTo>
                  <a:lnTo>
                    <a:pt x="73533" y="131699"/>
                  </a:lnTo>
                  <a:lnTo>
                    <a:pt x="74549" y="131826"/>
                  </a:lnTo>
                  <a:lnTo>
                    <a:pt x="83185" y="131826"/>
                  </a:lnTo>
                  <a:lnTo>
                    <a:pt x="84328" y="131699"/>
                  </a:lnTo>
                  <a:close/>
                </a:path>
                <a:path w="316230" h="132079">
                  <a:moveTo>
                    <a:pt x="87630" y="83185"/>
                  </a:moveTo>
                  <a:lnTo>
                    <a:pt x="70104" y="83185"/>
                  </a:lnTo>
                  <a:lnTo>
                    <a:pt x="70231" y="129921"/>
                  </a:lnTo>
                  <a:lnTo>
                    <a:pt x="70739" y="130683"/>
                  </a:lnTo>
                  <a:lnTo>
                    <a:pt x="71247" y="130937"/>
                  </a:lnTo>
                  <a:lnTo>
                    <a:pt x="71882" y="131191"/>
                  </a:lnTo>
                  <a:lnTo>
                    <a:pt x="72897" y="131699"/>
                  </a:lnTo>
                  <a:lnTo>
                    <a:pt x="84878" y="131699"/>
                  </a:lnTo>
                  <a:lnTo>
                    <a:pt x="85725" y="131191"/>
                  </a:lnTo>
                  <a:lnTo>
                    <a:pt x="86360" y="130937"/>
                  </a:lnTo>
                  <a:lnTo>
                    <a:pt x="86868" y="130683"/>
                  </a:lnTo>
                  <a:lnTo>
                    <a:pt x="87249" y="130302"/>
                  </a:lnTo>
                  <a:lnTo>
                    <a:pt x="87503" y="129921"/>
                  </a:lnTo>
                  <a:lnTo>
                    <a:pt x="87630" y="83185"/>
                  </a:lnTo>
                  <a:close/>
                </a:path>
                <a:path w="316230" h="132079">
                  <a:moveTo>
                    <a:pt x="44068" y="0"/>
                  </a:moveTo>
                  <a:lnTo>
                    <a:pt x="34543" y="0"/>
                  </a:lnTo>
                  <a:lnTo>
                    <a:pt x="28575" y="1143"/>
                  </a:lnTo>
                  <a:lnTo>
                    <a:pt x="23495" y="3556"/>
                  </a:lnTo>
                  <a:lnTo>
                    <a:pt x="18287" y="5842"/>
                  </a:lnTo>
                  <a:lnTo>
                    <a:pt x="0" y="42418"/>
                  </a:lnTo>
                  <a:lnTo>
                    <a:pt x="93" y="57277"/>
                  </a:lnTo>
                  <a:lnTo>
                    <a:pt x="762" y="62737"/>
                  </a:lnTo>
                  <a:lnTo>
                    <a:pt x="3556" y="74422"/>
                  </a:lnTo>
                  <a:lnTo>
                    <a:pt x="5715" y="79502"/>
                  </a:lnTo>
                  <a:lnTo>
                    <a:pt x="8979" y="83947"/>
                  </a:lnTo>
                  <a:lnTo>
                    <a:pt x="11937" y="88137"/>
                  </a:lnTo>
                  <a:lnTo>
                    <a:pt x="15875" y="91567"/>
                  </a:lnTo>
                  <a:lnTo>
                    <a:pt x="20701" y="94107"/>
                  </a:lnTo>
                  <a:lnTo>
                    <a:pt x="25654" y="96647"/>
                  </a:lnTo>
                  <a:lnTo>
                    <a:pt x="31496" y="97917"/>
                  </a:lnTo>
                  <a:lnTo>
                    <a:pt x="41148" y="97917"/>
                  </a:lnTo>
                  <a:lnTo>
                    <a:pt x="43815" y="97662"/>
                  </a:lnTo>
                  <a:lnTo>
                    <a:pt x="49022" y="96647"/>
                  </a:lnTo>
                  <a:lnTo>
                    <a:pt x="51562" y="95885"/>
                  </a:lnTo>
                  <a:lnTo>
                    <a:pt x="54102" y="94615"/>
                  </a:lnTo>
                  <a:lnTo>
                    <a:pt x="56642" y="93472"/>
                  </a:lnTo>
                  <a:lnTo>
                    <a:pt x="69307" y="83947"/>
                  </a:lnTo>
                  <a:lnTo>
                    <a:pt x="37211" y="83947"/>
                  </a:lnTo>
                  <a:lnTo>
                    <a:pt x="33401" y="82931"/>
                  </a:lnTo>
                  <a:lnTo>
                    <a:pt x="27305" y="78867"/>
                  </a:lnTo>
                  <a:lnTo>
                    <a:pt x="24892" y="76200"/>
                  </a:lnTo>
                  <a:lnTo>
                    <a:pt x="23114" y="72898"/>
                  </a:lnTo>
                  <a:lnTo>
                    <a:pt x="21282" y="69723"/>
                  </a:lnTo>
                  <a:lnTo>
                    <a:pt x="19939" y="65912"/>
                  </a:lnTo>
                  <a:lnTo>
                    <a:pt x="19177" y="61595"/>
                  </a:lnTo>
                  <a:lnTo>
                    <a:pt x="18542" y="57277"/>
                  </a:lnTo>
                  <a:lnTo>
                    <a:pt x="18161" y="52832"/>
                  </a:lnTo>
                  <a:lnTo>
                    <a:pt x="18161" y="44068"/>
                  </a:lnTo>
                  <a:lnTo>
                    <a:pt x="38100" y="14097"/>
                  </a:lnTo>
                  <a:lnTo>
                    <a:pt x="70884" y="14097"/>
                  </a:lnTo>
                  <a:lnTo>
                    <a:pt x="69215" y="12573"/>
                  </a:lnTo>
                  <a:lnTo>
                    <a:pt x="66421" y="10160"/>
                  </a:lnTo>
                  <a:lnTo>
                    <a:pt x="63881" y="8255"/>
                  </a:lnTo>
                  <a:lnTo>
                    <a:pt x="61468" y="6350"/>
                  </a:lnTo>
                  <a:lnTo>
                    <a:pt x="58928" y="4699"/>
                  </a:lnTo>
                  <a:lnTo>
                    <a:pt x="56515" y="3556"/>
                  </a:lnTo>
                  <a:lnTo>
                    <a:pt x="54343" y="2412"/>
                  </a:lnTo>
                  <a:lnTo>
                    <a:pt x="53376" y="2032"/>
                  </a:lnTo>
                  <a:lnTo>
                    <a:pt x="51924" y="1524"/>
                  </a:lnTo>
                  <a:lnTo>
                    <a:pt x="52165" y="1524"/>
                  </a:lnTo>
                  <a:lnTo>
                    <a:pt x="49149" y="889"/>
                  </a:lnTo>
                  <a:lnTo>
                    <a:pt x="46609" y="254"/>
                  </a:lnTo>
                  <a:lnTo>
                    <a:pt x="44068" y="0"/>
                  </a:lnTo>
                  <a:close/>
                </a:path>
                <a:path w="316230" h="132079">
                  <a:moveTo>
                    <a:pt x="46355" y="83693"/>
                  </a:moveTo>
                  <a:lnTo>
                    <a:pt x="36258" y="83693"/>
                  </a:lnTo>
                  <a:lnTo>
                    <a:pt x="37211" y="83947"/>
                  </a:lnTo>
                  <a:lnTo>
                    <a:pt x="44196" y="83947"/>
                  </a:lnTo>
                  <a:lnTo>
                    <a:pt x="46355" y="83693"/>
                  </a:lnTo>
                  <a:close/>
                </a:path>
                <a:path w="316230" h="132079">
                  <a:moveTo>
                    <a:pt x="70884" y="14097"/>
                  </a:moveTo>
                  <a:lnTo>
                    <a:pt x="47371" y="14097"/>
                  </a:lnTo>
                  <a:lnTo>
                    <a:pt x="51943" y="15493"/>
                  </a:lnTo>
                  <a:lnTo>
                    <a:pt x="56387" y="18415"/>
                  </a:lnTo>
                  <a:lnTo>
                    <a:pt x="60833" y="21209"/>
                  </a:lnTo>
                  <a:lnTo>
                    <a:pt x="65405" y="25400"/>
                  </a:lnTo>
                  <a:lnTo>
                    <a:pt x="70104" y="30861"/>
                  </a:lnTo>
                  <a:lnTo>
                    <a:pt x="70104" y="66548"/>
                  </a:lnTo>
                  <a:lnTo>
                    <a:pt x="67310" y="69723"/>
                  </a:lnTo>
                  <a:lnTo>
                    <a:pt x="64770" y="72517"/>
                  </a:lnTo>
                  <a:lnTo>
                    <a:pt x="62230" y="74676"/>
                  </a:lnTo>
                  <a:lnTo>
                    <a:pt x="59817" y="76835"/>
                  </a:lnTo>
                  <a:lnTo>
                    <a:pt x="44196" y="83947"/>
                  </a:lnTo>
                  <a:lnTo>
                    <a:pt x="69307" y="83947"/>
                  </a:lnTo>
                  <a:lnTo>
                    <a:pt x="70104" y="83185"/>
                  </a:lnTo>
                  <a:lnTo>
                    <a:pt x="87630" y="83185"/>
                  </a:lnTo>
                  <a:lnTo>
                    <a:pt x="87630" y="15240"/>
                  </a:lnTo>
                  <a:lnTo>
                    <a:pt x="72136" y="15240"/>
                  </a:lnTo>
                  <a:lnTo>
                    <a:pt x="70884" y="14097"/>
                  </a:lnTo>
                  <a:close/>
                </a:path>
                <a:path w="316230" h="132079">
                  <a:moveTo>
                    <a:pt x="70105" y="83693"/>
                  </a:moveTo>
                  <a:lnTo>
                    <a:pt x="69572" y="83693"/>
                  </a:lnTo>
                  <a:lnTo>
                    <a:pt x="69307" y="83947"/>
                  </a:lnTo>
                  <a:lnTo>
                    <a:pt x="70106" y="83947"/>
                  </a:lnTo>
                  <a:lnTo>
                    <a:pt x="70105" y="83693"/>
                  </a:lnTo>
                  <a:close/>
                </a:path>
                <a:path w="316230" h="132079">
                  <a:moveTo>
                    <a:pt x="85471" y="1778"/>
                  </a:moveTo>
                  <a:lnTo>
                    <a:pt x="74549" y="1778"/>
                  </a:lnTo>
                  <a:lnTo>
                    <a:pt x="73914" y="2032"/>
                  </a:lnTo>
                  <a:lnTo>
                    <a:pt x="73279" y="2412"/>
                  </a:lnTo>
                  <a:lnTo>
                    <a:pt x="72771" y="2667"/>
                  </a:lnTo>
                  <a:lnTo>
                    <a:pt x="72261" y="3556"/>
                  </a:lnTo>
                  <a:lnTo>
                    <a:pt x="72136" y="15240"/>
                  </a:lnTo>
                  <a:lnTo>
                    <a:pt x="87630" y="15240"/>
                  </a:lnTo>
                  <a:lnTo>
                    <a:pt x="87630" y="3556"/>
                  </a:lnTo>
                  <a:lnTo>
                    <a:pt x="87122" y="2667"/>
                  </a:lnTo>
                  <a:lnTo>
                    <a:pt x="86614" y="2412"/>
                  </a:lnTo>
                  <a:lnTo>
                    <a:pt x="86106" y="2032"/>
                  </a:lnTo>
                  <a:lnTo>
                    <a:pt x="85471" y="1778"/>
                  </a:lnTo>
                  <a:close/>
                </a:path>
                <a:path w="316230" h="132079">
                  <a:moveTo>
                    <a:pt x="83693" y="1524"/>
                  </a:moveTo>
                  <a:lnTo>
                    <a:pt x="76327" y="1524"/>
                  </a:lnTo>
                  <a:lnTo>
                    <a:pt x="74295" y="1778"/>
                  </a:lnTo>
                  <a:lnTo>
                    <a:pt x="85724" y="1778"/>
                  </a:lnTo>
                  <a:lnTo>
                    <a:pt x="83693" y="1524"/>
                  </a:lnTo>
                  <a:close/>
                </a:path>
                <a:path w="316230" h="132079">
                  <a:moveTo>
                    <a:pt x="134874" y="1778"/>
                  </a:moveTo>
                  <a:lnTo>
                    <a:pt x="122301" y="1778"/>
                  </a:lnTo>
                  <a:lnTo>
                    <a:pt x="121666" y="2159"/>
                  </a:lnTo>
                  <a:lnTo>
                    <a:pt x="120904" y="2412"/>
                  </a:lnTo>
                  <a:lnTo>
                    <a:pt x="120396" y="2793"/>
                  </a:lnTo>
                  <a:lnTo>
                    <a:pt x="120142" y="3175"/>
                  </a:lnTo>
                  <a:lnTo>
                    <a:pt x="119887" y="3429"/>
                  </a:lnTo>
                  <a:lnTo>
                    <a:pt x="119952" y="66675"/>
                  </a:lnTo>
                  <a:lnTo>
                    <a:pt x="120396" y="70485"/>
                  </a:lnTo>
                  <a:lnTo>
                    <a:pt x="122586" y="79121"/>
                  </a:lnTo>
                  <a:lnTo>
                    <a:pt x="122682" y="79502"/>
                  </a:lnTo>
                  <a:lnTo>
                    <a:pt x="124464" y="83185"/>
                  </a:lnTo>
                  <a:lnTo>
                    <a:pt x="124587" y="83439"/>
                  </a:lnTo>
                  <a:lnTo>
                    <a:pt x="127381" y="86868"/>
                  </a:lnTo>
                  <a:lnTo>
                    <a:pt x="130048" y="90297"/>
                  </a:lnTo>
                  <a:lnTo>
                    <a:pt x="133477" y="92964"/>
                  </a:lnTo>
                  <a:lnTo>
                    <a:pt x="137922" y="94868"/>
                  </a:lnTo>
                  <a:lnTo>
                    <a:pt x="142240" y="96901"/>
                  </a:lnTo>
                  <a:lnTo>
                    <a:pt x="147574" y="97917"/>
                  </a:lnTo>
                  <a:lnTo>
                    <a:pt x="159385" y="97917"/>
                  </a:lnTo>
                  <a:lnTo>
                    <a:pt x="164719" y="96647"/>
                  </a:lnTo>
                  <a:lnTo>
                    <a:pt x="170053" y="93980"/>
                  </a:lnTo>
                  <a:lnTo>
                    <a:pt x="175260" y="91440"/>
                  </a:lnTo>
                  <a:lnTo>
                    <a:pt x="180721" y="87376"/>
                  </a:lnTo>
                  <a:lnTo>
                    <a:pt x="184115" y="83820"/>
                  </a:lnTo>
                  <a:lnTo>
                    <a:pt x="154178" y="83820"/>
                  </a:lnTo>
                  <a:lnTo>
                    <a:pt x="151130" y="83185"/>
                  </a:lnTo>
                  <a:lnTo>
                    <a:pt x="148590" y="82042"/>
                  </a:lnTo>
                  <a:lnTo>
                    <a:pt x="146050" y="80772"/>
                  </a:lnTo>
                  <a:lnTo>
                    <a:pt x="144018" y="79121"/>
                  </a:lnTo>
                  <a:lnTo>
                    <a:pt x="142367" y="76835"/>
                  </a:lnTo>
                  <a:lnTo>
                    <a:pt x="140716" y="74676"/>
                  </a:lnTo>
                  <a:lnTo>
                    <a:pt x="139566" y="72262"/>
                  </a:lnTo>
                  <a:lnTo>
                    <a:pt x="139446" y="72009"/>
                  </a:lnTo>
                  <a:lnTo>
                    <a:pt x="138557" y="68834"/>
                  </a:lnTo>
                  <a:lnTo>
                    <a:pt x="137795" y="65659"/>
                  </a:lnTo>
                  <a:lnTo>
                    <a:pt x="137414" y="61595"/>
                  </a:lnTo>
                  <a:lnTo>
                    <a:pt x="137414" y="3937"/>
                  </a:lnTo>
                  <a:lnTo>
                    <a:pt x="137287" y="3429"/>
                  </a:lnTo>
                  <a:lnTo>
                    <a:pt x="136906" y="3175"/>
                  </a:lnTo>
                  <a:lnTo>
                    <a:pt x="136652" y="2793"/>
                  </a:lnTo>
                  <a:lnTo>
                    <a:pt x="136271" y="2412"/>
                  </a:lnTo>
                  <a:lnTo>
                    <a:pt x="135509" y="2159"/>
                  </a:lnTo>
                  <a:lnTo>
                    <a:pt x="134874" y="1778"/>
                  </a:lnTo>
                  <a:close/>
                </a:path>
                <a:path w="316230" h="132079">
                  <a:moveTo>
                    <a:pt x="197802" y="96393"/>
                  </a:moveTo>
                  <a:lnTo>
                    <a:pt x="190119" y="96393"/>
                  </a:lnTo>
                  <a:lnTo>
                    <a:pt x="192150" y="96647"/>
                  </a:lnTo>
                  <a:lnTo>
                    <a:pt x="195643" y="96647"/>
                  </a:lnTo>
                  <a:lnTo>
                    <a:pt x="197802" y="96393"/>
                  </a:lnTo>
                  <a:close/>
                </a:path>
                <a:path w="316230" h="132079">
                  <a:moveTo>
                    <a:pt x="201913" y="81787"/>
                  </a:moveTo>
                  <a:lnTo>
                    <a:pt x="186055" y="81787"/>
                  </a:lnTo>
                  <a:lnTo>
                    <a:pt x="186055" y="94107"/>
                  </a:lnTo>
                  <a:lnTo>
                    <a:pt x="186182" y="94487"/>
                  </a:lnTo>
                  <a:lnTo>
                    <a:pt x="186690" y="95250"/>
                  </a:lnTo>
                  <a:lnTo>
                    <a:pt x="187071" y="95504"/>
                  </a:lnTo>
                  <a:lnTo>
                    <a:pt x="187579" y="95758"/>
                  </a:lnTo>
                  <a:lnTo>
                    <a:pt x="188637" y="96393"/>
                  </a:lnTo>
                  <a:lnTo>
                    <a:pt x="199220" y="96393"/>
                  </a:lnTo>
                  <a:lnTo>
                    <a:pt x="200279" y="95758"/>
                  </a:lnTo>
                  <a:lnTo>
                    <a:pt x="200914" y="95504"/>
                  </a:lnTo>
                  <a:lnTo>
                    <a:pt x="201422" y="95250"/>
                  </a:lnTo>
                  <a:lnTo>
                    <a:pt x="201930" y="94487"/>
                  </a:lnTo>
                  <a:lnTo>
                    <a:pt x="201913" y="81787"/>
                  </a:lnTo>
                  <a:close/>
                </a:path>
                <a:path w="316230" h="132079">
                  <a:moveTo>
                    <a:pt x="197485" y="1524"/>
                  </a:moveTo>
                  <a:lnTo>
                    <a:pt x="188849" y="1524"/>
                  </a:lnTo>
                  <a:lnTo>
                    <a:pt x="186944" y="1778"/>
                  </a:lnTo>
                  <a:lnTo>
                    <a:pt x="186182" y="2159"/>
                  </a:lnTo>
                  <a:lnTo>
                    <a:pt x="185547" y="2412"/>
                  </a:lnTo>
                  <a:lnTo>
                    <a:pt x="185039" y="2793"/>
                  </a:lnTo>
                  <a:lnTo>
                    <a:pt x="184785" y="3175"/>
                  </a:lnTo>
                  <a:lnTo>
                    <a:pt x="184531" y="3429"/>
                  </a:lnTo>
                  <a:lnTo>
                    <a:pt x="184404" y="66675"/>
                  </a:lnTo>
                  <a:lnTo>
                    <a:pt x="161925" y="83820"/>
                  </a:lnTo>
                  <a:lnTo>
                    <a:pt x="184115" y="83820"/>
                  </a:lnTo>
                  <a:lnTo>
                    <a:pt x="186055" y="81787"/>
                  </a:lnTo>
                  <a:lnTo>
                    <a:pt x="201913" y="81787"/>
                  </a:lnTo>
                  <a:lnTo>
                    <a:pt x="201803" y="3429"/>
                  </a:lnTo>
                  <a:lnTo>
                    <a:pt x="201168" y="2793"/>
                  </a:lnTo>
                  <a:lnTo>
                    <a:pt x="200660" y="2412"/>
                  </a:lnTo>
                  <a:lnTo>
                    <a:pt x="200025" y="2159"/>
                  </a:lnTo>
                  <a:lnTo>
                    <a:pt x="199390" y="1778"/>
                  </a:lnTo>
                  <a:lnTo>
                    <a:pt x="199770" y="1778"/>
                  </a:lnTo>
                  <a:lnTo>
                    <a:pt x="197485" y="1524"/>
                  </a:lnTo>
                  <a:close/>
                </a:path>
                <a:path w="316230" h="132079">
                  <a:moveTo>
                    <a:pt x="132842" y="1524"/>
                  </a:moveTo>
                  <a:lnTo>
                    <a:pt x="124333" y="1524"/>
                  </a:lnTo>
                  <a:lnTo>
                    <a:pt x="122047" y="1778"/>
                  </a:lnTo>
                  <a:lnTo>
                    <a:pt x="135127" y="1778"/>
                  </a:lnTo>
                  <a:lnTo>
                    <a:pt x="132842" y="1524"/>
                  </a:lnTo>
                  <a:close/>
                </a:path>
                <a:path w="316230" h="132079">
                  <a:moveTo>
                    <a:pt x="281559" y="0"/>
                  </a:moveTo>
                  <a:lnTo>
                    <a:pt x="267081" y="0"/>
                  </a:lnTo>
                  <a:lnTo>
                    <a:pt x="260731" y="1143"/>
                  </a:lnTo>
                  <a:lnTo>
                    <a:pt x="231521" y="28702"/>
                  </a:lnTo>
                  <a:lnTo>
                    <a:pt x="229362" y="34925"/>
                  </a:lnTo>
                  <a:lnTo>
                    <a:pt x="228346" y="41783"/>
                  </a:lnTo>
                  <a:lnTo>
                    <a:pt x="228346" y="57404"/>
                  </a:lnTo>
                  <a:lnTo>
                    <a:pt x="249428" y="92837"/>
                  </a:lnTo>
                  <a:lnTo>
                    <a:pt x="268097" y="97917"/>
                  </a:lnTo>
                  <a:lnTo>
                    <a:pt x="280416" y="97917"/>
                  </a:lnTo>
                  <a:lnTo>
                    <a:pt x="311277" y="89027"/>
                  </a:lnTo>
                  <a:lnTo>
                    <a:pt x="311531" y="88646"/>
                  </a:lnTo>
                  <a:lnTo>
                    <a:pt x="311531" y="88137"/>
                  </a:lnTo>
                  <a:lnTo>
                    <a:pt x="311658" y="87630"/>
                  </a:lnTo>
                  <a:lnTo>
                    <a:pt x="311658" y="84582"/>
                  </a:lnTo>
                  <a:lnTo>
                    <a:pt x="271780" y="84582"/>
                  </a:lnTo>
                  <a:lnTo>
                    <a:pt x="266954" y="83820"/>
                  </a:lnTo>
                  <a:lnTo>
                    <a:pt x="263017" y="82296"/>
                  </a:lnTo>
                  <a:lnTo>
                    <a:pt x="259080" y="80899"/>
                  </a:lnTo>
                  <a:lnTo>
                    <a:pt x="255778" y="78612"/>
                  </a:lnTo>
                  <a:lnTo>
                    <a:pt x="253365" y="75818"/>
                  </a:lnTo>
                  <a:lnTo>
                    <a:pt x="250825" y="73025"/>
                  </a:lnTo>
                  <a:lnTo>
                    <a:pt x="249047" y="69596"/>
                  </a:lnTo>
                  <a:lnTo>
                    <a:pt x="248031" y="65659"/>
                  </a:lnTo>
                  <a:lnTo>
                    <a:pt x="246887" y="61722"/>
                  </a:lnTo>
                  <a:lnTo>
                    <a:pt x="246394" y="57404"/>
                  </a:lnTo>
                  <a:lnTo>
                    <a:pt x="246380" y="52324"/>
                  </a:lnTo>
                  <a:lnTo>
                    <a:pt x="310896" y="52324"/>
                  </a:lnTo>
                  <a:lnTo>
                    <a:pt x="312547" y="51689"/>
                  </a:lnTo>
                  <a:lnTo>
                    <a:pt x="313944" y="50673"/>
                  </a:lnTo>
                  <a:lnTo>
                    <a:pt x="315341" y="49530"/>
                  </a:lnTo>
                  <a:lnTo>
                    <a:pt x="315976" y="47752"/>
                  </a:lnTo>
                  <a:lnTo>
                    <a:pt x="315976" y="40259"/>
                  </a:lnTo>
                  <a:lnTo>
                    <a:pt x="246380" y="40259"/>
                  </a:lnTo>
                  <a:lnTo>
                    <a:pt x="246507" y="36703"/>
                  </a:lnTo>
                  <a:lnTo>
                    <a:pt x="261747" y="15112"/>
                  </a:lnTo>
                  <a:lnTo>
                    <a:pt x="265049" y="13589"/>
                  </a:lnTo>
                  <a:lnTo>
                    <a:pt x="268859" y="12827"/>
                  </a:lnTo>
                  <a:lnTo>
                    <a:pt x="306412" y="12827"/>
                  </a:lnTo>
                  <a:lnTo>
                    <a:pt x="302768" y="8636"/>
                  </a:lnTo>
                  <a:lnTo>
                    <a:pt x="298450" y="5587"/>
                  </a:lnTo>
                  <a:lnTo>
                    <a:pt x="293116" y="3429"/>
                  </a:lnTo>
                  <a:lnTo>
                    <a:pt x="287909" y="1143"/>
                  </a:lnTo>
                  <a:lnTo>
                    <a:pt x="281559" y="0"/>
                  </a:lnTo>
                  <a:close/>
                </a:path>
                <a:path w="316230" h="132079">
                  <a:moveTo>
                    <a:pt x="310007" y="77978"/>
                  </a:moveTo>
                  <a:lnTo>
                    <a:pt x="307805" y="77978"/>
                  </a:lnTo>
                  <a:lnTo>
                    <a:pt x="306959" y="78232"/>
                  </a:lnTo>
                  <a:lnTo>
                    <a:pt x="305308" y="78993"/>
                  </a:lnTo>
                  <a:lnTo>
                    <a:pt x="303295" y="79756"/>
                  </a:lnTo>
                  <a:lnTo>
                    <a:pt x="298958" y="81280"/>
                  </a:lnTo>
                  <a:lnTo>
                    <a:pt x="296291" y="82168"/>
                  </a:lnTo>
                  <a:lnTo>
                    <a:pt x="293243" y="82931"/>
                  </a:lnTo>
                  <a:lnTo>
                    <a:pt x="289687" y="83566"/>
                  </a:lnTo>
                  <a:lnTo>
                    <a:pt x="286131" y="84328"/>
                  </a:lnTo>
                  <a:lnTo>
                    <a:pt x="282067" y="84582"/>
                  </a:lnTo>
                  <a:lnTo>
                    <a:pt x="311658" y="84582"/>
                  </a:lnTo>
                  <a:lnTo>
                    <a:pt x="311658" y="80391"/>
                  </a:lnTo>
                  <a:lnTo>
                    <a:pt x="311531" y="79756"/>
                  </a:lnTo>
                  <a:lnTo>
                    <a:pt x="311277" y="79248"/>
                  </a:lnTo>
                  <a:lnTo>
                    <a:pt x="311192" y="78993"/>
                  </a:lnTo>
                  <a:lnTo>
                    <a:pt x="310895" y="78612"/>
                  </a:lnTo>
                  <a:lnTo>
                    <a:pt x="310388" y="78232"/>
                  </a:lnTo>
                  <a:lnTo>
                    <a:pt x="310007" y="77978"/>
                  </a:lnTo>
                  <a:close/>
                </a:path>
                <a:path w="316230" h="132079">
                  <a:moveTo>
                    <a:pt x="306412" y="12827"/>
                  </a:moveTo>
                  <a:lnTo>
                    <a:pt x="281559" y="12827"/>
                  </a:lnTo>
                  <a:lnTo>
                    <a:pt x="287909" y="15240"/>
                  </a:lnTo>
                  <a:lnTo>
                    <a:pt x="292227" y="20066"/>
                  </a:lnTo>
                  <a:lnTo>
                    <a:pt x="296545" y="25018"/>
                  </a:lnTo>
                  <a:lnTo>
                    <a:pt x="298577" y="31750"/>
                  </a:lnTo>
                  <a:lnTo>
                    <a:pt x="298556" y="33147"/>
                  </a:lnTo>
                  <a:lnTo>
                    <a:pt x="298450" y="40259"/>
                  </a:lnTo>
                  <a:lnTo>
                    <a:pt x="315976" y="40259"/>
                  </a:lnTo>
                  <a:lnTo>
                    <a:pt x="315976" y="36322"/>
                  </a:lnTo>
                  <a:lnTo>
                    <a:pt x="315338" y="31750"/>
                  </a:lnTo>
                  <a:lnTo>
                    <a:pt x="315214" y="30861"/>
                  </a:lnTo>
                  <a:lnTo>
                    <a:pt x="313563" y="25781"/>
                  </a:lnTo>
                  <a:lnTo>
                    <a:pt x="312153" y="21082"/>
                  </a:lnTo>
                  <a:lnTo>
                    <a:pt x="312039" y="20701"/>
                  </a:lnTo>
                  <a:lnTo>
                    <a:pt x="309499" y="16256"/>
                  </a:lnTo>
                  <a:lnTo>
                    <a:pt x="306412" y="1282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530855" y="4625340"/>
              <a:ext cx="585343" cy="132080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3247389" y="4625340"/>
              <a:ext cx="291465" cy="98425"/>
            </a:xfrm>
            <a:custGeom>
              <a:avLst/>
              <a:gdLst/>
              <a:ahLst/>
              <a:cxnLst/>
              <a:rect l="l" t="t" r="r" b="b"/>
              <a:pathLst>
                <a:path w="291464" h="98425">
                  <a:moveTo>
                    <a:pt x="2159" y="76454"/>
                  </a:moveTo>
                  <a:lnTo>
                    <a:pt x="1778" y="76454"/>
                  </a:lnTo>
                  <a:lnTo>
                    <a:pt x="931" y="76962"/>
                  </a:lnTo>
                  <a:lnTo>
                    <a:pt x="0" y="86741"/>
                  </a:lnTo>
                  <a:lnTo>
                    <a:pt x="296" y="88011"/>
                  </a:lnTo>
                  <a:lnTo>
                    <a:pt x="5714" y="92837"/>
                  </a:lnTo>
                  <a:lnTo>
                    <a:pt x="7493" y="93726"/>
                  </a:lnTo>
                  <a:lnTo>
                    <a:pt x="9525" y="94487"/>
                  </a:lnTo>
                  <a:lnTo>
                    <a:pt x="12064" y="95250"/>
                  </a:lnTo>
                  <a:lnTo>
                    <a:pt x="14477" y="96012"/>
                  </a:lnTo>
                  <a:lnTo>
                    <a:pt x="17272" y="96647"/>
                  </a:lnTo>
                  <a:lnTo>
                    <a:pt x="23495" y="97662"/>
                  </a:lnTo>
                  <a:lnTo>
                    <a:pt x="26670" y="97917"/>
                  </a:lnTo>
                  <a:lnTo>
                    <a:pt x="35687" y="97917"/>
                  </a:lnTo>
                  <a:lnTo>
                    <a:pt x="63373" y="84962"/>
                  </a:lnTo>
                  <a:lnTo>
                    <a:pt x="27273" y="84962"/>
                  </a:lnTo>
                  <a:lnTo>
                    <a:pt x="22987" y="84328"/>
                  </a:lnTo>
                  <a:lnTo>
                    <a:pt x="19812" y="83439"/>
                  </a:lnTo>
                  <a:lnTo>
                    <a:pt x="16763" y="82550"/>
                  </a:lnTo>
                  <a:lnTo>
                    <a:pt x="14097" y="81661"/>
                  </a:lnTo>
                  <a:lnTo>
                    <a:pt x="11937" y="80518"/>
                  </a:lnTo>
                  <a:lnTo>
                    <a:pt x="9651" y="79502"/>
                  </a:lnTo>
                  <a:lnTo>
                    <a:pt x="7747" y="78486"/>
                  </a:lnTo>
                  <a:lnTo>
                    <a:pt x="5134" y="76962"/>
                  </a:lnTo>
                  <a:lnTo>
                    <a:pt x="635" y="76962"/>
                  </a:lnTo>
                  <a:lnTo>
                    <a:pt x="2159" y="76454"/>
                  </a:lnTo>
                  <a:close/>
                </a:path>
                <a:path w="291464" h="98425">
                  <a:moveTo>
                    <a:pt x="39750" y="0"/>
                  </a:moveTo>
                  <a:lnTo>
                    <a:pt x="31369" y="0"/>
                  </a:lnTo>
                  <a:lnTo>
                    <a:pt x="26162" y="762"/>
                  </a:lnTo>
                  <a:lnTo>
                    <a:pt x="4373" y="16256"/>
                  </a:lnTo>
                  <a:lnTo>
                    <a:pt x="3098" y="18923"/>
                  </a:lnTo>
                  <a:lnTo>
                    <a:pt x="2976" y="19177"/>
                  </a:lnTo>
                  <a:lnTo>
                    <a:pt x="2854" y="19431"/>
                  </a:lnTo>
                  <a:lnTo>
                    <a:pt x="2793" y="19558"/>
                  </a:lnTo>
                  <a:lnTo>
                    <a:pt x="2159" y="22987"/>
                  </a:lnTo>
                  <a:lnTo>
                    <a:pt x="2159" y="30353"/>
                  </a:lnTo>
                  <a:lnTo>
                    <a:pt x="2793" y="33782"/>
                  </a:lnTo>
                  <a:lnTo>
                    <a:pt x="4190" y="36576"/>
                  </a:lnTo>
                  <a:lnTo>
                    <a:pt x="5587" y="39497"/>
                  </a:lnTo>
                  <a:lnTo>
                    <a:pt x="35179" y="56134"/>
                  </a:lnTo>
                  <a:lnTo>
                    <a:pt x="37973" y="57150"/>
                  </a:lnTo>
                  <a:lnTo>
                    <a:pt x="40512" y="58420"/>
                  </a:lnTo>
                  <a:lnTo>
                    <a:pt x="45085" y="60960"/>
                  </a:lnTo>
                  <a:lnTo>
                    <a:pt x="46989" y="62484"/>
                  </a:lnTo>
                  <a:lnTo>
                    <a:pt x="48387" y="64262"/>
                  </a:lnTo>
                  <a:lnTo>
                    <a:pt x="49784" y="65912"/>
                  </a:lnTo>
                  <a:lnTo>
                    <a:pt x="50419" y="68072"/>
                  </a:lnTo>
                  <a:lnTo>
                    <a:pt x="50419" y="73025"/>
                  </a:lnTo>
                  <a:lnTo>
                    <a:pt x="32003" y="84962"/>
                  </a:lnTo>
                  <a:lnTo>
                    <a:pt x="63373" y="84962"/>
                  </a:lnTo>
                  <a:lnTo>
                    <a:pt x="66929" y="77851"/>
                  </a:lnTo>
                  <a:lnTo>
                    <a:pt x="67818" y="73787"/>
                  </a:lnTo>
                  <a:lnTo>
                    <a:pt x="67818" y="65405"/>
                  </a:lnTo>
                  <a:lnTo>
                    <a:pt x="67256" y="62484"/>
                  </a:lnTo>
                  <a:lnTo>
                    <a:pt x="67183" y="62103"/>
                  </a:lnTo>
                  <a:lnTo>
                    <a:pt x="65786" y="59436"/>
                  </a:lnTo>
                  <a:lnTo>
                    <a:pt x="64388" y="56642"/>
                  </a:lnTo>
                  <a:lnTo>
                    <a:pt x="37464" y="41275"/>
                  </a:lnTo>
                  <a:lnTo>
                    <a:pt x="34544" y="40132"/>
                  </a:lnTo>
                  <a:lnTo>
                    <a:pt x="31623" y="39116"/>
                  </a:lnTo>
                  <a:lnTo>
                    <a:pt x="28956" y="37973"/>
                  </a:lnTo>
                  <a:lnTo>
                    <a:pt x="26670" y="36576"/>
                  </a:lnTo>
                  <a:lnTo>
                    <a:pt x="24384" y="35306"/>
                  </a:lnTo>
                  <a:lnTo>
                    <a:pt x="22606" y="33782"/>
                  </a:lnTo>
                  <a:lnTo>
                    <a:pt x="21082" y="32004"/>
                  </a:lnTo>
                  <a:lnTo>
                    <a:pt x="19784" y="30353"/>
                  </a:lnTo>
                  <a:lnTo>
                    <a:pt x="19050" y="28067"/>
                  </a:lnTo>
                  <a:lnTo>
                    <a:pt x="19050" y="23749"/>
                  </a:lnTo>
                  <a:lnTo>
                    <a:pt x="19431" y="21971"/>
                  </a:lnTo>
                  <a:lnTo>
                    <a:pt x="20193" y="20447"/>
                  </a:lnTo>
                  <a:lnTo>
                    <a:pt x="20534" y="19558"/>
                  </a:lnTo>
                  <a:lnTo>
                    <a:pt x="20583" y="19431"/>
                  </a:lnTo>
                  <a:lnTo>
                    <a:pt x="20681" y="19177"/>
                  </a:lnTo>
                  <a:lnTo>
                    <a:pt x="20779" y="18923"/>
                  </a:lnTo>
                  <a:lnTo>
                    <a:pt x="21035" y="18542"/>
                  </a:lnTo>
                  <a:lnTo>
                    <a:pt x="21971" y="17399"/>
                  </a:lnTo>
                  <a:lnTo>
                    <a:pt x="23495" y="16256"/>
                  </a:lnTo>
                  <a:lnTo>
                    <a:pt x="24892" y="15112"/>
                  </a:lnTo>
                  <a:lnTo>
                    <a:pt x="26797" y="14224"/>
                  </a:lnTo>
                  <a:lnTo>
                    <a:pt x="30911" y="13081"/>
                  </a:lnTo>
                  <a:lnTo>
                    <a:pt x="30099" y="13081"/>
                  </a:lnTo>
                  <a:lnTo>
                    <a:pt x="33909" y="12700"/>
                  </a:lnTo>
                  <a:lnTo>
                    <a:pt x="62992" y="12700"/>
                  </a:lnTo>
                  <a:lnTo>
                    <a:pt x="62992" y="12065"/>
                  </a:lnTo>
                  <a:lnTo>
                    <a:pt x="62731" y="10414"/>
                  </a:lnTo>
                  <a:lnTo>
                    <a:pt x="62611" y="9652"/>
                  </a:lnTo>
                  <a:lnTo>
                    <a:pt x="62484" y="8509"/>
                  </a:lnTo>
                  <a:lnTo>
                    <a:pt x="62357" y="8128"/>
                  </a:lnTo>
                  <a:lnTo>
                    <a:pt x="62230" y="7620"/>
                  </a:lnTo>
                  <a:lnTo>
                    <a:pt x="61722" y="6858"/>
                  </a:lnTo>
                  <a:lnTo>
                    <a:pt x="61213" y="6350"/>
                  </a:lnTo>
                  <a:lnTo>
                    <a:pt x="59689" y="5334"/>
                  </a:lnTo>
                  <a:lnTo>
                    <a:pt x="58547" y="4699"/>
                  </a:lnTo>
                  <a:lnTo>
                    <a:pt x="57150" y="4064"/>
                  </a:lnTo>
                  <a:lnTo>
                    <a:pt x="55625" y="3302"/>
                  </a:lnTo>
                  <a:lnTo>
                    <a:pt x="42290" y="254"/>
                  </a:lnTo>
                  <a:lnTo>
                    <a:pt x="39750" y="0"/>
                  </a:lnTo>
                  <a:close/>
                </a:path>
                <a:path w="291464" h="98425">
                  <a:moveTo>
                    <a:pt x="3936" y="76454"/>
                  </a:moveTo>
                  <a:lnTo>
                    <a:pt x="2159" y="76454"/>
                  </a:lnTo>
                  <a:lnTo>
                    <a:pt x="635" y="76962"/>
                  </a:lnTo>
                  <a:lnTo>
                    <a:pt x="5460" y="76962"/>
                  </a:lnTo>
                  <a:lnTo>
                    <a:pt x="3936" y="76454"/>
                  </a:lnTo>
                  <a:close/>
                </a:path>
                <a:path w="291464" h="98425">
                  <a:moveTo>
                    <a:pt x="4263" y="76454"/>
                  </a:moveTo>
                  <a:lnTo>
                    <a:pt x="3936" y="76454"/>
                  </a:lnTo>
                  <a:lnTo>
                    <a:pt x="5460" y="76962"/>
                  </a:lnTo>
                  <a:lnTo>
                    <a:pt x="5134" y="76962"/>
                  </a:lnTo>
                  <a:lnTo>
                    <a:pt x="4263" y="76454"/>
                  </a:lnTo>
                  <a:close/>
                </a:path>
                <a:path w="291464" h="98425">
                  <a:moveTo>
                    <a:pt x="62992" y="12700"/>
                  </a:moveTo>
                  <a:lnTo>
                    <a:pt x="40259" y="12700"/>
                  </a:lnTo>
                  <a:lnTo>
                    <a:pt x="43307" y="13081"/>
                  </a:lnTo>
                  <a:lnTo>
                    <a:pt x="45847" y="13716"/>
                  </a:lnTo>
                  <a:lnTo>
                    <a:pt x="48513" y="14478"/>
                  </a:lnTo>
                  <a:lnTo>
                    <a:pt x="50800" y="15240"/>
                  </a:lnTo>
                  <a:lnTo>
                    <a:pt x="53022" y="16256"/>
                  </a:lnTo>
                  <a:lnTo>
                    <a:pt x="54610" y="16891"/>
                  </a:lnTo>
                  <a:lnTo>
                    <a:pt x="56134" y="17653"/>
                  </a:lnTo>
                  <a:lnTo>
                    <a:pt x="57594" y="18542"/>
                  </a:lnTo>
                  <a:lnTo>
                    <a:pt x="58547" y="19177"/>
                  </a:lnTo>
                  <a:lnTo>
                    <a:pt x="59562" y="19558"/>
                  </a:lnTo>
                  <a:lnTo>
                    <a:pt x="60579" y="19558"/>
                  </a:lnTo>
                  <a:lnTo>
                    <a:pt x="60960" y="19431"/>
                  </a:lnTo>
                  <a:lnTo>
                    <a:pt x="62955" y="14478"/>
                  </a:lnTo>
                  <a:lnTo>
                    <a:pt x="62992" y="12700"/>
                  </a:lnTo>
                  <a:close/>
                </a:path>
                <a:path w="291464" h="98425">
                  <a:moveTo>
                    <a:pt x="143001" y="0"/>
                  </a:moveTo>
                  <a:lnTo>
                    <a:pt x="127000" y="0"/>
                  </a:lnTo>
                  <a:lnTo>
                    <a:pt x="119761" y="1270"/>
                  </a:lnTo>
                  <a:lnTo>
                    <a:pt x="87249" y="35433"/>
                  </a:lnTo>
                  <a:lnTo>
                    <a:pt x="86106" y="42545"/>
                  </a:lnTo>
                  <a:lnTo>
                    <a:pt x="86223" y="58166"/>
                  </a:lnTo>
                  <a:lnTo>
                    <a:pt x="106552" y="92456"/>
                  </a:lnTo>
                  <a:lnTo>
                    <a:pt x="125222" y="97917"/>
                  </a:lnTo>
                  <a:lnTo>
                    <a:pt x="141224" y="97917"/>
                  </a:lnTo>
                  <a:lnTo>
                    <a:pt x="147624" y="96774"/>
                  </a:lnTo>
                  <a:lnTo>
                    <a:pt x="148008" y="96774"/>
                  </a:lnTo>
                  <a:lnTo>
                    <a:pt x="154559" y="94234"/>
                  </a:lnTo>
                  <a:lnTo>
                    <a:pt x="160655" y="91693"/>
                  </a:lnTo>
                  <a:lnTo>
                    <a:pt x="165862" y="88265"/>
                  </a:lnTo>
                  <a:lnTo>
                    <a:pt x="169693" y="84074"/>
                  </a:lnTo>
                  <a:lnTo>
                    <a:pt x="128270" y="84074"/>
                  </a:lnTo>
                  <a:lnTo>
                    <a:pt x="124242" y="83312"/>
                  </a:lnTo>
                  <a:lnTo>
                    <a:pt x="123825" y="83312"/>
                  </a:lnTo>
                  <a:lnTo>
                    <a:pt x="115950" y="79375"/>
                  </a:lnTo>
                  <a:lnTo>
                    <a:pt x="104506" y="42545"/>
                  </a:lnTo>
                  <a:lnTo>
                    <a:pt x="104732" y="40512"/>
                  </a:lnTo>
                  <a:lnTo>
                    <a:pt x="104817" y="39751"/>
                  </a:lnTo>
                  <a:lnTo>
                    <a:pt x="104901" y="38989"/>
                  </a:lnTo>
                  <a:lnTo>
                    <a:pt x="106172" y="34671"/>
                  </a:lnTo>
                  <a:lnTo>
                    <a:pt x="107314" y="30353"/>
                  </a:lnTo>
                  <a:lnTo>
                    <a:pt x="109093" y="26670"/>
                  </a:lnTo>
                  <a:lnTo>
                    <a:pt x="111531" y="23622"/>
                  </a:lnTo>
                  <a:lnTo>
                    <a:pt x="114046" y="20320"/>
                  </a:lnTo>
                  <a:lnTo>
                    <a:pt x="117094" y="17907"/>
                  </a:lnTo>
                  <a:lnTo>
                    <a:pt x="120904" y="16256"/>
                  </a:lnTo>
                  <a:lnTo>
                    <a:pt x="124441" y="14605"/>
                  </a:lnTo>
                  <a:lnTo>
                    <a:pt x="123973" y="14605"/>
                  </a:lnTo>
                  <a:lnTo>
                    <a:pt x="129159" y="13716"/>
                  </a:lnTo>
                  <a:lnTo>
                    <a:pt x="171422" y="13716"/>
                  </a:lnTo>
                  <a:lnTo>
                    <a:pt x="170561" y="12827"/>
                  </a:lnTo>
                  <a:lnTo>
                    <a:pt x="166624" y="8636"/>
                  </a:lnTo>
                  <a:lnTo>
                    <a:pt x="161671" y="5461"/>
                  </a:lnTo>
                  <a:lnTo>
                    <a:pt x="149987" y="1143"/>
                  </a:lnTo>
                  <a:lnTo>
                    <a:pt x="143001" y="0"/>
                  </a:lnTo>
                  <a:close/>
                </a:path>
                <a:path w="291464" h="98425">
                  <a:moveTo>
                    <a:pt x="171422" y="13716"/>
                  </a:moveTo>
                  <a:lnTo>
                    <a:pt x="140081" y="13716"/>
                  </a:lnTo>
                  <a:lnTo>
                    <a:pt x="144907" y="14605"/>
                  </a:lnTo>
                  <a:lnTo>
                    <a:pt x="152526" y="18415"/>
                  </a:lnTo>
                  <a:lnTo>
                    <a:pt x="163847" y="55245"/>
                  </a:lnTo>
                  <a:lnTo>
                    <a:pt x="163627" y="57277"/>
                  </a:lnTo>
                  <a:lnTo>
                    <a:pt x="163531" y="58166"/>
                  </a:lnTo>
                  <a:lnTo>
                    <a:pt x="163449" y="58928"/>
                  </a:lnTo>
                  <a:lnTo>
                    <a:pt x="161162" y="67564"/>
                  </a:lnTo>
                  <a:lnTo>
                    <a:pt x="159258" y="71247"/>
                  </a:lnTo>
                  <a:lnTo>
                    <a:pt x="156945" y="74168"/>
                  </a:lnTo>
                  <a:lnTo>
                    <a:pt x="154432" y="77470"/>
                  </a:lnTo>
                  <a:lnTo>
                    <a:pt x="151257" y="79883"/>
                  </a:lnTo>
                  <a:lnTo>
                    <a:pt x="147447" y="81534"/>
                  </a:lnTo>
                  <a:lnTo>
                    <a:pt x="143637" y="83312"/>
                  </a:lnTo>
                  <a:lnTo>
                    <a:pt x="139192" y="84074"/>
                  </a:lnTo>
                  <a:lnTo>
                    <a:pt x="169693" y="84074"/>
                  </a:lnTo>
                  <a:lnTo>
                    <a:pt x="182245" y="55245"/>
                  </a:lnTo>
                  <a:lnTo>
                    <a:pt x="182142" y="39751"/>
                  </a:lnTo>
                  <a:lnTo>
                    <a:pt x="181612" y="35814"/>
                  </a:lnTo>
                  <a:lnTo>
                    <a:pt x="181561" y="35433"/>
                  </a:lnTo>
                  <a:lnTo>
                    <a:pt x="181458" y="34671"/>
                  </a:lnTo>
                  <a:lnTo>
                    <a:pt x="181356" y="33909"/>
                  </a:lnTo>
                  <a:lnTo>
                    <a:pt x="179324" y="27940"/>
                  </a:lnTo>
                  <a:lnTo>
                    <a:pt x="177419" y="21971"/>
                  </a:lnTo>
                  <a:lnTo>
                    <a:pt x="174498" y="16891"/>
                  </a:lnTo>
                  <a:lnTo>
                    <a:pt x="171422" y="13716"/>
                  </a:lnTo>
                  <a:close/>
                </a:path>
                <a:path w="291464" h="98425">
                  <a:moveTo>
                    <a:pt x="221742" y="96393"/>
                  </a:moveTo>
                  <a:lnTo>
                    <a:pt x="213106" y="96393"/>
                  </a:lnTo>
                  <a:lnTo>
                    <a:pt x="214249" y="96520"/>
                  </a:lnTo>
                  <a:lnTo>
                    <a:pt x="220599" y="96520"/>
                  </a:lnTo>
                  <a:lnTo>
                    <a:pt x="221742" y="96393"/>
                  </a:lnTo>
                  <a:close/>
                </a:path>
                <a:path w="291464" h="98425">
                  <a:moveTo>
                    <a:pt x="287020" y="96393"/>
                  </a:moveTo>
                  <a:lnTo>
                    <a:pt x="278384" y="96393"/>
                  </a:lnTo>
                  <a:lnTo>
                    <a:pt x="279400" y="96520"/>
                  </a:lnTo>
                  <a:lnTo>
                    <a:pt x="285876" y="96520"/>
                  </a:lnTo>
                  <a:lnTo>
                    <a:pt x="287020" y="96393"/>
                  </a:lnTo>
                  <a:close/>
                </a:path>
                <a:path w="291464" h="98425">
                  <a:moveTo>
                    <a:pt x="220599" y="1524"/>
                  </a:moveTo>
                  <a:lnTo>
                    <a:pt x="212725" y="1524"/>
                  </a:lnTo>
                  <a:lnTo>
                    <a:pt x="210820" y="1778"/>
                  </a:lnTo>
                  <a:lnTo>
                    <a:pt x="210185" y="2159"/>
                  </a:lnTo>
                  <a:lnTo>
                    <a:pt x="209550" y="2412"/>
                  </a:lnTo>
                  <a:lnTo>
                    <a:pt x="209169" y="2793"/>
                  </a:lnTo>
                  <a:lnTo>
                    <a:pt x="208914" y="3175"/>
                  </a:lnTo>
                  <a:lnTo>
                    <a:pt x="208787" y="94487"/>
                  </a:lnTo>
                  <a:lnTo>
                    <a:pt x="209296" y="95250"/>
                  </a:lnTo>
                  <a:lnTo>
                    <a:pt x="209676" y="95504"/>
                  </a:lnTo>
                  <a:lnTo>
                    <a:pt x="210438" y="95758"/>
                  </a:lnTo>
                  <a:lnTo>
                    <a:pt x="211497" y="96393"/>
                  </a:lnTo>
                  <a:lnTo>
                    <a:pt x="223350" y="96393"/>
                  </a:lnTo>
                  <a:lnTo>
                    <a:pt x="224409" y="95758"/>
                  </a:lnTo>
                  <a:lnTo>
                    <a:pt x="225044" y="95504"/>
                  </a:lnTo>
                  <a:lnTo>
                    <a:pt x="225551" y="95250"/>
                  </a:lnTo>
                  <a:lnTo>
                    <a:pt x="225806" y="94868"/>
                  </a:lnTo>
                  <a:lnTo>
                    <a:pt x="226187" y="94487"/>
                  </a:lnTo>
                  <a:lnTo>
                    <a:pt x="226313" y="31242"/>
                  </a:lnTo>
                  <a:lnTo>
                    <a:pt x="231139" y="25654"/>
                  </a:lnTo>
                  <a:lnTo>
                    <a:pt x="235712" y="21462"/>
                  </a:lnTo>
                  <a:lnTo>
                    <a:pt x="243635" y="16256"/>
                  </a:lnTo>
                  <a:lnTo>
                    <a:pt x="224536" y="16256"/>
                  </a:lnTo>
                  <a:lnTo>
                    <a:pt x="224409" y="3429"/>
                  </a:lnTo>
                  <a:lnTo>
                    <a:pt x="224155" y="3175"/>
                  </a:lnTo>
                  <a:lnTo>
                    <a:pt x="223900" y="2793"/>
                  </a:lnTo>
                  <a:lnTo>
                    <a:pt x="223520" y="2412"/>
                  </a:lnTo>
                  <a:lnTo>
                    <a:pt x="223012" y="2159"/>
                  </a:lnTo>
                  <a:lnTo>
                    <a:pt x="222376" y="1778"/>
                  </a:lnTo>
                  <a:lnTo>
                    <a:pt x="222630" y="1778"/>
                  </a:lnTo>
                  <a:lnTo>
                    <a:pt x="220599" y="1524"/>
                  </a:lnTo>
                  <a:close/>
                </a:path>
                <a:path w="291464" h="98425">
                  <a:moveTo>
                    <a:pt x="286432" y="14224"/>
                  </a:moveTo>
                  <a:lnTo>
                    <a:pt x="256794" y="14224"/>
                  </a:lnTo>
                  <a:lnTo>
                    <a:pt x="259842" y="14732"/>
                  </a:lnTo>
                  <a:lnTo>
                    <a:pt x="262509" y="16002"/>
                  </a:lnTo>
                  <a:lnTo>
                    <a:pt x="273938" y="94487"/>
                  </a:lnTo>
                  <a:lnTo>
                    <a:pt x="274320" y="94868"/>
                  </a:lnTo>
                  <a:lnTo>
                    <a:pt x="274574" y="95250"/>
                  </a:lnTo>
                  <a:lnTo>
                    <a:pt x="274955" y="95504"/>
                  </a:lnTo>
                  <a:lnTo>
                    <a:pt x="275589" y="95758"/>
                  </a:lnTo>
                  <a:lnTo>
                    <a:pt x="276859" y="96393"/>
                  </a:lnTo>
                  <a:lnTo>
                    <a:pt x="288628" y="96393"/>
                  </a:lnTo>
                  <a:lnTo>
                    <a:pt x="289687" y="95758"/>
                  </a:lnTo>
                  <a:lnTo>
                    <a:pt x="290322" y="95504"/>
                  </a:lnTo>
                  <a:lnTo>
                    <a:pt x="290702" y="95250"/>
                  </a:lnTo>
                  <a:lnTo>
                    <a:pt x="291084" y="94868"/>
                  </a:lnTo>
                  <a:lnTo>
                    <a:pt x="291338" y="94487"/>
                  </a:lnTo>
                  <a:lnTo>
                    <a:pt x="291273" y="31242"/>
                  </a:lnTo>
                  <a:lnTo>
                    <a:pt x="286761" y="14732"/>
                  </a:lnTo>
                  <a:lnTo>
                    <a:pt x="286638" y="14478"/>
                  </a:lnTo>
                  <a:lnTo>
                    <a:pt x="286432" y="14224"/>
                  </a:lnTo>
                  <a:close/>
                </a:path>
                <a:path w="291464" h="98425">
                  <a:moveTo>
                    <a:pt x="263525" y="0"/>
                  </a:moveTo>
                  <a:lnTo>
                    <a:pt x="251587" y="0"/>
                  </a:lnTo>
                  <a:lnTo>
                    <a:pt x="246125" y="1270"/>
                  </a:lnTo>
                  <a:lnTo>
                    <a:pt x="240792" y="3937"/>
                  </a:lnTo>
                  <a:lnTo>
                    <a:pt x="235331" y="6477"/>
                  </a:lnTo>
                  <a:lnTo>
                    <a:pt x="229997" y="10668"/>
                  </a:lnTo>
                  <a:lnTo>
                    <a:pt x="224536" y="16256"/>
                  </a:lnTo>
                  <a:lnTo>
                    <a:pt x="243635" y="16256"/>
                  </a:lnTo>
                  <a:lnTo>
                    <a:pt x="244601" y="15621"/>
                  </a:lnTo>
                  <a:lnTo>
                    <a:pt x="249047" y="14224"/>
                  </a:lnTo>
                  <a:lnTo>
                    <a:pt x="286432" y="14224"/>
                  </a:lnTo>
                  <a:lnTo>
                    <a:pt x="281177" y="7747"/>
                  </a:lnTo>
                  <a:lnTo>
                    <a:pt x="277622" y="5080"/>
                  </a:lnTo>
                  <a:lnTo>
                    <a:pt x="272748" y="2793"/>
                  </a:lnTo>
                  <a:lnTo>
                    <a:pt x="268859" y="1016"/>
                  </a:lnTo>
                  <a:lnTo>
                    <a:pt x="2635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675633" y="4603115"/>
              <a:ext cx="927353" cy="154051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9525" y="4848352"/>
              <a:ext cx="800138" cy="12026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735327" y="4829302"/>
              <a:ext cx="574802" cy="139319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11932" y="4848352"/>
              <a:ext cx="766191" cy="120268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3888867" y="4828159"/>
              <a:ext cx="714248" cy="140462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836218" y="5114544"/>
              <a:ext cx="284480" cy="132080"/>
            </a:xfrm>
            <a:custGeom>
              <a:avLst/>
              <a:gdLst/>
              <a:ahLst/>
              <a:cxnLst/>
              <a:rect l="l" t="t" r="r" b="b"/>
              <a:pathLst>
                <a:path w="284480" h="132079">
                  <a:moveTo>
                    <a:pt x="2311" y="131571"/>
                  </a:moveTo>
                  <a:lnTo>
                    <a:pt x="2082" y="131571"/>
                  </a:lnTo>
                  <a:lnTo>
                    <a:pt x="5473" y="131952"/>
                  </a:lnTo>
                  <a:lnTo>
                    <a:pt x="6883" y="132079"/>
                  </a:lnTo>
                  <a:lnTo>
                    <a:pt x="10350" y="132079"/>
                  </a:lnTo>
                  <a:lnTo>
                    <a:pt x="11785" y="131952"/>
                  </a:lnTo>
                  <a:lnTo>
                    <a:pt x="12915" y="131825"/>
                  </a:lnTo>
                  <a:lnTo>
                    <a:pt x="4114" y="131825"/>
                  </a:lnTo>
                  <a:lnTo>
                    <a:pt x="2311" y="131571"/>
                  </a:lnTo>
                  <a:close/>
                </a:path>
                <a:path w="284480" h="132079">
                  <a:moveTo>
                    <a:pt x="14712" y="2793"/>
                  </a:moveTo>
                  <a:lnTo>
                    <a:pt x="349" y="2793"/>
                  </a:lnTo>
                  <a:lnTo>
                    <a:pt x="0" y="3428"/>
                  </a:lnTo>
                  <a:lnTo>
                    <a:pt x="25" y="129920"/>
                  </a:lnTo>
                  <a:lnTo>
                    <a:pt x="508" y="130682"/>
                  </a:lnTo>
                  <a:lnTo>
                    <a:pt x="977" y="130936"/>
                  </a:lnTo>
                  <a:lnTo>
                    <a:pt x="1638" y="131190"/>
                  </a:lnTo>
                  <a:lnTo>
                    <a:pt x="2311" y="131571"/>
                  </a:lnTo>
                  <a:lnTo>
                    <a:pt x="4114" y="131825"/>
                  </a:lnTo>
                  <a:lnTo>
                    <a:pt x="13157" y="131825"/>
                  </a:lnTo>
                  <a:lnTo>
                    <a:pt x="14935" y="131571"/>
                  </a:lnTo>
                  <a:lnTo>
                    <a:pt x="15570" y="131190"/>
                  </a:lnTo>
                  <a:lnTo>
                    <a:pt x="16205" y="130936"/>
                  </a:lnTo>
                  <a:lnTo>
                    <a:pt x="16662" y="130682"/>
                  </a:lnTo>
                  <a:lnTo>
                    <a:pt x="17233" y="129920"/>
                  </a:lnTo>
                  <a:lnTo>
                    <a:pt x="17373" y="129412"/>
                  </a:lnTo>
                  <a:lnTo>
                    <a:pt x="17373" y="84327"/>
                  </a:lnTo>
                  <a:lnTo>
                    <a:pt x="76936" y="84327"/>
                  </a:lnTo>
                  <a:lnTo>
                    <a:pt x="77347" y="83819"/>
                  </a:lnTo>
                  <a:lnTo>
                    <a:pt x="39992" y="83819"/>
                  </a:lnTo>
                  <a:lnTo>
                    <a:pt x="35445" y="82422"/>
                  </a:lnTo>
                  <a:lnTo>
                    <a:pt x="26784" y="76580"/>
                  </a:lnTo>
                  <a:lnTo>
                    <a:pt x="22199" y="72389"/>
                  </a:lnTo>
                  <a:lnTo>
                    <a:pt x="17373" y="66928"/>
                  </a:lnTo>
                  <a:lnTo>
                    <a:pt x="17373" y="31495"/>
                  </a:lnTo>
                  <a:lnTo>
                    <a:pt x="20142" y="28193"/>
                  </a:lnTo>
                  <a:lnTo>
                    <a:pt x="22771" y="25526"/>
                  </a:lnTo>
                  <a:lnTo>
                    <a:pt x="25101" y="23494"/>
                  </a:lnTo>
                  <a:lnTo>
                    <a:pt x="27736" y="21081"/>
                  </a:lnTo>
                  <a:lnTo>
                    <a:pt x="30124" y="19303"/>
                  </a:lnTo>
                  <a:lnTo>
                    <a:pt x="32397" y="18033"/>
                  </a:lnTo>
                  <a:lnTo>
                    <a:pt x="34671" y="16636"/>
                  </a:lnTo>
                  <a:lnTo>
                    <a:pt x="35229" y="16382"/>
                  </a:lnTo>
                  <a:lnTo>
                    <a:pt x="15252" y="16382"/>
                  </a:lnTo>
                  <a:lnTo>
                    <a:pt x="15252" y="3809"/>
                  </a:lnTo>
                  <a:lnTo>
                    <a:pt x="15125" y="3428"/>
                  </a:lnTo>
                  <a:lnTo>
                    <a:pt x="14712" y="2793"/>
                  </a:lnTo>
                  <a:close/>
                </a:path>
                <a:path w="284480" h="132079">
                  <a:moveTo>
                    <a:pt x="15176" y="131571"/>
                  </a:moveTo>
                  <a:lnTo>
                    <a:pt x="14935" y="131571"/>
                  </a:lnTo>
                  <a:lnTo>
                    <a:pt x="13157" y="131825"/>
                  </a:lnTo>
                  <a:lnTo>
                    <a:pt x="12915" y="131825"/>
                  </a:lnTo>
                  <a:lnTo>
                    <a:pt x="15176" y="131571"/>
                  </a:lnTo>
                  <a:close/>
                </a:path>
                <a:path w="284480" h="132079">
                  <a:moveTo>
                    <a:pt x="76936" y="84327"/>
                  </a:moveTo>
                  <a:lnTo>
                    <a:pt x="17373" y="84327"/>
                  </a:lnTo>
                  <a:lnTo>
                    <a:pt x="19913" y="86613"/>
                  </a:lnTo>
                  <a:lnTo>
                    <a:pt x="43459" y="97916"/>
                  </a:lnTo>
                  <a:lnTo>
                    <a:pt x="52920" y="97916"/>
                  </a:lnTo>
                  <a:lnTo>
                    <a:pt x="58813" y="96773"/>
                  </a:lnTo>
                  <a:lnTo>
                    <a:pt x="63969" y="94360"/>
                  </a:lnTo>
                  <a:lnTo>
                    <a:pt x="69113" y="92074"/>
                  </a:lnTo>
                  <a:lnTo>
                    <a:pt x="73444" y="88645"/>
                  </a:lnTo>
                  <a:lnTo>
                    <a:pt x="76936" y="84327"/>
                  </a:lnTo>
                  <a:close/>
                </a:path>
                <a:path w="284480" h="132079">
                  <a:moveTo>
                    <a:pt x="78740" y="14096"/>
                  </a:moveTo>
                  <a:lnTo>
                    <a:pt x="50368" y="14096"/>
                  </a:lnTo>
                  <a:lnTo>
                    <a:pt x="54165" y="15112"/>
                  </a:lnTo>
                  <a:lnTo>
                    <a:pt x="57213" y="17017"/>
                  </a:lnTo>
                  <a:lnTo>
                    <a:pt x="69468" y="44957"/>
                  </a:lnTo>
                  <a:lnTo>
                    <a:pt x="69468" y="53593"/>
                  </a:lnTo>
                  <a:lnTo>
                    <a:pt x="49161" y="83819"/>
                  </a:lnTo>
                  <a:lnTo>
                    <a:pt x="77347" y="83819"/>
                  </a:lnTo>
                  <a:lnTo>
                    <a:pt x="80429" y="80009"/>
                  </a:lnTo>
                  <a:lnTo>
                    <a:pt x="83083" y="74802"/>
                  </a:lnTo>
                  <a:lnTo>
                    <a:pt x="86677" y="62356"/>
                  </a:lnTo>
                  <a:lnTo>
                    <a:pt x="87579" y="55371"/>
                  </a:lnTo>
                  <a:lnTo>
                    <a:pt x="87505" y="40512"/>
                  </a:lnTo>
                  <a:lnTo>
                    <a:pt x="86868" y="35051"/>
                  </a:lnTo>
                  <a:lnTo>
                    <a:pt x="85458" y="29209"/>
                  </a:lnTo>
                  <a:lnTo>
                    <a:pt x="84048" y="23494"/>
                  </a:lnTo>
                  <a:lnTo>
                    <a:pt x="81813" y="18414"/>
                  </a:lnTo>
                  <a:lnTo>
                    <a:pt x="78740" y="14096"/>
                  </a:lnTo>
                  <a:close/>
                </a:path>
                <a:path w="284480" h="132079">
                  <a:moveTo>
                    <a:pt x="56057" y="0"/>
                  </a:moveTo>
                  <a:lnTo>
                    <a:pt x="45961" y="0"/>
                  </a:lnTo>
                  <a:lnTo>
                    <a:pt x="42938" y="380"/>
                  </a:lnTo>
                  <a:lnTo>
                    <a:pt x="23621" y="9270"/>
                  </a:lnTo>
                  <a:lnTo>
                    <a:pt x="20929" y="11302"/>
                  </a:lnTo>
                  <a:lnTo>
                    <a:pt x="18148" y="13715"/>
                  </a:lnTo>
                  <a:lnTo>
                    <a:pt x="15252" y="16382"/>
                  </a:lnTo>
                  <a:lnTo>
                    <a:pt x="35229" y="16382"/>
                  </a:lnTo>
                  <a:lnTo>
                    <a:pt x="36906" y="15620"/>
                  </a:lnTo>
                  <a:lnTo>
                    <a:pt x="41300" y="14350"/>
                  </a:lnTo>
                  <a:lnTo>
                    <a:pt x="43548" y="14096"/>
                  </a:lnTo>
                  <a:lnTo>
                    <a:pt x="78740" y="14096"/>
                  </a:lnTo>
                  <a:lnTo>
                    <a:pt x="75666" y="9651"/>
                  </a:lnTo>
                  <a:lnTo>
                    <a:pt x="71691" y="6222"/>
                  </a:lnTo>
                  <a:lnTo>
                    <a:pt x="66827" y="3809"/>
                  </a:lnTo>
                  <a:lnTo>
                    <a:pt x="61950" y="1269"/>
                  </a:lnTo>
                  <a:lnTo>
                    <a:pt x="56057" y="0"/>
                  </a:lnTo>
                  <a:close/>
                </a:path>
                <a:path w="284480" h="132079">
                  <a:moveTo>
                    <a:pt x="12128" y="1650"/>
                  </a:moveTo>
                  <a:lnTo>
                    <a:pt x="2933" y="1650"/>
                  </a:lnTo>
                  <a:lnTo>
                    <a:pt x="2120" y="1777"/>
                  </a:lnTo>
                  <a:lnTo>
                    <a:pt x="1485" y="2031"/>
                  </a:lnTo>
                  <a:lnTo>
                    <a:pt x="205" y="2793"/>
                  </a:lnTo>
                  <a:lnTo>
                    <a:pt x="14846" y="2793"/>
                  </a:lnTo>
                  <a:lnTo>
                    <a:pt x="13550" y="2031"/>
                  </a:lnTo>
                  <a:lnTo>
                    <a:pt x="12915" y="1777"/>
                  </a:lnTo>
                  <a:lnTo>
                    <a:pt x="12128" y="1650"/>
                  </a:lnTo>
                  <a:close/>
                </a:path>
                <a:path w="284480" h="132079">
                  <a:moveTo>
                    <a:pt x="163969" y="0"/>
                  </a:moveTo>
                  <a:lnTo>
                    <a:pt x="148018" y="0"/>
                  </a:lnTo>
                  <a:lnTo>
                    <a:pt x="140919" y="1269"/>
                  </a:lnTo>
                  <a:lnTo>
                    <a:pt x="108534" y="35813"/>
                  </a:lnTo>
                  <a:lnTo>
                    <a:pt x="107518" y="42544"/>
                  </a:lnTo>
                  <a:lnTo>
                    <a:pt x="107518" y="57276"/>
                  </a:lnTo>
                  <a:lnTo>
                    <a:pt x="108483" y="64007"/>
                  </a:lnTo>
                  <a:lnTo>
                    <a:pt x="112293" y="75945"/>
                  </a:lnTo>
                  <a:lnTo>
                    <a:pt x="115189" y="81025"/>
                  </a:lnTo>
                  <a:lnTo>
                    <a:pt x="119062" y="85089"/>
                  </a:lnTo>
                  <a:lnTo>
                    <a:pt x="122948" y="89280"/>
                  </a:lnTo>
                  <a:lnTo>
                    <a:pt x="127800" y="92455"/>
                  </a:lnTo>
                  <a:lnTo>
                    <a:pt x="139458" y="96773"/>
                  </a:lnTo>
                  <a:lnTo>
                    <a:pt x="146278" y="97916"/>
                  </a:lnTo>
                  <a:lnTo>
                    <a:pt x="162166" y="97916"/>
                  </a:lnTo>
                  <a:lnTo>
                    <a:pt x="168532" y="96773"/>
                  </a:lnTo>
                  <a:lnTo>
                    <a:pt x="168918" y="96773"/>
                  </a:lnTo>
                  <a:lnTo>
                    <a:pt x="175348" y="94233"/>
                  </a:lnTo>
                  <a:lnTo>
                    <a:pt x="181457" y="91693"/>
                  </a:lnTo>
                  <a:lnTo>
                    <a:pt x="186537" y="88264"/>
                  </a:lnTo>
                  <a:lnTo>
                    <a:pt x="190369" y="84073"/>
                  </a:lnTo>
                  <a:lnTo>
                    <a:pt x="149390" y="84073"/>
                  </a:lnTo>
                  <a:lnTo>
                    <a:pt x="145362" y="83311"/>
                  </a:lnTo>
                  <a:lnTo>
                    <a:pt x="144942" y="83311"/>
                  </a:lnTo>
                  <a:lnTo>
                    <a:pt x="137134" y="79374"/>
                  </a:lnTo>
                  <a:lnTo>
                    <a:pt x="125628" y="43560"/>
                  </a:lnTo>
                  <a:lnTo>
                    <a:pt x="126026" y="40512"/>
                  </a:lnTo>
                  <a:lnTo>
                    <a:pt x="126125" y="39750"/>
                  </a:lnTo>
                  <a:lnTo>
                    <a:pt x="142036" y="16255"/>
                  </a:lnTo>
                  <a:lnTo>
                    <a:pt x="145503" y="14604"/>
                  </a:lnTo>
                  <a:lnTo>
                    <a:pt x="145025" y="14604"/>
                  </a:lnTo>
                  <a:lnTo>
                    <a:pt x="150241" y="13715"/>
                  </a:lnTo>
                  <a:lnTo>
                    <a:pt x="192035" y="13715"/>
                  </a:lnTo>
                  <a:lnTo>
                    <a:pt x="191185" y="12826"/>
                  </a:lnTo>
                  <a:lnTo>
                    <a:pt x="187299" y="8635"/>
                  </a:lnTo>
                  <a:lnTo>
                    <a:pt x="182448" y="5460"/>
                  </a:lnTo>
                  <a:lnTo>
                    <a:pt x="171144" y="1269"/>
                  </a:lnTo>
                  <a:lnTo>
                    <a:pt x="171561" y="1269"/>
                  </a:lnTo>
                  <a:lnTo>
                    <a:pt x="163969" y="0"/>
                  </a:lnTo>
                  <a:close/>
                </a:path>
                <a:path w="284480" h="132079">
                  <a:moveTo>
                    <a:pt x="192035" y="13715"/>
                  </a:moveTo>
                  <a:lnTo>
                    <a:pt x="161074" y="13715"/>
                  </a:lnTo>
                  <a:lnTo>
                    <a:pt x="165773" y="14604"/>
                  </a:lnTo>
                  <a:lnTo>
                    <a:pt x="173329" y="18414"/>
                  </a:lnTo>
                  <a:lnTo>
                    <a:pt x="184597" y="55244"/>
                  </a:lnTo>
                  <a:lnTo>
                    <a:pt x="184350" y="57276"/>
                  </a:lnTo>
                  <a:lnTo>
                    <a:pt x="184242" y="58165"/>
                  </a:lnTo>
                  <a:lnTo>
                    <a:pt x="184150" y="58927"/>
                  </a:lnTo>
                  <a:lnTo>
                    <a:pt x="181876" y="67563"/>
                  </a:lnTo>
                  <a:lnTo>
                    <a:pt x="180098" y="71246"/>
                  </a:lnTo>
                  <a:lnTo>
                    <a:pt x="177673" y="74294"/>
                  </a:lnTo>
                  <a:lnTo>
                    <a:pt x="175247" y="77469"/>
                  </a:lnTo>
                  <a:lnTo>
                    <a:pt x="172148" y="79882"/>
                  </a:lnTo>
                  <a:lnTo>
                    <a:pt x="168376" y="81533"/>
                  </a:lnTo>
                  <a:lnTo>
                    <a:pt x="164604" y="83311"/>
                  </a:lnTo>
                  <a:lnTo>
                    <a:pt x="160147" y="84073"/>
                  </a:lnTo>
                  <a:lnTo>
                    <a:pt x="190369" y="84073"/>
                  </a:lnTo>
                  <a:lnTo>
                    <a:pt x="202831" y="55244"/>
                  </a:lnTo>
                  <a:lnTo>
                    <a:pt x="202720" y="39750"/>
                  </a:lnTo>
                  <a:lnTo>
                    <a:pt x="201866" y="33908"/>
                  </a:lnTo>
                  <a:lnTo>
                    <a:pt x="197980" y="21970"/>
                  </a:lnTo>
                  <a:lnTo>
                    <a:pt x="195072" y="16890"/>
                  </a:lnTo>
                  <a:lnTo>
                    <a:pt x="192035" y="13715"/>
                  </a:lnTo>
                  <a:close/>
                </a:path>
                <a:path w="284480" h="132079">
                  <a:moveTo>
                    <a:pt x="243776" y="96138"/>
                  </a:moveTo>
                  <a:lnTo>
                    <a:pt x="230682" y="96138"/>
                  </a:lnTo>
                  <a:lnTo>
                    <a:pt x="234073" y="96519"/>
                  </a:lnTo>
                  <a:lnTo>
                    <a:pt x="235483" y="96646"/>
                  </a:lnTo>
                  <a:lnTo>
                    <a:pt x="238950" y="96646"/>
                  </a:lnTo>
                  <a:lnTo>
                    <a:pt x="240385" y="96519"/>
                  </a:lnTo>
                  <a:lnTo>
                    <a:pt x="243776" y="96138"/>
                  </a:lnTo>
                  <a:close/>
                </a:path>
                <a:path w="284480" h="132079">
                  <a:moveTo>
                    <a:pt x="243391" y="2539"/>
                  </a:moveTo>
                  <a:lnTo>
                    <a:pt x="229306" y="2539"/>
                  </a:lnTo>
                  <a:lnTo>
                    <a:pt x="229019" y="2793"/>
                  </a:lnTo>
                  <a:lnTo>
                    <a:pt x="228600" y="3555"/>
                  </a:lnTo>
                  <a:lnTo>
                    <a:pt x="228625" y="94487"/>
                  </a:lnTo>
                  <a:lnTo>
                    <a:pt x="229108" y="95249"/>
                  </a:lnTo>
                  <a:lnTo>
                    <a:pt x="229577" y="95503"/>
                  </a:lnTo>
                  <a:lnTo>
                    <a:pt x="230238" y="95757"/>
                  </a:lnTo>
                  <a:lnTo>
                    <a:pt x="230911" y="96138"/>
                  </a:lnTo>
                  <a:lnTo>
                    <a:pt x="243535" y="96138"/>
                  </a:lnTo>
                  <a:lnTo>
                    <a:pt x="244170" y="95757"/>
                  </a:lnTo>
                  <a:lnTo>
                    <a:pt x="244805" y="95503"/>
                  </a:lnTo>
                  <a:lnTo>
                    <a:pt x="245262" y="95249"/>
                  </a:lnTo>
                  <a:lnTo>
                    <a:pt x="245833" y="94487"/>
                  </a:lnTo>
                  <a:lnTo>
                    <a:pt x="245973" y="94106"/>
                  </a:lnTo>
                  <a:lnTo>
                    <a:pt x="245973" y="34924"/>
                  </a:lnTo>
                  <a:lnTo>
                    <a:pt x="248437" y="31368"/>
                  </a:lnTo>
                  <a:lnTo>
                    <a:pt x="250698" y="28193"/>
                  </a:lnTo>
                  <a:lnTo>
                    <a:pt x="252742" y="25780"/>
                  </a:lnTo>
                  <a:lnTo>
                    <a:pt x="254800" y="23240"/>
                  </a:lnTo>
                  <a:lnTo>
                    <a:pt x="256755" y="21208"/>
                  </a:lnTo>
                  <a:lnTo>
                    <a:pt x="260489" y="18160"/>
                  </a:lnTo>
                  <a:lnTo>
                    <a:pt x="261608" y="17525"/>
                  </a:lnTo>
                  <a:lnTo>
                    <a:pt x="244271" y="17525"/>
                  </a:lnTo>
                  <a:lnTo>
                    <a:pt x="244176" y="3555"/>
                  </a:lnTo>
                  <a:lnTo>
                    <a:pt x="243903" y="3174"/>
                  </a:lnTo>
                  <a:lnTo>
                    <a:pt x="243662" y="2793"/>
                  </a:lnTo>
                  <a:lnTo>
                    <a:pt x="243391" y="2539"/>
                  </a:lnTo>
                  <a:close/>
                </a:path>
                <a:path w="284480" h="132079">
                  <a:moveTo>
                    <a:pt x="283906" y="15620"/>
                  </a:moveTo>
                  <a:lnTo>
                    <a:pt x="272021" y="15620"/>
                  </a:lnTo>
                  <a:lnTo>
                    <a:pt x="275704" y="16382"/>
                  </a:lnTo>
                  <a:lnTo>
                    <a:pt x="276733" y="16636"/>
                  </a:lnTo>
                  <a:lnTo>
                    <a:pt x="278104" y="17144"/>
                  </a:lnTo>
                  <a:lnTo>
                    <a:pt x="278269" y="17144"/>
                  </a:lnTo>
                  <a:lnTo>
                    <a:pt x="279488" y="17525"/>
                  </a:lnTo>
                  <a:lnTo>
                    <a:pt x="280301" y="17906"/>
                  </a:lnTo>
                  <a:lnTo>
                    <a:pt x="282562" y="17906"/>
                  </a:lnTo>
                  <a:lnTo>
                    <a:pt x="282879" y="17525"/>
                  </a:lnTo>
                  <a:lnTo>
                    <a:pt x="283356" y="17144"/>
                  </a:lnTo>
                  <a:lnTo>
                    <a:pt x="283620" y="16636"/>
                  </a:lnTo>
                  <a:lnTo>
                    <a:pt x="283624" y="16382"/>
                  </a:lnTo>
                  <a:lnTo>
                    <a:pt x="283883" y="15747"/>
                  </a:lnTo>
                  <a:lnTo>
                    <a:pt x="283906" y="15620"/>
                  </a:lnTo>
                  <a:close/>
                </a:path>
                <a:path w="284480" h="132079">
                  <a:moveTo>
                    <a:pt x="267258" y="126"/>
                  </a:moveTo>
                  <a:lnTo>
                    <a:pt x="266744" y="126"/>
                  </a:lnTo>
                  <a:lnTo>
                    <a:pt x="262229" y="1269"/>
                  </a:lnTo>
                  <a:lnTo>
                    <a:pt x="260197" y="2158"/>
                  </a:lnTo>
                  <a:lnTo>
                    <a:pt x="256095" y="4698"/>
                  </a:lnTo>
                  <a:lnTo>
                    <a:pt x="253923" y="6476"/>
                  </a:lnTo>
                  <a:lnTo>
                    <a:pt x="251637" y="8762"/>
                  </a:lnTo>
                  <a:lnTo>
                    <a:pt x="249339" y="10921"/>
                  </a:lnTo>
                  <a:lnTo>
                    <a:pt x="246794" y="13969"/>
                  </a:lnTo>
                  <a:lnTo>
                    <a:pt x="244178" y="17525"/>
                  </a:lnTo>
                  <a:lnTo>
                    <a:pt x="261608" y="17525"/>
                  </a:lnTo>
                  <a:lnTo>
                    <a:pt x="262280" y="17144"/>
                  </a:lnTo>
                  <a:lnTo>
                    <a:pt x="263969" y="16382"/>
                  </a:lnTo>
                  <a:lnTo>
                    <a:pt x="265671" y="15747"/>
                  </a:lnTo>
                  <a:lnTo>
                    <a:pt x="266534" y="15620"/>
                  </a:lnTo>
                  <a:lnTo>
                    <a:pt x="283906" y="15620"/>
                  </a:lnTo>
                  <a:lnTo>
                    <a:pt x="283832" y="4190"/>
                  </a:lnTo>
                  <a:lnTo>
                    <a:pt x="283747" y="3936"/>
                  </a:lnTo>
                  <a:lnTo>
                    <a:pt x="283565" y="3555"/>
                  </a:lnTo>
                  <a:lnTo>
                    <a:pt x="283425" y="3174"/>
                  </a:lnTo>
                  <a:lnTo>
                    <a:pt x="282714" y="2539"/>
                  </a:lnTo>
                  <a:lnTo>
                    <a:pt x="282086" y="2158"/>
                  </a:lnTo>
                  <a:lnTo>
                    <a:pt x="281571" y="1904"/>
                  </a:lnTo>
                  <a:lnTo>
                    <a:pt x="280543" y="1650"/>
                  </a:lnTo>
                  <a:lnTo>
                    <a:pt x="279527" y="1269"/>
                  </a:lnTo>
                  <a:lnTo>
                    <a:pt x="277101" y="761"/>
                  </a:lnTo>
                  <a:lnTo>
                    <a:pt x="275831" y="380"/>
                  </a:lnTo>
                  <a:lnTo>
                    <a:pt x="265226" y="380"/>
                  </a:lnTo>
                  <a:lnTo>
                    <a:pt x="267258" y="126"/>
                  </a:lnTo>
                  <a:close/>
                </a:path>
                <a:path w="284480" h="132079">
                  <a:moveTo>
                    <a:pt x="231533" y="1650"/>
                  </a:moveTo>
                  <a:lnTo>
                    <a:pt x="230932" y="1650"/>
                  </a:lnTo>
                  <a:lnTo>
                    <a:pt x="230085" y="2158"/>
                  </a:lnTo>
                  <a:lnTo>
                    <a:pt x="229133" y="2539"/>
                  </a:lnTo>
                  <a:lnTo>
                    <a:pt x="243541" y="2539"/>
                  </a:lnTo>
                  <a:lnTo>
                    <a:pt x="242684" y="2158"/>
                  </a:lnTo>
                  <a:lnTo>
                    <a:pt x="242311" y="1904"/>
                  </a:lnTo>
                  <a:lnTo>
                    <a:pt x="229908" y="1904"/>
                  </a:lnTo>
                  <a:lnTo>
                    <a:pt x="231533" y="1650"/>
                  </a:lnTo>
                  <a:close/>
                </a:path>
                <a:path w="284480" h="132079">
                  <a:moveTo>
                    <a:pt x="241325" y="1650"/>
                  </a:moveTo>
                  <a:lnTo>
                    <a:pt x="231533" y="1650"/>
                  </a:lnTo>
                  <a:lnTo>
                    <a:pt x="229908" y="1904"/>
                  </a:lnTo>
                  <a:lnTo>
                    <a:pt x="242925" y="1904"/>
                  </a:lnTo>
                  <a:lnTo>
                    <a:pt x="241325" y="1650"/>
                  </a:lnTo>
                  <a:close/>
                </a:path>
                <a:path w="284480" h="132079">
                  <a:moveTo>
                    <a:pt x="241939" y="1650"/>
                  </a:moveTo>
                  <a:lnTo>
                    <a:pt x="241325" y="1650"/>
                  </a:lnTo>
                  <a:lnTo>
                    <a:pt x="242925" y="1904"/>
                  </a:lnTo>
                  <a:lnTo>
                    <a:pt x="242311" y="1904"/>
                  </a:lnTo>
                  <a:lnTo>
                    <a:pt x="241939" y="1650"/>
                  </a:lnTo>
                  <a:close/>
                </a:path>
                <a:path w="284480" h="132079">
                  <a:moveTo>
                    <a:pt x="273443" y="126"/>
                  </a:moveTo>
                  <a:lnTo>
                    <a:pt x="267258" y="126"/>
                  </a:lnTo>
                  <a:lnTo>
                    <a:pt x="265226" y="380"/>
                  </a:lnTo>
                  <a:lnTo>
                    <a:pt x="275780" y="380"/>
                  </a:lnTo>
                  <a:lnTo>
                    <a:pt x="273443" y="12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396491" y="5079238"/>
              <a:ext cx="769747" cy="16738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512695" y="5073141"/>
              <a:ext cx="470281" cy="13931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056763" y="5072634"/>
              <a:ext cx="901953" cy="173990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967606" y="5188330"/>
              <a:ext cx="20955" cy="23495"/>
            </a:xfrm>
            <a:custGeom>
              <a:avLst/>
              <a:gdLst/>
              <a:ahLst/>
              <a:cxnLst/>
              <a:rect l="l" t="t" r="r" b="b"/>
              <a:pathLst>
                <a:path w="20954" h="23495">
                  <a:moveTo>
                    <a:pt x="14096" y="0"/>
                  </a:moveTo>
                  <a:lnTo>
                    <a:pt x="6476" y="0"/>
                  </a:lnTo>
                  <a:lnTo>
                    <a:pt x="3682" y="889"/>
                  </a:lnTo>
                  <a:lnTo>
                    <a:pt x="2285" y="2413"/>
                  </a:lnTo>
                  <a:lnTo>
                    <a:pt x="762" y="3937"/>
                  </a:lnTo>
                  <a:lnTo>
                    <a:pt x="0" y="7112"/>
                  </a:lnTo>
                  <a:lnTo>
                    <a:pt x="0" y="16256"/>
                  </a:lnTo>
                  <a:lnTo>
                    <a:pt x="762" y="19304"/>
                  </a:lnTo>
                  <a:lnTo>
                    <a:pt x="2158" y="20828"/>
                  </a:lnTo>
                  <a:lnTo>
                    <a:pt x="3682" y="22352"/>
                  </a:lnTo>
                  <a:lnTo>
                    <a:pt x="6222" y="23114"/>
                  </a:lnTo>
                  <a:lnTo>
                    <a:pt x="13969" y="23114"/>
                  </a:lnTo>
                  <a:lnTo>
                    <a:pt x="16763" y="22352"/>
                  </a:lnTo>
                  <a:lnTo>
                    <a:pt x="19684" y="19177"/>
                  </a:lnTo>
                  <a:lnTo>
                    <a:pt x="20446" y="16129"/>
                  </a:lnTo>
                  <a:lnTo>
                    <a:pt x="20446" y="11430"/>
                  </a:lnTo>
                  <a:lnTo>
                    <a:pt x="20446" y="6858"/>
                  </a:lnTo>
                  <a:lnTo>
                    <a:pt x="19684" y="3810"/>
                  </a:lnTo>
                  <a:lnTo>
                    <a:pt x="18287" y="2286"/>
                  </a:lnTo>
                  <a:lnTo>
                    <a:pt x="16763" y="762"/>
                  </a:lnTo>
                  <a:lnTo>
                    <a:pt x="1409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43" name="object 4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2172080" y="995172"/>
            <a:ext cx="186181" cy="210057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2501773" y="2414142"/>
            <a:ext cx="214375" cy="210566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824482" y="3081401"/>
            <a:ext cx="230378" cy="110489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411854" y="3034410"/>
            <a:ext cx="134366" cy="157479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2426716" y="3895344"/>
            <a:ext cx="195198" cy="9791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3687826" y="3895344"/>
            <a:ext cx="205104" cy="97917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4467478" y="3853434"/>
            <a:ext cx="131699" cy="139827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1723389" y="4139184"/>
            <a:ext cx="177292" cy="97917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839317" y="4583684"/>
            <a:ext cx="127723" cy="138176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2413380" y="4829302"/>
            <a:ext cx="199389" cy="13931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2716276" y="4870703"/>
            <a:ext cx="195199" cy="97916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41" cstate="print"/>
          <a:stretch>
            <a:fillRect/>
          </a:stretch>
        </p:blipFill>
        <p:spPr>
          <a:xfrm>
            <a:off x="1186281" y="5072634"/>
            <a:ext cx="130327" cy="139827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2238120" y="5073141"/>
            <a:ext cx="199390" cy="139319"/>
          </a:xfrm>
          <a:prstGeom prst="rect">
            <a:avLst/>
          </a:prstGeom>
        </p:spPr>
      </p:pic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7365"/>
            <a:chOff x="0" y="0"/>
            <a:chExt cx="12192000" cy="6857365"/>
          </a:xfrm>
        </p:grpSpPr>
        <p:sp>
          <p:nvSpPr>
            <p:cNvPr id="3" name="object 3"/>
            <p:cNvSpPr/>
            <p:nvPr/>
          </p:nvSpPr>
          <p:spPr>
            <a:xfrm>
              <a:off x="5190743" y="0"/>
              <a:ext cx="7001509" cy="6857365"/>
            </a:xfrm>
            <a:custGeom>
              <a:avLst/>
              <a:gdLst/>
              <a:ahLst/>
              <a:cxnLst/>
              <a:rect l="l" t="t" r="r" b="b"/>
              <a:pathLst>
                <a:path w="7001509" h="6857365">
                  <a:moveTo>
                    <a:pt x="7001256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7001256" y="6857364"/>
                  </a:lnTo>
                  <a:lnTo>
                    <a:pt x="7001256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11796649" y="241934"/>
              <a:ext cx="57785" cy="84455"/>
            </a:xfrm>
            <a:custGeom>
              <a:avLst/>
              <a:gdLst/>
              <a:ahLst/>
              <a:cxnLst/>
              <a:rect l="l" t="t" r="r" b="b"/>
              <a:pathLst>
                <a:path w="57784" h="84454">
                  <a:moveTo>
                    <a:pt x="33400" y="0"/>
                  </a:moveTo>
                  <a:lnTo>
                    <a:pt x="29082" y="126"/>
                  </a:lnTo>
                  <a:lnTo>
                    <a:pt x="25273" y="0"/>
                  </a:lnTo>
                  <a:lnTo>
                    <a:pt x="21335" y="635"/>
                  </a:lnTo>
                  <a:lnTo>
                    <a:pt x="889" y="20828"/>
                  </a:lnTo>
                  <a:lnTo>
                    <a:pt x="889" y="30353"/>
                  </a:lnTo>
                  <a:lnTo>
                    <a:pt x="2412" y="35051"/>
                  </a:lnTo>
                  <a:lnTo>
                    <a:pt x="8381" y="42037"/>
                  </a:lnTo>
                  <a:lnTo>
                    <a:pt x="12192" y="44576"/>
                  </a:lnTo>
                  <a:lnTo>
                    <a:pt x="32511" y="51816"/>
                  </a:lnTo>
                  <a:lnTo>
                    <a:pt x="35178" y="53086"/>
                  </a:lnTo>
                  <a:lnTo>
                    <a:pt x="39750" y="55753"/>
                  </a:lnTo>
                  <a:lnTo>
                    <a:pt x="40767" y="57912"/>
                  </a:lnTo>
                  <a:lnTo>
                    <a:pt x="40767" y="66421"/>
                  </a:lnTo>
                  <a:lnTo>
                    <a:pt x="36829" y="69215"/>
                  </a:lnTo>
                  <a:lnTo>
                    <a:pt x="25653" y="69215"/>
                  </a:lnTo>
                  <a:lnTo>
                    <a:pt x="22478" y="68834"/>
                  </a:lnTo>
                  <a:lnTo>
                    <a:pt x="16764" y="67691"/>
                  </a:lnTo>
                  <a:lnTo>
                    <a:pt x="14224" y="66675"/>
                  </a:lnTo>
                  <a:lnTo>
                    <a:pt x="10795" y="65024"/>
                  </a:lnTo>
                  <a:lnTo>
                    <a:pt x="10032" y="64897"/>
                  </a:lnTo>
                  <a:lnTo>
                    <a:pt x="9525" y="64643"/>
                  </a:lnTo>
                  <a:lnTo>
                    <a:pt x="8762" y="64516"/>
                  </a:lnTo>
                  <a:lnTo>
                    <a:pt x="5969" y="64516"/>
                  </a:lnTo>
                  <a:lnTo>
                    <a:pt x="3809" y="65405"/>
                  </a:lnTo>
                  <a:lnTo>
                    <a:pt x="889" y="68453"/>
                  </a:lnTo>
                  <a:lnTo>
                    <a:pt x="0" y="70485"/>
                  </a:lnTo>
                  <a:lnTo>
                    <a:pt x="0" y="74041"/>
                  </a:lnTo>
                  <a:lnTo>
                    <a:pt x="24129" y="84455"/>
                  </a:lnTo>
                  <a:lnTo>
                    <a:pt x="28575" y="84328"/>
                  </a:lnTo>
                  <a:lnTo>
                    <a:pt x="32511" y="84455"/>
                  </a:lnTo>
                  <a:lnTo>
                    <a:pt x="57530" y="62611"/>
                  </a:lnTo>
                  <a:lnTo>
                    <a:pt x="57530" y="53340"/>
                  </a:lnTo>
                  <a:lnTo>
                    <a:pt x="22605" y="31242"/>
                  </a:lnTo>
                  <a:lnTo>
                    <a:pt x="20954" y="30225"/>
                  </a:lnTo>
                  <a:lnTo>
                    <a:pt x="18287" y="27686"/>
                  </a:lnTo>
                  <a:lnTo>
                    <a:pt x="17525" y="25781"/>
                  </a:lnTo>
                  <a:lnTo>
                    <a:pt x="17652" y="23875"/>
                  </a:lnTo>
                  <a:lnTo>
                    <a:pt x="17525" y="21463"/>
                  </a:lnTo>
                  <a:lnTo>
                    <a:pt x="18669" y="19050"/>
                  </a:lnTo>
                  <a:lnTo>
                    <a:pt x="22986" y="15875"/>
                  </a:lnTo>
                  <a:lnTo>
                    <a:pt x="25907" y="15113"/>
                  </a:lnTo>
                  <a:lnTo>
                    <a:pt x="31623" y="15240"/>
                  </a:lnTo>
                  <a:lnTo>
                    <a:pt x="34417" y="15621"/>
                  </a:lnTo>
                  <a:lnTo>
                    <a:pt x="39877" y="16637"/>
                  </a:lnTo>
                  <a:lnTo>
                    <a:pt x="42418" y="17399"/>
                  </a:lnTo>
                  <a:lnTo>
                    <a:pt x="47371" y="19304"/>
                  </a:lnTo>
                  <a:lnTo>
                    <a:pt x="53085" y="19304"/>
                  </a:lnTo>
                  <a:lnTo>
                    <a:pt x="56642" y="15875"/>
                  </a:lnTo>
                  <a:lnTo>
                    <a:pt x="56642" y="9906"/>
                  </a:lnTo>
                  <a:lnTo>
                    <a:pt x="37973" y="381"/>
                  </a:lnTo>
                  <a:lnTo>
                    <a:pt x="33400" y="0"/>
                  </a:lnTo>
                  <a:close/>
                </a:path>
              </a:pathLst>
            </a:custGeom>
            <a:solidFill>
              <a:srgbClr val="173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6385"/>
              <a:ext cx="12191999" cy="680097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0615294" y="201168"/>
              <a:ext cx="1176655" cy="262255"/>
            </a:xfrm>
            <a:custGeom>
              <a:avLst/>
              <a:gdLst/>
              <a:ahLst/>
              <a:cxnLst/>
              <a:rect l="l" t="t" r="r" b="b"/>
              <a:pathLst>
                <a:path w="1176654" h="262255">
                  <a:moveTo>
                    <a:pt x="1176654" y="0"/>
                  </a:moveTo>
                  <a:lnTo>
                    <a:pt x="0" y="0"/>
                  </a:lnTo>
                  <a:lnTo>
                    <a:pt x="0" y="262254"/>
                  </a:lnTo>
                  <a:lnTo>
                    <a:pt x="1176654" y="262254"/>
                  </a:lnTo>
                  <a:lnTo>
                    <a:pt x="1176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0615294" y="201168"/>
              <a:ext cx="1176655" cy="262255"/>
            </a:xfrm>
            <a:custGeom>
              <a:avLst/>
              <a:gdLst/>
              <a:ahLst/>
              <a:cxnLst/>
              <a:rect l="l" t="t" r="r" b="b"/>
              <a:pathLst>
                <a:path w="1176654" h="262255">
                  <a:moveTo>
                    <a:pt x="0" y="262254"/>
                  </a:moveTo>
                  <a:lnTo>
                    <a:pt x="1176654" y="262254"/>
                  </a:lnTo>
                  <a:lnTo>
                    <a:pt x="1176654" y="0"/>
                  </a:lnTo>
                  <a:lnTo>
                    <a:pt x="0" y="0"/>
                  </a:lnTo>
                  <a:lnTo>
                    <a:pt x="0" y="26225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47" y="6522339"/>
            <a:ext cx="51180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39310" y="709930"/>
            <a:ext cx="4420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73961"/>
                </a:solidFill>
                <a:latin typeface="Calibri"/>
                <a:cs typeface="Calibri"/>
              </a:rPr>
              <a:t>Aún</a:t>
            </a:r>
            <a:r>
              <a:rPr sz="3200" b="1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73961"/>
                </a:solidFill>
                <a:latin typeface="Calibri"/>
                <a:cs typeface="Calibri"/>
              </a:rPr>
              <a:t>queda</a:t>
            </a:r>
            <a:r>
              <a:rPr sz="3200" b="1" spc="-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73961"/>
                </a:solidFill>
                <a:latin typeface="Calibri"/>
                <a:cs typeface="Calibri"/>
              </a:rPr>
              <a:t>mucho</a:t>
            </a:r>
            <a:r>
              <a:rPr sz="3200" b="1" spc="-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73961"/>
                </a:solidFill>
                <a:latin typeface="Calibri"/>
                <a:cs typeface="Calibri"/>
              </a:rPr>
              <a:t>trabajo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9310" y="1786102"/>
            <a:ext cx="6434455" cy="308864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13360" indent="-200660">
              <a:lnSpc>
                <a:spcPct val="100000"/>
              </a:lnSpc>
              <a:spcBef>
                <a:spcPts val="59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No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siempre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identifica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fuente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contenido.</a:t>
            </a:r>
            <a:endParaRPr sz="2000">
              <a:latin typeface="Calibri"/>
              <a:cs typeface="Calibri"/>
            </a:endParaRPr>
          </a:p>
          <a:p>
            <a:pPr marL="12700" marR="280035" indent="200660">
              <a:lnSpc>
                <a:spcPts val="2260"/>
              </a:lnSpc>
              <a:spcBef>
                <a:spcPts val="68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resultar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complicado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evaluar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sesgo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fuentes originales.</a:t>
            </a:r>
            <a:endParaRPr sz="2000">
              <a:latin typeface="Calibri"/>
              <a:cs typeface="Calibri"/>
            </a:endParaRPr>
          </a:p>
          <a:p>
            <a:pPr marL="12700" marR="120014" indent="200660">
              <a:lnSpc>
                <a:spcPts val="2240"/>
              </a:lnSpc>
              <a:spcBef>
                <a:spcPts val="64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contenido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suena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realista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dificulta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identificación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de </a:t>
            </a:r>
            <a:r>
              <a:rPr sz="2000" dirty="0">
                <a:latin typeface="Calibri"/>
                <a:cs typeface="Calibri"/>
              </a:rPr>
              <a:t>información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inexacta.</a:t>
            </a:r>
            <a:endParaRPr sz="2000">
              <a:latin typeface="Calibri"/>
              <a:cs typeface="Calibri"/>
            </a:endParaRPr>
          </a:p>
          <a:p>
            <a:pPr marL="12700" marR="86995" indent="200660">
              <a:lnSpc>
                <a:spcPts val="2240"/>
              </a:lnSpc>
              <a:spcBef>
                <a:spcPts val="65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resultar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difícil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entender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cómo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adaptarse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nuevas circunstancias.</a:t>
            </a:r>
            <a:endParaRPr sz="200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Los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resultados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pueden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pasar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alto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prejuicios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odio.</a:t>
            </a:r>
            <a:endParaRPr sz="200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proporcionar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información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inexacta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engañosa.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4038600" cy="6857365"/>
            <a:chOff x="0" y="0"/>
            <a:chExt cx="4038600" cy="68573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038218" cy="68573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58260"/>
              <a:ext cx="4032122" cy="24960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05712"/>
              <a:ext cx="3404234" cy="41814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8"/>
              <a:ext cx="4032122" cy="68390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91616" y="2828366"/>
            <a:ext cx="263271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2162810">
              <a:lnSpc>
                <a:spcPts val="4320"/>
              </a:lnSpc>
              <a:spcBef>
                <a:spcPts val="640"/>
              </a:spcBef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IA </a:t>
            </a:r>
            <a:r>
              <a:rPr sz="4000" spc="-65" dirty="0">
                <a:solidFill>
                  <a:srgbClr val="FFFFFF"/>
                </a:solidFill>
                <a:latin typeface="Calibri"/>
                <a:cs typeface="Calibri"/>
              </a:rPr>
              <a:t>GENERATIVA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847" y="6522339"/>
            <a:ext cx="51180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65"/>
              </a:lnSpc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39310" y="709930"/>
            <a:ext cx="44202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73961"/>
                </a:solidFill>
                <a:latin typeface="Calibri"/>
                <a:cs typeface="Calibri"/>
              </a:rPr>
              <a:t>Aún</a:t>
            </a:r>
            <a:r>
              <a:rPr sz="3200" b="1" spc="-1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73961"/>
                </a:solidFill>
                <a:latin typeface="Calibri"/>
                <a:cs typeface="Calibri"/>
              </a:rPr>
              <a:t>queda</a:t>
            </a:r>
            <a:r>
              <a:rPr sz="3200" b="1" spc="-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3200" b="1" dirty="0">
                <a:solidFill>
                  <a:srgbClr val="173961"/>
                </a:solidFill>
                <a:latin typeface="Calibri"/>
                <a:cs typeface="Calibri"/>
              </a:rPr>
              <a:t>mucho</a:t>
            </a:r>
            <a:r>
              <a:rPr sz="3200" b="1" spc="-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3200" b="1" spc="-10" dirty="0">
                <a:solidFill>
                  <a:srgbClr val="173961"/>
                </a:solidFill>
                <a:latin typeface="Calibri"/>
                <a:cs typeface="Calibri"/>
              </a:rPr>
              <a:t>trabajo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139310" y="2170302"/>
            <a:ext cx="6570980" cy="258699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 indent="200660">
              <a:lnSpc>
                <a:spcPts val="2260"/>
              </a:lnSpc>
              <a:spcBef>
                <a:spcPts val="29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Es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difícil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confiar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conocer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fuente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procedencia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la </a:t>
            </a:r>
            <a:r>
              <a:rPr sz="2000" spc="-10" dirty="0">
                <a:latin typeface="Calibri"/>
                <a:cs typeface="Calibri"/>
              </a:rPr>
              <a:t>información.</a:t>
            </a:r>
            <a:endParaRPr sz="2000">
              <a:latin typeface="Calibri"/>
              <a:cs typeface="Calibri"/>
            </a:endParaRPr>
          </a:p>
          <a:p>
            <a:pPr marL="213360" indent="-200660">
              <a:lnSpc>
                <a:spcPts val="2340"/>
              </a:lnSpc>
              <a:spcBef>
                <a:spcPts val="470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Puede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promover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nuevos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tipos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plagio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que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ignoran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los</a:t>
            </a:r>
            <a:endParaRPr sz="2000">
              <a:latin typeface="Calibri"/>
              <a:cs typeface="Calibri"/>
            </a:endParaRPr>
          </a:p>
          <a:p>
            <a:pPr marL="12700" marR="55244">
              <a:lnSpc>
                <a:spcPts val="2290"/>
              </a:lnSpc>
              <a:spcBef>
                <a:spcPts val="110"/>
              </a:spcBef>
            </a:pPr>
            <a:r>
              <a:rPr sz="2000" dirty="0">
                <a:latin typeface="Calibri"/>
                <a:cs typeface="Calibri"/>
              </a:rPr>
              <a:t>derechos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creadores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contenido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artistas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contenido original.</a:t>
            </a:r>
            <a:endParaRPr sz="2000">
              <a:latin typeface="Calibri"/>
              <a:cs typeface="Calibri"/>
            </a:endParaRPr>
          </a:p>
          <a:p>
            <a:pPr marL="213360" indent="-200660">
              <a:lnSpc>
                <a:spcPct val="100000"/>
              </a:lnSpc>
              <a:spcBef>
                <a:spcPts val="400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spc="-10" dirty="0">
                <a:latin typeface="Calibri"/>
                <a:cs typeface="Calibri"/>
              </a:rPr>
              <a:t>Facilita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la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generación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noticias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falsas.</a:t>
            </a:r>
            <a:endParaRPr sz="2000">
              <a:latin typeface="Calibri"/>
              <a:cs typeface="Calibri"/>
            </a:endParaRPr>
          </a:p>
          <a:p>
            <a:pPr marL="12700" marR="90170" indent="200660">
              <a:lnSpc>
                <a:spcPts val="2260"/>
              </a:lnSpc>
              <a:spcBef>
                <a:spcPts val="685"/>
              </a:spcBef>
              <a:buFont typeface="Arial MT"/>
              <a:buChar char="•"/>
              <a:tabLst>
                <a:tab pos="213360" algn="l"/>
              </a:tabLst>
            </a:pPr>
            <a:r>
              <a:rPr sz="2000" dirty="0">
                <a:latin typeface="Calibri"/>
                <a:cs typeface="Calibri"/>
              </a:rPr>
              <a:t>Podría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hacerse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pasar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personas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realizar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ciberataques </a:t>
            </a:r>
            <a:r>
              <a:rPr sz="2000" dirty="0">
                <a:latin typeface="Calibri"/>
                <a:cs typeface="Calibri"/>
              </a:rPr>
              <a:t>de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ingeniería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social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más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eficaces.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4038600" cy="6857365"/>
            <a:chOff x="0" y="0"/>
            <a:chExt cx="4038600" cy="68573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4038218" cy="685736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4358260"/>
              <a:ext cx="4032122" cy="249605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005712"/>
              <a:ext cx="3404234" cy="418147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6098"/>
              <a:ext cx="4032122" cy="6839075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91616" y="2828366"/>
            <a:ext cx="263271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 marR="5080" indent="2162810">
              <a:lnSpc>
                <a:spcPts val="4320"/>
              </a:lnSpc>
              <a:spcBef>
                <a:spcPts val="640"/>
              </a:spcBef>
            </a:pPr>
            <a:r>
              <a:rPr sz="4000" spc="-25" dirty="0">
                <a:solidFill>
                  <a:srgbClr val="FFFFFF"/>
                </a:solidFill>
                <a:latin typeface="Calibri"/>
                <a:cs typeface="Calibri"/>
              </a:rPr>
              <a:t>IA </a:t>
            </a:r>
            <a:r>
              <a:rPr sz="4000" spc="-65" dirty="0">
                <a:solidFill>
                  <a:srgbClr val="FFFFFF"/>
                </a:solidFill>
                <a:latin typeface="Calibri"/>
                <a:cs typeface="Calibri"/>
              </a:rPr>
              <a:t>GENERATIVA</a:t>
            </a:r>
            <a:endParaRPr sz="4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6484111"/>
            <a:ext cx="5372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771513" y="697433"/>
            <a:ext cx="4232275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dirty="0">
                <a:solidFill>
                  <a:srgbClr val="173961"/>
                </a:solidFill>
                <a:latin typeface="Calibri"/>
                <a:cs typeface="Calibri"/>
              </a:rPr>
              <a:t>IA </a:t>
            </a:r>
            <a:r>
              <a:rPr sz="5400" b="1" spc="-10" dirty="0">
                <a:solidFill>
                  <a:srgbClr val="173961"/>
                </a:solidFill>
                <a:latin typeface="Calibri"/>
                <a:cs typeface="Calibri"/>
              </a:rPr>
              <a:t>responsable</a:t>
            </a:r>
            <a:endParaRPr sz="5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1"/>
            <a:ext cx="6230620" cy="6857365"/>
            <a:chOff x="0" y="1"/>
            <a:chExt cx="6230620" cy="68573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36577"/>
              <a:ext cx="6013703" cy="681469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048"/>
              <a:ext cx="6153911" cy="685431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"/>
              <a:ext cx="6230111" cy="685126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41208" y="2601937"/>
              <a:ext cx="1685112" cy="185961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387" y="638492"/>
            <a:ext cx="348615" cy="348615"/>
            <a:chOff x="306387" y="638492"/>
            <a:chExt cx="348615" cy="348615"/>
          </a:xfrm>
        </p:grpSpPr>
        <p:sp>
          <p:nvSpPr>
            <p:cNvPr id="3" name="object 3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160020" y="0"/>
                  </a:moveTo>
                  <a:lnTo>
                    <a:pt x="109440" y="8156"/>
                  </a:lnTo>
                  <a:lnTo>
                    <a:pt x="65513" y="30870"/>
                  </a:lnTo>
                  <a:lnTo>
                    <a:pt x="30873" y="65507"/>
                  </a:lnTo>
                  <a:lnTo>
                    <a:pt x="8157" y="109435"/>
                  </a:lnTo>
                  <a:lnTo>
                    <a:pt x="0" y="160020"/>
                  </a:lnTo>
                  <a:lnTo>
                    <a:pt x="8157" y="210604"/>
                  </a:lnTo>
                  <a:lnTo>
                    <a:pt x="30873" y="254532"/>
                  </a:lnTo>
                  <a:lnTo>
                    <a:pt x="65513" y="289169"/>
                  </a:lnTo>
                  <a:lnTo>
                    <a:pt x="109440" y="311883"/>
                  </a:lnTo>
                  <a:lnTo>
                    <a:pt x="160020" y="320040"/>
                  </a:lnTo>
                  <a:lnTo>
                    <a:pt x="210599" y="311883"/>
                  </a:lnTo>
                  <a:lnTo>
                    <a:pt x="254526" y="289169"/>
                  </a:lnTo>
                  <a:lnTo>
                    <a:pt x="289166" y="254532"/>
                  </a:lnTo>
                  <a:lnTo>
                    <a:pt x="311882" y="210604"/>
                  </a:lnTo>
                  <a:lnTo>
                    <a:pt x="320040" y="160020"/>
                  </a:lnTo>
                  <a:lnTo>
                    <a:pt x="311882" y="109435"/>
                  </a:lnTo>
                  <a:lnTo>
                    <a:pt x="289166" y="65507"/>
                  </a:lnTo>
                  <a:lnTo>
                    <a:pt x="254526" y="30870"/>
                  </a:lnTo>
                  <a:lnTo>
                    <a:pt x="210599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CFF7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lnTo>
                    <a:pt x="8157" y="109435"/>
                  </a:lnTo>
                  <a:lnTo>
                    <a:pt x="30873" y="65507"/>
                  </a:lnTo>
                  <a:lnTo>
                    <a:pt x="65513" y="30870"/>
                  </a:lnTo>
                  <a:lnTo>
                    <a:pt x="109440" y="8156"/>
                  </a:lnTo>
                  <a:lnTo>
                    <a:pt x="160020" y="0"/>
                  </a:lnTo>
                  <a:lnTo>
                    <a:pt x="210599" y="8156"/>
                  </a:lnTo>
                  <a:lnTo>
                    <a:pt x="254526" y="30870"/>
                  </a:lnTo>
                  <a:lnTo>
                    <a:pt x="289166" y="65507"/>
                  </a:lnTo>
                  <a:lnTo>
                    <a:pt x="311882" y="109435"/>
                  </a:lnTo>
                  <a:lnTo>
                    <a:pt x="320040" y="160020"/>
                  </a:lnTo>
                  <a:lnTo>
                    <a:pt x="311882" y="210604"/>
                  </a:lnTo>
                  <a:lnTo>
                    <a:pt x="289166" y="254532"/>
                  </a:lnTo>
                  <a:lnTo>
                    <a:pt x="254526" y="289169"/>
                  </a:lnTo>
                  <a:lnTo>
                    <a:pt x="210599" y="311883"/>
                  </a:lnTo>
                  <a:lnTo>
                    <a:pt x="160020" y="320040"/>
                  </a:lnTo>
                  <a:lnTo>
                    <a:pt x="109440" y="311883"/>
                  </a:lnTo>
                  <a:lnTo>
                    <a:pt x="65513" y="289169"/>
                  </a:lnTo>
                  <a:lnTo>
                    <a:pt x="30873" y="254532"/>
                  </a:lnTo>
                  <a:lnTo>
                    <a:pt x="8157" y="210604"/>
                  </a:lnTo>
                  <a:lnTo>
                    <a:pt x="0" y="16002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148588" y="1118362"/>
            <a:ext cx="87052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2C2C2C"/>
                </a:solidFill>
              </a:rPr>
              <a:t>Desafíos</a:t>
            </a:r>
            <a:r>
              <a:rPr sz="4400" spc="-75" dirty="0">
                <a:solidFill>
                  <a:srgbClr val="2C2C2C"/>
                </a:solidFill>
              </a:rPr>
              <a:t> </a:t>
            </a:r>
            <a:r>
              <a:rPr sz="4400" dirty="0">
                <a:solidFill>
                  <a:srgbClr val="2C2C2C"/>
                </a:solidFill>
              </a:rPr>
              <a:t>especiales</a:t>
            </a:r>
            <a:r>
              <a:rPr sz="4400" spc="-95" dirty="0">
                <a:solidFill>
                  <a:srgbClr val="2C2C2C"/>
                </a:solidFill>
              </a:rPr>
              <a:t> </a:t>
            </a:r>
            <a:r>
              <a:rPr sz="4400" dirty="0">
                <a:solidFill>
                  <a:srgbClr val="2C2C2C"/>
                </a:solidFill>
              </a:rPr>
              <a:t>de</a:t>
            </a:r>
            <a:r>
              <a:rPr sz="4400" spc="-70" dirty="0">
                <a:solidFill>
                  <a:srgbClr val="2C2C2C"/>
                </a:solidFill>
              </a:rPr>
              <a:t> </a:t>
            </a:r>
            <a:r>
              <a:rPr sz="4400" dirty="0">
                <a:solidFill>
                  <a:srgbClr val="2C2C2C"/>
                </a:solidFill>
              </a:rPr>
              <a:t>la</a:t>
            </a:r>
            <a:r>
              <a:rPr sz="4400" spc="-75" dirty="0">
                <a:solidFill>
                  <a:srgbClr val="2C2C2C"/>
                </a:solidFill>
              </a:rPr>
              <a:t> </a:t>
            </a:r>
            <a:r>
              <a:rPr sz="4400" dirty="0">
                <a:solidFill>
                  <a:srgbClr val="2C2C2C"/>
                </a:solidFill>
              </a:rPr>
              <a:t>IA</a:t>
            </a:r>
            <a:r>
              <a:rPr sz="4400" spc="-90" dirty="0">
                <a:solidFill>
                  <a:srgbClr val="2C2C2C"/>
                </a:solidFill>
              </a:rPr>
              <a:t> </a:t>
            </a:r>
            <a:r>
              <a:rPr sz="4400" spc="-10" dirty="0">
                <a:solidFill>
                  <a:srgbClr val="2C2C2C"/>
                </a:solidFill>
              </a:rPr>
              <a:t>generativa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449072" y="2661030"/>
            <a:ext cx="5744845" cy="9613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>
              <a:lnSpc>
                <a:spcPct val="105000"/>
              </a:lnSpc>
              <a:spcBef>
                <a:spcPts val="100"/>
              </a:spcBef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Los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tres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principales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desafíos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para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desarrollar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modelo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IA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generativa</a:t>
            </a:r>
            <a:r>
              <a:rPr sz="1800" spc="-6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responsable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C2C2C"/>
                </a:solidFill>
                <a:latin typeface="Calibri"/>
                <a:cs typeface="Calibri"/>
              </a:rPr>
              <a:t>son: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1800" dirty="0">
                <a:solidFill>
                  <a:srgbClr val="2C2C2C"/>
                </a:solidFill>
                <a:latin typeface="Courier New"/>
                <a:cs typeface="Courier New"/>
              </a:rPr>
              <a:t>o</a:t>
            </a:r>
            <a:r>
              <a:rPr sz="1800" spc="-25" dirty="0">
                <a:solidFill>
                  <a:srgbClr val="2C2C2C"/>
                </a:solidFill>
                <a:latin typeface="Courier New"/>
                <a:cs typeface="Courier New"/>
              </a:rPr>
              <a:t> 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Toxicidad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ourier New"/>
                <a:cs typeface="Courier New"/>
              </a:rPr>
              <a:t>o</a:t>
            </a:r>
            <a:r>
              <a:rPr sz="1800" spc="-5" dirty="0">
                <a:solidFill>
                  <a:srgbClr val="2C2C2C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Alucinaciones</a:t>
            </a:r>
            <a:r>
              <a:rPr sz="1800" spc="-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ourier New"/>
                <a:cs typeface="Courier New"/>
              </a:rPr>
              <a:t>o</a:t>
            </a:r>
            <a:r>
              <a:rPr sz="1800" spc="-20" dirty="0">
                <a:solidFill>
                  <a:srgbClr val="2C2C2C"/>
                </a:solidFill>
                <a:latin typeface="Courier New"/>
                <a:cs typeface="Courier New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Propiedad</a:t>
            </a:r>
            <a:r>
              <a:rPr sz="1800" spc="-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Intelectual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6659" y="2421254"/>
            <a:ext cx="4844288" cy="22644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387" y="638492"/>
            <a:ext cx="348615" cy="348615"/>
            <a:chOff x="306387" y="638492"/>
            <a:chExt cx="348615" cy="348615"/>
          </a:xfrm>
        </p:grpSpPr>
        <p:sp>
          <p:nvSpPr>
            <p:cNvPr id="3" name="object 3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160020" y="0"/>
                  </a:moveTo>
                  <a:lnTo>
                    <a:pt x="109440" y="8156"/>
                  </a:lnTo>
                  <a:lnTo>
                    <a:pt x="65513" y="30870"/>
                  </a:lnTo>
                  <a:lnTo>
                    <a:pt x="30873" y="65507"/>
                  </a:lnTo>
                  <a:lnTo>
                    <a:pt x="8157" y="109435"/>
                  </a:lnTo>
                  <a:lnTo>
                    <a:pt x="0" y="160020"/>
                  </a:lnTo>
                  <a:lnTo>
                    <a:pt x="8157" y="210604"/>
                  </a:lnTo>
                  <a:lnTo>
                    <a:pt x="30873" y="254532"/>
                  </a:lnTo>
                  <a:lnTo>
                    <a:pt x="65513" y="289169"/>
                  </a:lnTo>
                  <a:lnTo>
                    <a:pt x="109440" y="311883"/>
                  </a:lnTo>
                  <a:lnTo>
                    <a:pt x="160020" y="320040"/>
                  </a:lnTo>
                  <a:lnTo>
                    <a:pt x="210599" y="311883"/>
                  </a:lnTo>
                  <a:lnTo>
                    <a:pt x="254526" y="289169"/>
                  </a:lnTo>
                  <a:lnTo>
                    <a:pt x="289166" y="254532"/>
                  </a:lnTo>
                  <a:lnTo>
                    <a:pt x="311882" y="210604"/>
                  </a:lnTo>
                  <a:lnTo>
                    <a:pt x="320040" y="160020"/>
                  </a:lnTo>
                  <a:lnTo>
                    <a:pt x="311882" y="109435"/>
                  </a:lnTo>
                  <a:lnTo>
                    <a:pt x="289166" y="65507"/>
                  </a:lnTo>
                  <a:lnTo>
                    <a:pt x="254526" y="30870"/>
                  </a:lnTo>
                  <a:lnTo>
                    <a:pt x="210599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CFF7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lnTo>
                    <a:pt x="8157" y="109435"/>
                  </a:lnTo>
                  <a:lnTo>
                    <a:pt x="30873" y="65507"/>
                  </a:lnTo>
                  <a:lnTo>
                    <a:pt x="65513" y="30870"/>
                  </a:lnTo>
                  <a:lnTo>
                    <a:pt x="109440" y="8156"/>
                  </a:lnTo>
                  <a:lnTo>
                    <a:pt x="160020" y="0"/>
                  </a:lnTo>
                  <a:lnTo>
                    <a:pt x="210599" y="8156"/>
                  </a:lnTo>
                  <a:lnTo>
                    <a:pt x="254526" y="30870"/>
                  </a:lnTo>
                  <a:lnTo>
                    <a:pt x="289166" y="65507"/>
                  </a:lnTo>
                  <a:lnTo>
                    <a:pt x="311882" y="109435"/>
                  </a:lnTo>
                  <a:lnTo>
                    <a:pt x="320040" y="160020"/>
                  </a:lnTo>
                  <a:lnTo>
                    <a:pt x="311882" y="210604"/>
                  </a:lnTo>
                  <a:lnTo>
                    <a:pt x="289166" y="254532"/>
                  </a:lnTo>
                  <a:lnTo>
                    <a:pt x="254526" y="289169"/>
                  </a:lnTo>
                  <a:lnTo>
                    <a:pt x="210599" y="311883"/>
                  </a:lnTo>
                  <a:lnTo>
                    <a:pt x="160020" y="320040"/>
                  </a:lnTo>
                  <a:lnTo>
                    <a:pt x="109440" y="311883"/>
                  </a:lnTo>
                  <a:lnTo>
                    <a:pt x="65513" y="289169"/>
                  </a:lnTo>
                  <a:lnTo>
                    <a:pt x="30873" y="254532"/>
                  </a:lnTo>
                  <a:lnTo>
                    <a:pt x="8157" y="210604"/>
                  </a:lnTo>
                  <a:lnTo>
                    <a:pt x="0" y="16002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6272" y="1116838"/>
            <a:ext cx="212153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55" dirty="0">
                <a:solidFill>
                  <a:srgbClr val="2C2C2C"/>
                </a:solidFill>
              </a:rPr>
              <a:t>Toxicidad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473455" y="1923414"/>
            <a:ext cx="10807065" cy="3176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415" marR="5080" indent="-6350" algn="just">
              <a:lnSpc>
                <a:spcPct val="105600"/>
              </a:lnSpc>
              <a:spcBef>
                <a:spcPts val="100"/>
              </a:spcBef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LLM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considera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tóxico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cuando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produce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respuestas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que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puedes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ser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potencialmente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peligrosas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o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discriminatorias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hacia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determinados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grupos.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015"/>
              </a:spcBef>
            </a:pPr>
            <a:endParaRPr sz="1800">
              <a:latin typeface="Calibri"/>
              <a:cs typeface="Calibri"/>
            </a:endParaRPr>
          </a:p>
          <a:p>
            <a:pPr marL="12700" algn="just">
              <a:lnSpc>
                <a:spcPct val="100000"/>
              </a:lnSpc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Algunas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opciones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para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mitigar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toxicidad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LLM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C2C2C"/>
                </a:solidFill>
                <a:latin typeface="Calibri"/>
                <a:cs typeface="Calibri"/>
              </a:rPr>
              <a:t>son:</a:t>
            </a:r>
            <a:endParaRPr sz="1800">
              <a:latin typeface="Calibri"/>
              <a:cs typeface="Calibri"/>
            </a:endParaRPr>
          </a:p>
          <a:p>
            <a:pPr marL="299085" marR="4721860" indent="-287020" algn="just">
              <a:lnSpc>
                <a:spcPct val="105600"/>
              </a:lnSpc>
              <a:spcBef>
                <a:spcPts val="39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Seleccionar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conjunto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datos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entrenamiento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forma cuidadosa</a:t>
            </a:r>
            <a:endParaRPr sz="1800">
              <a:latin typeface="Calibri"/>
              <a:cs typeface="Calibri"/>
            </a:endParaRPr>
          </a:p>
          <a:p>
            <a:pPr marL="299085" indent="-286385" algn="just">
              <a:lnSpc>
                <a:spcPct val="100000"/>
              </a:lnSpc>
              <a:spcBef>
                <a:spcPts val="51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Entrenar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los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modelos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filtrar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contenido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no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deseado</a:t>
            </a:r>
            <a:endParaRPr sz="1800">
              <a:latin typeface="Calibri"/>
              <a:cs typeface="Calibri"/>
            </a:endParaRPr>
          </a:p>
          <a:p>
            <a:pPr marL="299085" marR="4723765" indent="-287020" algn="just">
              <a:lnSpc>
                <a:spcPct val="105300"/>
              </a:lnSpc>
              <a:spcBef>
                <a:spcPts val="415"/>
              </a:spcBef>
              <a:buFont typeface="Arial MT"/>
              <a:buChar char="•"/>
              <a:tabLst>
                <a:tab pos="299085" algn="l"/>
              </a:tabLst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Utilizar</a:t>
            </a:r>
            <a:r>
              <a:rPr sz="1800" spc="40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409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grupo</a:t>
            </a:r>
            <a:r>
              <a:rPr sz="1800" spc="409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diverso</a:t>
            </a:r>
            <a:r>
              <a:rPr sz="1800" spc="409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42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anotadores,</a:t>
            </a:r>
            <a:r>
              <a:rPr sz="1800" spc="40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orientándoles</a:t>
            </a:r>
            <a:r>
              <a:rPr sz="1800" spc="41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forma</a:t>
            </a:r>
            <a:r>
              <a:rPr sz="1800" spc="1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suficiente</a:t>
            </a:r>
            <a:r>
              <a:rPr sz="1800" spc="1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2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forma</a:t>
            </a:r>
            <a:r>
              <a:rPr sz="1800" spc="1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que</a:t>
            </a:r>
            <a:r>
              <a:rPr sz="1800" spc="2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sepan</a:t>
            </a:r>
            <a:r>
              <a:rPr sz="1800" spc="1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remover</a:t>
            </a:r>
            <a:r>
              <a:rPr sz="1800" spc="1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o</a:t>
            </a:r>
            <a:r>
              <a:rPr sz="1800" spc="1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marcar</a:t>
            </a:r>
            <a:r>
              <a:rPr sz="1800" spc="1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datos dañinos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22229" y="2530348"/>
            <a:ext cx="4870587" cy="28008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387" y="638492"/>
            <a:ext cx="348615" cy="348615"/>
            <a:chOff x="306387" y="638492"/>
            <a:chExt cx="348615" cy="348615"/>
          </a:xfrm>
        </p:grpSpPr>
        <p:sp>
          <p:nvSpPr>
            <p:cNvPr id="3" name="object 3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160020" y="0"/>
                  </a:moveTo>
                  <a:lnTo>
                    <a:pt x="109440" y="8156"/>
                  </a:lnTo>
                  <a:lnTo>
                    <a:pt x="65513" y="30870"/>
                  </a:lnTo>
                  <a:lnTo>
                    <a:pt x="30873" y="65507"/>
                  </a:lnTo>
                  <a:lnTo>
                    <a:pt x="8157" y="109435"/>
                  </a:lnTo>
                  <a:lnTo>
                    <a:pt x="0" y="160020"/>
                  </a:lnTo>
                  <a:lnTo>
                    <a:pt x="8157" y="210604"/>
                  </a:lnTo>
                  <a:lnTo>
                    <a:pt x="30873" y="254532"/>
                  </a:lnTo>
                  <a:lnTo>
                    <a:pt x="65513" y="289169"/>
                  </a:lnTo>
                  <a:lnTo>
                    <a:pt x="109440" y="311883"/>
                  </a:lnTo>
                  <a:lnTo>
                    <a:pt x="160020" y="320040"/>
                  </a:lnTo>
                  <a:lnTo>
                    <a:pt x="210599" y="311883"/>
                  </a:lnTo>
                  <a:lnTo>
                    <a:pt x="254526" y="289169"/>
                  </a:lnTo>
                  <a:lnTo>
                    <a:pt x="289166" y="254532"/>
                  </a:lnTo>
                  <a:lnTo>
                    <a:pt x="311882" y="210604"/>
                  </a:lnTo>
                  <a:lnTo>
                    <a:pt x="320040" y="160020"/>
                  </a:lnTo>
                  <a:lnTo>
                    <a:pt x="311882" y="109435"/>
                  </a:lnTo>
                  <a:lnTo>
                    <a:pt x="289166" y="65507"/>
                  </a:lnTo>
                  <a:lnTo>
                    <a:pt x="254526" y="30870"/>
                  </a:lnTo>
                  <a:lnTo>
                    <a:pt x="210599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CFF7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lnTo>
                    <a:pt x="8157" y="109435"/>
                  </a:lnTo>
                  <a:lnTo>
                    <a:pt x="30873" y="65507"/>
                  </a:lnTo>
                  <a:lnTo>
                    <a:pt x="65513" y="30870"/>
                  </a:lnTo>
                  <a:lnTo>
                    <a:pt x="109440" y="8156"/>
                  </a:lnTo>
                  <a:lnTo>
                    <a:pt x="160020" y="0"/>
                  </a:lnTo>
                  <a:lnTo>
                    <a:pt x="210599" y="8156"/>
                  </a:lnTo>
                  <a:lnTo>
                    <a:pt x="254526" y="30870"/>
                  </a:lnTo>
                  <a:lnTo>
                    <a:pt x="289166" y="65507"/>
                  </a:lnTo>
                  <a:lnTo>
                    <a:pt x="311882" y="109435"/>
                  </a:lnTo>
                  <a:lnTo>
                    <a:pt x="320040" y="160020"/>
                  </a:lnTo>
                  <a:lnTo>
                    <a:pt x="311882" y="210604"/>
                  </a:lnTo>
                  <a:lnTo>
                    <a:pt x="289166" y="254532"/>
                  </a:lnTo>
                  <a:lnTo>
                    <a:pt x="254526" y="289169"/>
                  </a:lnTo>
                  <a:lnTo>
                    <a:pt x="210599" y="311883"/>
                  </a:lnTo>
                  <a:lnTo>
                    <a:pt x="160020" y="320040"/>
                  </a:lnTo>
                  <a:lnTo>
                    <a:pt x="109440" y="311883"/>
                  </a:lnTo>
                  <a:lnTo>
                    <a:pt x="65513" y="289169"/>
                  </a:lnTo>
                  <a:lnTo>
                    <a:pt x="30873" y="254532"/>
                  </a:lnTo>
                  <a:lnTo>
                    <a:pt x="8157" y="210604"/>
                  </a:lnTo>
                  <a:lnTo>
                    <a:pt x="0" y="16002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972683" y="1133602"/>
            <a:ext cx="5309235" cy="877569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80"/>
              </a:spcBef>
              <a:tabLst>
                <a:tab pos="682625" algn="l"/>
                <a:tab pos="1193800" algn="l"/>
                <a:tab pos="1591945" algn="l"/>
                <a:tab pos="2080260" algn="l"/>
                <a:tab pos="3102610" algn="l"/>
                <a:tab pos="3907154" algn="l"/>
                <a:tab pos="4175125" algn="l"/>
                <a:tab pos="4493260" algn="l"/>
                <a:tab pos="5061585" algn="l"/>
              </a:tabLst>
            </a:pPr>
            <a:r>
              <a:rPr dirty="0">
                <a:solidFill>
                  <a:srgbClr val="2C2C2C"/>
                </a:solidFill>
              </a:rPr>
              <a:t>Un</a:t>
            </a:r>
            <a:r>
              <a:rPr spc="-5" dirty="0">
                <a:solidFill>
                  <a:srgbClr val="2C2C2C"/>
                </a:solidFill>
              </a:rPr>
              <a:t> </a:t>
            </a:r>
            <a:r>
              <a:rPr dirty="0">
                <a:solidFill>
                  <a:srgbClr val="2C2C2C"/>
                </a:solidFill>
              </a:rPr>
              <a:t>LLM</a:t>
            </a:r>
            <a:r>
              <a:rPr spc="-10" dirty="0">
                <a:solidFill>
                  <a:srgbClr val="2C2C2C"/>
                </a:solidFill>
              </a:rPr>
              <a:t> </a:t>
            </a:r>
            <a:r>
              <a:rPr dirty="0">
                <a:solidFill>
                  <a:srgbClr val="2C2C2C"/>
                </a:solidFill>
              </a:rPr>
              <a:t>se dice</a:t>
            </a:r>
            <a:r>
              <a:rPr spc="10" dirty="0">
                <a:solidFill>
                  <a:srgbClr val="2C2C2C"/>
                </a:solidFill>
              </a:rPr>
              <a:t> </a:t>
            </a:r>
            <a:r>
              <a:rPr dirty="0">
                <a:solidFill>
                  <a:srgbClr val="2C2C2C"/>
                </a:solidFill>
              </a:rPr>
              <a:t>que</a:t>
            </a:r>
            <a:r>
              <a:rPr spc="5" dirty="0">
                <a:solidFill>
                  <a:srgbClr val="2C2C2C"/>
                </a:solidFill>
              </a:rPr>
              <a:t> </a:t>
            </a:r>
            <a:r>
              <a:rPr dirty="0">
                <a:solidFill>
                  <a:srgbClr val="2C2C2C"/>
                </a:solidFill>
              </a:rPr>
              <a:t>está</a:t>
            </a:r>
            <a:r>
              <a:rPr spc="-5" dirty="0">
                <a:solidFill>
                  <a:srgbClr val="2C2C2C"/>
                </a:solidFill>
              </a:rPr>
              <a:t> </a:t>
            </a:r>
            <a:r>
              <a:rPr dirty="0">
                <a:solidFill>
                  <a:srgbClr val="2C2C2C"/>
                </a:solidFill>
              </a:rPr>
              <a:t>alucinando</a:t>
            </a:r>
            <a:r>
              <a:rPr spc="-5" dirty="0">
                <a:solidFill>
                  <a:srgbClr val="2C2C2C"/>
                </a:solidFill>
              </a:rPr>
              <a:t> </a:t>
            </a:r>
            <a:r>
              <a:rPr dirty="0">
                <a:solidFill>
                  <a:srgbClr val="2C2C2C"/>
                </a:solidFill>
              </a:rPr>
              <a:t>cuando</a:t>
            </a:r>
            <a:r>
              <a:rPr spc="-5" dirty="0">
                <a:solidFill>
                  <a:srgbClr val="2C2C2C"/>
                </a:solidFill>
              </a:rPr>
              <a:t> </a:t>
            </a:r>
            <a:r>
              <a:rPr spc="-10" dirty="0">
                <a:solidFill>
                  <a:srgbClr val="2C2C2C"/>
                </a:solidFill>
              </a:rPr>
              <a:t>proporciona datos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25" dirty="0">
                <a:solidFill>
                  <a:srgbClr val="2C2C2C"/>
                </a:solidFill>
              </a:rPr>
              <a:t>que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25" dirty="0">
                <a:solidFill>
                  <a:srgbClr val="2C2C2C"/>
                </a:solidFill>
              </a:rPr>
              <a:t>no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25" dirty="0">
                <a:solidFill>
                  <a:srgbClr val="2C2C2C"/>
                </a:solidFill>
              </a:rPr>
              <a:t>son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10" dirty="0">
                <a:solidFill>
                  <a:srgbClr val="2C2C2C"/>
                </a:solidFill>
              </a:rPr>
              <a:t>correctos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10" dirty="0">
                <a:solidFill>
                  <a:srgbClr val="2C2C2C"/>
                </a:solidFill>
              </a:rPr>
              <a:t>debido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50" dirty="0">
                <a:solidFill>
                  <a:srgbClr val="2C2C2C"/>
                </a:solidFill>
              </a:rPr>
              <a:t>a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25" dirty="0">
                <a:solidFill>
                  <a:srgbClr val="2C2C2C"/>
                </a:solidFill>
              </a:rPr>
              <a:t>la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10" dirty="0">
                <a:solidFill>
                  <a:srgbClr val="2C2C2C"/>
                </a:solidFill>
              </a:rPr>
              <a:t>falta</a:t>
            </a:r>
            <a:r>
              <a:rPr dirty="0">
                <a:solidFill>
                  <a:srgbClr val="2C2C2C"/>
                </a:solidFill>
              </a:rPr>
              <a:t>	</a:t>
            </a:r>
            <a:r>
              <a:rPr spc="-25" dirty="0">
                <a:solidFill>
                  <a:srgbClr val="2C2C2C"/>
                </a:solidFill>
              </a:rPr>
              <a:t>de</a:t>
            </a: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10" dirty="0">
                <a:solidFill>
                  <a:srgbClr val="2C2C2C"/>
                </a:solidFill>
              </a:rPr>
              <a:t>información.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ts val="2270"/>
              </a:lnSpc>
              <a:spcBef>
                <a:spcPts val="80"/>
              </a:spcBef>
            </a:pPr>
            <a:r>
              <a:rPr dirty="0"/>
              <a:t>Por</a:t>
            </a:r>
            <a:r>
              <a:rPr spc="330" dirty="0"/>
              <a:t> </a:t>
            </a:r>
            <a:r>
              <a:rPr dirty="0"/>
              <a:t>ello,</a:t>
            </a:r>
            <a:r>
              <a:rPr spc="330" dirty="0"/>
              <a:t> </a:t>
            </a:r>
            <a:r>
              <a:rPr dirty="0"/>
              <a:t>es</a:t>
            </a:r>
            <a:r>
              <a:rPr spc="335" dirty="0"/>
              <a:t> </a:t>
            </a:r>
            <a:r>
              <a:rPr dirty="0"/>
              <a:t>importante</a:t>
            </a:r>
            <a:r>
              <a:rPr spc="340" dirty="0"/>
              <a:t> </a:t>
            </a:r>
            <a:r>
              <a:rPr dirty="0"/>
              <a:t>avisar</a:t>
            </a:r>
            <a:r>
              <a:rPr spc="345" dirty="0"/>
              <a:t> </a:t>
            </a:r>
            <a:r>
              <a:rPr dirty="0"/>
              <a:t>y</a:t>
            </a:r>
            <a:r>
              <a:rPr spc="335" dirty="0"/>
              <a:t> </a:t>
            </a:r>
            <a:r>
              <a:rPr dirty="0"/>
              <a:t>educar</a:t>
            </a:r>
            <a:r>
              <a:rPr spc="335" dirty="0"/>
              <a:t> </a:t>
            </a:r>
            <a:r>
              <a:rPr dirty="0"/>
              <a:t>a</a:t>
            </a:r>
            <a:r>
              <a:rPr spc="335" dirty="0"/>
              <a:t> </a:t>
            </a:r>
            <a:r>
              <a:rPr dirty="0"/>
              <a:t>los</a:t>
            </a:r>
            <a:r>
              <a:rPr spc="350" dirty="0"/>
              <a:t> </a:t>
            </a:r>
            <a:r>
              <a:rPr spc="-10" dirty="0"/>
              <a:t>usuarios sobre</a:t>
            </a:r>
            <a:r>
              <a:rPr spc="-50" dirty="0"/>
              <a:t> </a:t>
            </a:r>
            <a:r>
              <a:rPr spc="-10" dirty="0"/>
              <a:t>cómo</a:t>
            </a:r>
            <a:r>
              <a:rPr spc="-40" dirty="0"/>
              <a:t> </a:t>
            </a:r>
            <a:r>
              <a:rPr spc="-10" dirty="0"/>
              <a:t>funciona</a:t>
            </a:r>
            <a:r>
              <a:rPr spc="-45" dirty="0"/>
              <a:t> </a:t>
            </a:r>
            <a:r>
              <a:rPr dirty="0"/>
              <a:t>la</a:t>
            </a:r>
            <a:r>
              <a:rPr spc="-40" dirty="0"/>
              <a:t> </a:t>
            </a:r>
            <a:r>
              <a:rPr dirty="0"/>
              <a:t>IA</a:t>
            </a:r>
            <a:r>
              <a:rPr spc="-35" dirty="0"/>
              <a:t> </a:t>
            </a:r>
            <a:r>
              <a:rPr spc="-20" dirty="0"/>
              <a:t>generativa.</a:t>
            </a:r>
            <a:r>
              <a:rPr spc="-45" dirty="0"/>
              <a:t> </a:t>
            </a:r>
            <a:r>
              <a:rPr dirty="0"/>
              <a:t>Así,</a:t>
            </a:r>
            <a:r>
              <a:rPr spc="-45" dirty="0"/>
              <a:t> </a:t>
            </a:r>
            <a:r>
              <a:rPr dirty="0"/>
              <a:t>es</a:t>
            </a:r>
            <a:r>
              <a:rPr spc="-35" dirty="0"/>
              <a:t> </a:t>
            </a:r>
            <a:r>
              <a:rPr spc="-10" dirty="0"/>
              <a:t>conveniente</a:t>
            </a:r>
          </a:p>
          <a:p>
            <a:pPr marL="12700" marR="6350">
              <a:lnSpc>
                <a:spcPts val="2270"/>
              </a:lnSpc>
              <a:spcBef>
                <a:spcPts val="10"/>
              </a:spcBef>
            </a:pPr>
            <a:r>
              <a:rPr dirty="0"/>
              <a:t>añadir</a:t>
            </a:r>
            <a:r>
              <a:rPr spc="55" dirty="0"/>
              <a:t> </a:t>
            </a:r>
            <a:r>
              <a:rPr dirty="0"/>
              <a:t>avisos</a:t>
            </a:r>
            <a:r>
              <a:rPr spc="65" dirty="0"/>
              <a:t> </a:t>
            </a:r>
            <a:r>
              <a:rPr dirty="0"/>
              <a:t>sobre</a:t>
            </a:r>
            <a:r>
              <a:rPr spc="65" dirty="0"/>
              <a:t> </a:t>
            </a:r>
            <a:r>
              <a:rPr dirty="0"/>
              <a:t>que</a:t>
            </a:r>
            <a:r>
              <a:rPr spc="65" dirty="0"/>
              <a:t> </a:t>
            </a:r>
            <a:r>
              <a:rPr dirty="0"/>
              <a:t>un</a:t>
            </a:r>
            <a:r>
              <a:rPr spc="70" dirty="0"/>
              <a:t> </a:t>
            </a:r>
            <a:r>
              <a:rPr dirty="0"/>
              <a:t>LLM</a:t>
            </a:r>
            <a:r>
              <a:rPr spc="55" dirty="0"/>
              <a:t> </a:t>
            </a:r>
            <a:r>
              <a:rPr dirty="0"/>
              <a:t>puede</a:t>
            </a:r>
            <a:r>
              <a:rPr spc="65" dirty="0"/>
              <a:t> </a:t>
            </a:r>
            <a:r>
              <a:rPr dirty="0"/>
              <a:t>alucinar</a:t>
            </a:r>
            <a:r>
              <a:rPr spc="65" dirty="0"/>
              <a:t> </a:t>
            </a:r>
            <a:r>
              <a:rPr dirty="0"/>
              <a:t>y</a:t>
            </a:r>
            <a:r>
              <a:rPr spc="60" dirty="0"/>
              <a:t> </a:t>
            </a:r>
            <a:r>
              <a:rPr spc="-10" dirty="0"/>
              <a:t>definir claramente</a:t>
            </a:r>
            <a:r>
              <a:rPr spc="-30" dirty="0"/>
              <a:t> </a:t>
            </a:r>
            <a:r>
              <a:rPr dirty="0"/>
              <a:t>el</a:t>
            </a:r>
            <a:r>
              <a:rPr spc="-35" dirty="0"/>
              <a:t> </a:t>
            </a:r>
            <a:r>
              <a:rPr dirty="0"/>
              <a:t>uso</a:t>
            </a:r>
            <a:r>
              <a:rPr spc="-35" dirty="0"/>
              <a:t> </a:t>
            </a:r>
            <a:r>
              <a:rPr spc="-10" dirty="0"/>
              <a:t>previsto</a:t>
            </a:r>
            <a:r>
              <a:rPr spc="-35" dirty="0"/>
              <a:t> </a:t>
            </a:r>
            <a:r>
              <a:rPr dirty="0"/>
              <a:t>de</a:t>
            </a:r>
            <a:r>
              <a:rPr spc="-25" dirty="0"/>
              <a:t> </a:t>
            </a:r>
            <a:r>
              <a:rPr dirty="0"/>
              <a:t>los</a:t>
            </a:r>
            <a:r>
              <a:rPr spc="-30" dirty="0"/>
              <a:t> </a:t>
            </a:r>
            <a:r>
              <a:rPr spc="-10" dirty="0"/>
              <a:t>modelos.</a:t>
            </a:r>
          </a:p>
          <a:p>
            <a:pPr marL="12700">
              <a:lnSpc>
                <a:spcPct val="100000"/>
              </a:lnSpc>
              <a:spcBef>
                <a:spcPts val="2125"/>
              </a:spcBef>
            </a:pPr>
            <a:r>
              <a:rPr dirty="0"/>
              <a:t>Para</a:t>
            </a:r>
            <a:r>
              <a:rPr spc="-55" dirty="0"/>
              <a:t> </a:t>
            </a:r>
            <a:r>
              <a:rPr dirty="0"/>
              <a:t>mitigar</a:t>
            </a:r>
            <a:r>
              <a:rPr spc="-45" dirty="0"/>
              <a:t> </a:t>
            </a:r>
            <a:r>
              <a:rPr dirty="0"/>
              <a:t>la</a:t>
            </a:r>
            <a:r>
              <a:rPr spc="-55" dirty="0"/>
              <a:t> </a:t>
            </a:r>
            <a:r>
              <a:rPr dirty="0"/>
              <a:t>posibilidad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que</a:t>
            </a:r>
            <a:r>
              <a:rPr spc="-45" dirty="0"/>
              <a:t> </a:t>
            </a:r>
            <a:r>
              <a:rPr dirty="0"/>
              <a:t>un</a:t>
            </a:r>
            <a:r>
              <a:rPr spc="-55" dirty="0"/>
              <a:t> </a:t>
            </a:r>
            <a:r>
              <a:rPr dirty="0"/>
              <a:t>modelo</a:t>
            </a:r>
            <a:r>
              <a:rPr spc="-50" dirty="0"/>
              <a:t> </a:t>
            </a:r>
            <a:r>
              <a:rPr spc="-10" dirty="0"/>
              <a:t>pueda</a:t>
            </a: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/>
              <a:t>alucinar</a:t>
            </a:r>
            <a:r>
              <a:rPr spc="-50" dirty="0"/>
              <a:t> </a:t>
            </a:r>
            <a:r>
              <a:rPr dirty="0"/>
              <a:t>es</a:t>
            </a:r>
            <a:r>
              <a:rPr spc="-35" dirty="0"/>
              <a:t> </a:t>
            </a:r>
            <a:r>
              <a:rPr spc="-10" dirty="0"/>
              <a:t>importante</a:t>
            </a:r>
            <a:r>
              <a:rPr spc="-35" dirty="0"/>
              <a:t> </a:t>
            </a:r>
            <a:r>
              <a:rPr dirty="0"/>
              <a:t>entrenar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los</a:t>
            </a:r>
            <a:r>
              <a:rPr spc="-40" dirty="0"/>
              <a:t> </a:t>
            </a:r>
            <a:r>
              <a:rPr dirty="0"/>
              <a:t>modelos</a:t>
            </a:r>
            <a:r>
              <a:rPr spc="-40" dirty="0"/>
              <a:t> </a:t>
            </a:r>
            <a:r>
              <a:rPr dirty="0"/>
              <a:t>con</a:t>
            </a:r>
            <a:r>
              <a:rPr spc="-40" dirty="0"/>
              <a:t> </a:t>
            </a:r>
            <a:r>
              <a:rPr spc="-10" dirty="0"/>
              <a:t>bases</a:t>
            </a: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4400" spc="-10" dirty="0"/>
              <a:t>Alucinaciones</a:t>
            </a:r>
            <a:endParaRPr sz="4400"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858" y="1457938"/>
            <a:ext cx="5015101" cy="31238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387" y="638492"/>
            <a:ext cx="348615" cy="348615"/>
            <a:chOff x="306387" y="638492"/>
            <a:chExt cx="348615" cy="348615"/>
          </a:xfrm>
        </p:grpSpPr>
        <p:sp>
          <p:nvSpPr>
            <p:cNvPr id="3" name="object 3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160020" y="0"/>
                  </a:moveTo>
                  <a:lnTo>
                    <a:pt x="109440" y="8156"/>
                  </a:lnTo>
                  <a:lnTo>
                    <a:pt x="65513" y="30870"/>
                  </a:lnTo>
                  <a:lnTo>
                    <a:pt x="30873" y="65507"/>
                  </a:lnTo>
                  <a:lnTo>
                    <a:pt x="8157" y="109435"/>
                  </a:lnTo>
                  <a:lnTo>
                    <a:pt x="0" y="160020"/>
                  </a:lnTo>
                  <a:lnTo>
                    <a:pt x="8157" y="210604"/>
                  </a:lnTo>
                  <a:lnTo>
                    <a:pt x="30873" y="254532"/>
                  </a:lnTo>
                  <a:lnTo>
                    <a:pt x="65513" y="289169"/>
                  </a:lnTo>
                  <a:lnTo>
                    <a:pt x="109440" y="311883"/>
                  </a:lnTo>
                  <a:lnTo>
                    <a:pt x="160020" y="320040"/>
                  </a:lnTo>
                  <a:lnTo>
                    <a:pt x="210599" y="311883"/>
                  </a:lnTo>
                  <a:lnTo>
                    <a:pt x="254526" y="289169"/>
                  </a:lnTo>
                  <a:lnTo>
                    <a:pt x="289166" y="254532"/>
                  </a:lnTo>
                  <a:lnTo>
                    <a:pt x="311882" y="210604"/>
                  </a:lnTo>
                  <a:lnTo>
                    <a:pt x="320040" y="160020"/>
                  </a:lnTo>
                  <a:lnTo>
                    <a:pt x="311882" y="109435"/>
                  </a:lnTo>
                  <a:lnTo>
                    <a:pt x="289166" y="65507"/>
                  </a:lnTo>
                  <a:lnTo>
                    <a:pt x="254526" y="30870"/>
                  </a:lnTo>
                  <a:lnTo>
                    <a:pt x="210599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CFF7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lnTo>
                    <a:pt x="8157" y="109435"/>
                  </a:lnTo>
                  <a:lnTo>
                    <a:pt x="30873" y="65507"/>
                  </a:lnTo>
                  <a:lnTo>
                    <a:pt x="65513" y="30870"/>
                  </a:lnTo>
                  <a:lnTo>
                    <a:pt x="109440" y="8156"/>
                  </a:lnTo>
                  <a:lnTo>
                    <a:pt x="160020" y="0"/>
                  </a:lnTo>
                  <a:lnTo>
                    <a:pt x="210599" y="8156"/>
                  </a:lnTo>
                  <a:lnTo>
                    <a:pt x="254526" y="30870"/>
                  </a:lnTo>
                  <a:lnTo>
                    <a:pt x="289166" y="65507"/>
                  </a:lnTo>
                  <a:lnTo>
                    <a:pt x="311882" y="109435"/>
                  </a:lnTo>
                  <a:lnTo>
                    <a:pt x="320040" y="160020"/>
                  </a:lnTo>
                  <a:lnTo>
                    <a:pt x="311882" y="210604"/>
                  </a:lnTo>
                  <a:lnTo>
                    <a:pt x="289166" y="254532"/>
                  </a:lnTo>
                  <a:lnTo>
                    <a:pt x="254526" y="289169"/>
                  </a:lnTo>
                  <a:lnTo>
                    <a:pt x="210599" y="311883"/>
                  </a:lnTo>
                  <a:lnTo>
                    <a:pt x="160020" y="320040"/>
                  </a:lnTo>
                  <a:lnTo>
                    <a:pt x="109440" y="311883"/>
                  </a:lnTo>
                  <a:lnTo>
                    <a:pt x="65513" y="289169"/>
                  </a:lnTo>
                  <a:lnTo>
                    <a:pt x="30873" y="254532"/>
                  </a:lnTo>
                  <a:lnTo>
                    <a:pt x="8157" y="210604"/>
                  </a:lnTo>
                  <a:lnTo>
                    <a:pt x="0" y="16002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49072" y="1118362"/>
            <a:ext cx="487235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2C2C2C"/>
                </a:solidFill>
              </a:rPr>
              <a:t>Propiedad</a:t>
            </a:r>
            <a:r>
              <a:rPr sz="4400" spc="-220" dirty="0">
                <a:solidFill>
                  <a:srgbClr val="2C2C2C"/>
                </a:solidFill>
              </a:rPr>
              <a:t> </a:t>
            </a:r>
            <a:r>
              <a:rPr sz="4400" spc="-10" dirty="0">
                <a:solidFill>
                  <a:srgbClr val="2C2C2C"/>
                </a:solidFill>
              </a:rPr>
              <a:t>intelectual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590804" y="2345563"/>
            <a:ext cx="7165340" cy="1847214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8415" marR="5080" indent="-6350" algn="just">
              <a:lnSpc>
                <a:spcPts val="2270"/>
              </a:lnSpc>
              <a:spcBef>
                <a:spcPts val="80"/>
              </a:spcBef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</a:t>
            </a:r>
            <a:r>
              <a:rPr sz="1800" spc="-6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ocasiones,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6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LLM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puede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estar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plagiando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trabajo</a:t>
            </a:r>
            <a:r>
              <a:rPr sz="1800" spc="-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previo</a:t>
            </a:r>
            <a:r>
              <a:rPr sz="1800" spc="-6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7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una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persona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o</a:t>
            </a:r>
            <a:r>
              <a:rPr sz="1800" spc="9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puede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tener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problemas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derechos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autor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caso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9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contenido</a:t>
            </a:r>
            <a:r>
              <a:rPr sz="1800" spc="9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ya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existente.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815"/>
              </a:spcBef>
            </a:pPr>
            <a:endParaRPr sz="1800">
              <a:latin typeface="Calibri"/>
              <a:cs typeface="Calibri"/>
            </a:endParaRPr>
          </a:p>
          <a:p>
            <a:pPr marL="18415" marR="8255" indent="-6350" algn="just">
              <a:lnSpc>
                <a:spcPct val="105000"/>
              </a:lnSpc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spc="1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empleo</a:t>
            </a:r>
            <a:r>
              <a:rPr sz="1800" spc="1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1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</a:t>
            </a:r>
            <a:r>
              <a:rPr sz="1800" spc="1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tecnología,</a:t>
            </a:r>
            <a:r>
              <a:rPr sz="1800" spc="1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políticas</a:t>
            </a:r>
            <a:r>
              <a:rPr sz="1800" spc="1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y</a:t>
            </a:r>
            <a:r>
              <a:rPr sz="1800" spc="1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mecanismos</a:t>
            </a:r>
            <a:r>
              <a:rPr sz="1800" spc="1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legales</a:t>
            </a:r>
            <a:r>
              <a:rPr sz="1800" spc="1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puede</a:t>
            </a:r>
            <a:r>
              <a:rPr sz="1800" spc="15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ayudar</a:t>
            </a:r>
            <a:r>
              <a:rPr sz="1800" spc="1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a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definir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cuando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está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produciendo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una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infracción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este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tipo.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15317" y="2070279"/>
            <a:ext cx="2019993" cy="342836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06387" y="638492"/>
            <a:ext cx="348615" cy="348615"/>
            <a:chOff x="306387" y="638492"/>
            <a:chExt cx="348615" cy="348615"/>
          </a:xfrm>
        </p:grpSpPr>
        <p:sp>
          <p:nvSpPr>
            <p:cNvPr id="3" name="object 3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160020" y="0"/>
                  </a:moveTo>
                  <a:lnTo>
                    <a:pt x="109440" y="8156"/>
                  </a:lnTo>
                  <a:lnTo>
                    <a:pt x="65513" y="30870"/>
                  </a:lnTo>
                  <a:lnTo>
                    <a:pt x="30873" y="65507"/>
                  </a:lnTo>
                  <a:lnTo>
                    <a:pt x="8157" y="109435"/>
                  </a:lnTo>
                  <a:lnTo>
                    <a:pt x="0" y="160020"/>
                  </a:lnTo>
                  <a:lnTo>
                    <a:pt x="8157" y="210604"/>
                  </a:lnTo>
                  <a:lnTo>
                    <a:pt x="30873" y="254532"/>
                  </a:lnTo>
                  <a:lnTo>
                    <a:pt x="65513" y="289169"/>
                  </a:lnTo>
                  <a:lnTo>
                    <a:pt x="109440" y="311883"/>
                  </a:lnTo>
                  <a:lnTo>
                    <a:pt x="160020" y="320040"/>
                  </a:lnTo>
                  <a:lnTo>
                    <a:pt x="210599" y="311883"/>
                  </a:lnTo>
                  <a:lnTo>
                    <a:pt x="254526" y="289169"/>
                  </a:lnTo>
                  <a:lnTo>
                    <a:pt x="289166" y="254532"/>
                  </a:lnTo>
                  <a:lnTo>
                    <a:pt x="311882" y="210604"/>
                  </a:lnTo>
                  <a:lnTo>
                    <a:pt x="320040" y="160020"/>
                  </a:lnTo>
                  <a:lnTo>
                    <a:pt x="311882" y="109435"/>
                  </a:lnTo>
                  <a:lnTo>
                    <a:pt x="289166" y="65507"/>
                  </a:lnTo>
                  <a:lnTo>
                    <a:pt x="254526" y="30870"/>
                  </a:lnTo>
                  <a:lnTo>
                    <a:pt x="210599" y="8156"/>
                  </a:lnTo>
                  <a:lnTo>
                    <a:pt x="160020" y="0"/>
                  </a:lnTo>
                  <a:close/>
                </a:path>
              </a:pathLst>
            </a:custGeom>
            <a:solidFill>
              <a:srgbClr val="CFF7E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320675" y="652780"/>
              <a:ext cx="320040" cy="320040"/>
            </a:xfrm>
            <a:custGeom>
              <a:avLst/>
              <a:gdLst/>
              <a:ahLst/>
              <a:cxnLst/>
              <a:rect l="l" t="t" r="r" b="b"/>
              <a:pathLst>
                <a:path w="320040" h="320040">
                  <a:moveTo>
                    <a:pt x="0" y="160020"/>
                  </a:moveTo>
                  <a:lnTo>
                    <a:pt x="8157" y="109435"/>
                  </a:lnTo>
                  <a:lnTo>
                    <a:pt x="30873" y="65507"/>
                  </a:lnTo>
                  <a:lnTo>
                    <a:pt x="65513" y="30870"/>
                  </a:lnTo>
                  <a:lnTo>
                    <a:pt x="109440" y="8156"/>
                  </a:lnTo>
                  <a:lnTo>
                    <a:pt x="160020" y="0"/>
                  </a:lnTo>
                  <a:lnTo>
                    <a:pt x="210599" y="8156"/>
                  </a:lnTo>
                  <a:lnTo>
                    <a:pt x="254526" y="30870"/>
                  </a:lnTo>
                  <a:lnTo>
                    <a:pt x="289166" y="65507"/>
                  </a:lnTo>
                  <a:lnTo>
                    <a:pt x="311882" y="109435"/>
                  </a:lnTo>
                  <a:lnTo>
                    <a:pt x="320040" y="160020"/>
                  </a:lnTo>
                  <a:lnTo>
                    <a:pt x="311882" y="210604"/>
                  </a:lnTo>
                  <a:lnTo>
                    <a:pt x="289166" y="254532"/>
                  </a:lnTo>
                  <a:lnTo>
                    <a:pt x="254526" y="289169"/>
                  </a:lnTo>
                  <a:lnTo>
                    <a:pt x="210599" y="311883"/>
                  </a:lnTo>
                  <a:lnTo>
                    <a:pt x="160020" y="320040"/>
                  </a:lnTo>
                  <a:lnTo>
                    <a:pt x="109440" y="311883"/>
                  </a:lnTo>
                  <a:lnTo>
                    <a:pt x="65513" y="289169"/>
                  </a:lnTo>
                  <a:lnTo>
                    <a:pt x="30873" y="254532"/>
                  </a:lnTo>
                  <a:lnTo>
                    <a:pt x="8157" y="210604"/>
                  </a:lnTo>
                  <a:lnTo>
                    <a:pt x="0" y="160020"/>
                  </a:lnTo>
                  <a:close/>
                </a:path>
              </a:pathLst>
            </a:custGeom>
            <a:ln w="28575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906272" y="1116838"/>
            <a:ext cx="94907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2C2C2C"/>
                </a:solidFill>
              </a:rPr>
              <a:t>¿Cómo</a:t>
            </a:r>
            <a:r>
              <a:rPr sz="4400" spc="-65" dirty="0">
                <a:solidFill>
                  <a:srgbClr val="2C2C2C"/>
                </a:solidFill>
              </a:rPr>
              <a:t> </a:t>
            </a:r>
            <a:r>
              <a:rPr sz="4400" spc="-10" dirty="0">
                <a:solidFill>
                  <a:srgbClr val="2C2C2C"/>
                </a:solidFill>
              </a:rPr>
              <a:t>construir</a:t>
            </a:r>
            <a:r>
              <a:rPr sz="4400" spc="-55" dirty="0">
                <a:solidFill>
                  <a:srgbClr val="2C2C2C"/>
                </a:solidFill>
              </a:rPr>
              <a:t> </a:t>
            </a:r>
            <a:r>
              <a:rPr sz="4400" dirty="0">
                <a:solidFill>
                  <a:srgbClr val="2C2C2C"/>
                </a:solidFill>
              </a:rPr>
              <a:t>un</a:t>
            </a:r>
            <a:r>
              <a:rPr sz="4400" spc="-60" dirty="0">
                <a:solidFill>
                  <a:srgbClr val="2C2C2C"/>
                </a:solidFill>
              </a:rPr>
              <a:t> </a:t>
            </a:r>
            <a:r>
              <a:rPr sz="4400" dirty="0">
                <a:solidFill>
                  <a:srgbClr val="2C2C2C"/>
                </a:solidFill>
              </a:rPr>
              <a:t>modelo</a:t>
            </a:r>
            <a:r>
              <a:rPr sz="4400" spc="-60" dirty="0">
                <a:solidFill>
                  <a:srgbClr val="2C2C2C"/>
                </a:solidFill>
              </a:rPr>
              <a:t> </a:t>
            </a:r>
            <a:r>
              <a:rPr sz="4400" spc="-10" dirty="0">
                <a:solidFill>
                  <a:srgbClr val="2C2C2C"/>
                </a:solidFill>
              </a:rPr>
              <a:t>responsable?</a:t>
            </a:r>
            <a:endParaRPr sz="4400"/>
          </a:p>
        </p:txBody>
      </p:sp>
      <p:sp>
        <p:nvSpPr>
          <p:cNvPr id="6" name="object 6"/>
          <p:cNvSpPr txBox="1"/>
          <p:nvPr/>
        </p:nvSpPr>
        <p:spPr>
          <a:xfrm>
            <a:off x="1188211" y="2319654"/>
            <a:ext cx="10091420" cy="2938780"/>
          </a:xfrm>
          <a:prstGeom prst="rect">
            <a:avLst/>
          </a:prstGeom>
        </p:spPr>
        <p:txBody>
          <a:bodyPr vert="horz" wrap="square" lIns="0" tIns="793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Por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tanto,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para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implementar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LLM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responsable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es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muy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importante: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Definir</a:t>
            </a:r>
            <a:r>
              <a:rPr sz="1800" b="1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b="1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caso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b="1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uso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.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Cuanto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más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específico,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más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responsable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será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modelo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Evaluar</a:t>
            </a:r>
            <a:r>
              <a:rPr sz="1800" b="1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los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riesgos</a:t>
            </a:r>
            <a:r>
              <a:rPr sz="1800" b="1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cada</a:t>
            </a:r>
            <a:r>
              <a:rPr sz="1800" b="1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caso</a:t>
            </a:r>
            <a:r>
              <a:rPr sz="1800" b="1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ya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que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cada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posible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aplicación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posee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sus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propios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riesgos</a:t>
            </a:r>
            <a:endParaRPr sz="1800">
              <a:latin typeface="Calibri"/>
              <a:cs typeface="Calibri"/>
            </a:endParaRPr>
          </a:p>
          <a:p>
            <a:pPr marL="297815" indent="-285115">
              <a:lnSpc>
                <a:spcPct val="100000"/>
              </a:lnSpc>
              <a:spcBef>
                <a:spcPts val="53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Evaluar</a:t>
            </a:r>
            <a:r>
              <a:rPr sz="1800" b="1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b="1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rendimiento</a:t>
            </a:r>
            <a:r>
              <a:rPr sz="1800" b="1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del</a:t>
            </a:r>
            <a:r>
              <a:rPr sz="1800" b="1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modelo</a:t>
            </a:r>
            <a:r>
              <a:rPr sz="1800" b="1" spc="-2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para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cada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caso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C2C2C"/>
                </a:solidFill>
                <a:latin typeface="Calibri"/>
                <a:cs typeface="Calibri"/>
              </a:rPr>
              <a:t>diferentes</a:t>
            </a:r>
            <a:r>
              <a:rPr sz="1800" spc="-5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conjuntos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datos</a:t>
            </a:r>
            <a:endParaRPr sz="1800">
              <a:latin typeface="Calibri"/>
              <a:cs typeface="Calibri"/>
            </a:endParaRPr>
          </a:p>
          <a:p>
            <a:pPr marL="297815" marR="5080" indent="-285750" algn="just">
              <a:lnSpc>
                <a:spcPct val="105300"/>
              </a:lnSpc>
              <a:spcBef>
                <a:spcPts val="400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Realizar</a:t>
            </a:r>
            <a:r>
              <a:rPr sz="1800" spc="-4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varias</a:t>
            </a:r>
            <a:r>
              <a:rPr sz="1800" b="1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iteraciones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del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proceso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formación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LLM.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construcción</a:t>
            </a:r>
            <a:r>
              <a:rPr sz="1800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LLM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es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un</a:t>
            </a:r>
            <a:r>
              <a:rPr sz="1800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proceso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iterativo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el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que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responsabilidad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se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implementa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tanto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</a:t>
            </a:r>
            <a:r>
              <a:rPr sz="1800" spc="9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etapa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conceptual</a:t>
            </a:r>
            <a:r>
              <a:rPr sz="1800" spc="7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como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en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etapa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de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implementación,</a:t>
            </a:r>
            <a:r>
              <a:rPr sz="1800" spc="-3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monitorizando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las</a:t>
            </a:r>
            <a:r>
              <a:rPr sz="1800" b="1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respuestas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a</a:t>
            </a:r>
            <a:r>
              <a:rPr sz="1800" b="1" spc="-4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lo</a:t>
            </a:r>
            <a:r>
              <a:rPr sz="1800" b="1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largo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2C2C2C"/>
                </a:solidFill>
                <a:latin typeface="Calibri"/>
                <a:cs typeface="Calibri"/>
              </a:rPr>
              <a:t>del</a:t>
            </a:r>
            <a:r>
              <a:rPr sz="1800" b="1" spc="-3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2C2C2C"/>
                </a:solidFill>
                <a:latin typeface="Calibri"/>
                <a:cs typeface="Calibri"/>
              </a:rPr>
              <a:t>tiempo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297815" marR="6350" indent="-285750" algn="just">
              <a:lnSpc>
                <a:spcPct val="105100"/>
              </a:lnSpc>
              <a:spcBef>
                <a:spcPts val="415"/>
              </a:spcBef>
              <a:buFont typeface="Arial MT"/>
              <a:buChar char="•"/>
              <a:tabLst>
                <a:tab pos="297815" algn="l"/>
              </a:tabLst>
            </a:pP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Emitir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políticas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9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gobernanza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a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lo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largo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del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ciclo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9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vida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del</a:t>
            </a:r>
            <a:r>
              <a:rPr sz="1800" spc="7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modelo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y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medidas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de</a:t>
            </a:r>
            <a:r>
              <a:rPr sz="1800" spc="9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rendición</a:t>
            </a:r>
            <a:r>
              <a:rPr sz="1800" spc="8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para</a:t>
            </a:r>
            <a:r>
              <a:rPr sz="1800" spc="80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2C2C2C"/>
                </a:solidFill>
                <a:latin typeface="Calibri"/>
                <a:cs typeface="Calibri"/>
              </a:rPr>
              <a:t>cada </a:t>
            </a:r>
            <a:r>
              <a:rPr sz="1800" dirty="0">
                <a:solidFill>
                  <a:srgbClr val="2C2C2C"/>
                </a:solidFill>
                <a:latin typeface="Calibri"/>
                <a:cs typeface="Calibri"/>
              </a:rPr>
              <a:t>parte</a:t>
            </a:r>
            <a:r>
              <a:rPr sz="1800" spc="-25" dirty="0">
                <a:solidFill>
                  <a:srgbClr val="2C2C2C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2C2C2C"/>
                </a:solidFill>
                <a:latin typeface="Calibri"/>
                <a:cs typeface="Calibri"/>
              </a:rPr>
              <a:t>interesada.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254376" y="0"/>
            <a:ext cx="9940290" cy="6841490"/>
            <a:chOff x="2254376" y="0"/>
            <a:chExt cx="9940290" cy="68414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14747" y="560068"/>
              <a:ext cx="6977253" cy="628141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201030" y="578358"/>
              <a:ext cx="6993890" cy="4760595"/>
            </a:xfrm>
            <a:custGeom>
              <a:avLst/>
              <a:gdLst/>
              <a:ahLst/>
              <a:cxnLst/>
              <a:rect l="l" t="t" r="r" b="b"/>
              <a:pathLst>
                <a:path w="6993890" h="4760595">
                  <a:moveTo>
                    <a:pt x="6993509" y="0"/>
                  </a:moveTo>
                  <a:lnTo>
                    <a:pt x="0" y="0"/>
                  </a:lnTo>
                  <a:lnTo>
                    <a:pt x="0" y="4760595"/>
                  </a:lnTo>
                  <a:lnTo>
                    <a:pt x="6993509" y="4760595"/>
                  </a:lnTo>
                  <a:lnTo>
                    <a:pt x="6993509" y="0"/>
                  </a:lnTo>
                  <a:close/>
                </a:path>
              </a:pathLst>
            </a:custGeom>
            <a:solidFill>
              <a:srgbClr val="00E1F9">
                <a:alpha val="5294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54376" y="2158364"/>
              <a:ext cx="6304153" cy="153175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359659" y="4440682"/>
              <a:ext cx="427990" cy="340360"/>
            </a:xfrm>
            <a:custGeom>
              <a:avLst/>
              <a:gdLst/>
              <a:ahLst/>
              <a:cxnLst/>
              <a:rect l="l" t="t" r="r" b="b"/>
              <a:pathLst>
                <a:path w="427989" h="340360">
                  <a:moveTo>
                    <a:pt x="29463" y="0"/>
                  </a:moveTo>
                  <a:lnTo>
                    <a:pt x="20192" y="0"/>
                  </a:lnTo>
                  <a:lnTo>
                    <a:pt x="16509" y="254"/>
                  </a:lnTo>
                  <a:lnTo>
                    <a:pt x="0" y="6985"/>
                  </a:lnTo>
                  <a:lnTo>
                    <a:pt x="0" y="333248"/>
                  </a:lnTo>
                  <a:lnTo>
                    <a:pt x="381" y="334391"/>
                  </a:lnTo>
                  <a:lnTo>
                    <a:pt x="1142" y="335407"/>
                  </a:lnTo>
                  <a:lnTo>
                    <a:pt x="1904" y="336550"/>
                  </a:lnTo>
                  <a:lnTo>
                    <a:pt x="3301" y="337312"/>
                  </a:lnTo>
                  <a:lnTo>
                    <a:pt x="7112" y="338582"/>
                  </a:lnTo>
                  <a:lnTo>
                    <a:pt x="9651" y="339090"/>
                  </a:lnTo>
                  <a:lnTo>
                    <a:pt x="12953" y="339471"/>
                  </a:lnTo>
                  <a:lnTo>
                    <a:pt x="16128" y="339979"/>
                  </a:lnTo>
                  <a:lnTo>
                    <a:pt x="33400" y="339979"/>
                  </a:lnTo>
                  <a:lnTo>
                    <a:pt x="36575" y="339471"/>
                  </a:lnTo>
                  <a:lnTo>
                    <a:pt x="39623" y="339090"/>
                  </a:lnTo>
                  <a:lnTo>
                    <a:pt x="42163" y="338582"/>
                  </a:lnTo>
                  <a:lnTo>
                    <a:pt x="45973" y="337312"/>
                  </a:lnTo>
                  <a:lnTo>
                    <a:pt x="47370" y="336550"/>
                  </a:lnTo>
                  <a:lnTo>
                    <a:pt x="48132" y="335407"/>
                  </a:lnTo>
                  <a:lnTo>
                    <a:pt x="48894" y="334391"/>
                  </a:lnTo>
                  <a:lnTo>
                    <a:pt x="49275" y="333248"/>
                  </a:lnTo>
                  <a:lnTo>
                    <a:pt x="49275" y="6985"/>
                  </a:lnTo>
                  <a:lnTo>
                    <a:pt x="33400" y="254"/>
                  </a:lnTo>
                  <a:lnTo>
                    <a:pt x="29463" y="0"/>
                  </a:lnTo>
                  <a:close/>
                </a:path>
                <a:path w="427989" h="340360">
                  <a:moveTo>
                    <a:pt x="278510" y="127"/>
                  </a:moveTo>
                  <a:lnTo>
                    <a:pt x="256794" y="127"/>
                  </a:lnTo>
                  <a:lnTo>
                    <a:pt x="249427" y="635"/>
                  </a:lnTo>
                  <a:lnTo>
                    <a:pt x="238364" y="4826"/>
                  </a:lnTo>
                  <a:lnTo>
                    <a:pt x="237235" y="5842"/>
                  </a:lnTo>
                  <a:lnTo>
                    <a:pt x="109600" y="326263"/>
                  </a:lnTo>
                  <a:lnTo>
                    <a:pt x="108693" y="334264"/>
                  </a:lnTo>
                  <a:lnTo>
                    <a:pt x="109346" y="335788"/>
                  </a:lnTo>
                  <a:lnTo>
                    <a:pt x="110743" y="337058"/>
                  </a:lnTo>
                  <a:lnTo>
                    <a:pt x="112140" y="338201"/>
                  </a:lnTo>
                  <a:lnTo>
                    <a:pt x="115043" y="339217"/>
                  </a:lnTo>
                  <a:lnTo>
                    <a:pt x="115866" y="339217"/>
                  </a:lnTo>
                  <a:lnTo>
                    <a:pt x="118237" y="339471"/>
                  </a:lnTo>
                  <a:lnTo>
                    <a:pt x="121665" y="339979"/>
                  </a:lnTo>
                  <a:lnTo>
                    <a:pt x="141477" y="339979"/>
                  </a:lnTo>
                  <a:lnTo>
                    <a:pt x="148208" y="339217"/>
                  </a:lnTo>
                  <a:lnTo>
                    <a:pt x="150748" y="338709"/>
                  </a:lnTo>
                  <a:lnTo>
                    <a:pt x="152526" y="337947"/>
                  </a:lnTo>
                  <a:lnTo>
                    <a:pt x="154114" y="337312"/>
                  </a:lnTo>
                  <a:lnTo>
                    <a:pt x="154273" y="337312"/>
                  </a:lnTo>
                  <a:lnTo>
                    <a:pt x="155701" y="336169"/>
                  </a:lnTo>
                  <a:lnTo>
                    <a:pt x="189356" y="250063"/>
                  </a:lnTo>
                  <a:lnTo>
                    <a:pt x="396597" y="250063"/>
                  </a:lnTo>
                  <a:lnTo>
                    <a:pt x="382423" y="214376"/>
                  </a:lnTo>
                  <a:lnTo>
                    <a:pt x="201675" y="214376"/>
                  </a:lnTo>
                  <a:lnTo>
                    <a:pt x="265556" y="46355"/>
                  </a:lnTo>
                  <a:lnTo>
                    <a:pt x="315689" y="46355"/>
                  </a:lnTo>
                  <a:lnTo>
                    <a:pt x="300354" y="7747"/>
                  </a:lnTo>
                  <a:lnTo>
                    <a:pt x="299338" y="6096"/>
                  </a:lnTo>
                  <a:lnTo>
                    <a:pt x="297941" y="4826"/>
                  </a:lnTo>
                  <a:lnTo>
                    <a:pt x="296671" y="3556"/>
                  </a:lnTo>
                  <a:lnTo>
                    <a:pt x="294766" y="2540"/>
                  </a:lnTo>
                  <a:lnTo>
                    <a:pt x="292226" y="1778"/>
                  </a:lnTo>
                  <a:lnTo>
                    <a:pt x="289687" y="1143"/>
                  </a:lnTo>
                  <a:lnTo>
                    <a:pt x="286512" y="635"/>
                  </a:lnTo>
                  <a:lnTo>
                    <a:pt x="278510" y="127"/>
                  </a:lnTo>
                  <a:close/>
                </a:path>
                <a:path w="427989" h="340360">
                  <a:moveTo>
                    <a:pt x="396597" y="250063"/>
                  </a:moveTo>
                  <a:lnTo>
                    <a:pt x="343534" y="250063"/>
                  </a:lnTo>
                  <a:lnTo>
                    <a:pt x="375284" y="332105"/>
                  </a:lnTo>
                  <a:lnTo>
                    <a:pt x="383895" y="339217"/>
                  </a:lnTo>
                  <a:lnTo>
                    <a:pt x="384428" y="339217"/>
                  </a:lnTo>
                  <a:lnTo>
                    <a:pt x="386206" y="339471"/>
                  </a:lnTo>
                  <a:lnTo>
                    <a:pt x="393319" y="339979"/>
                  </a:lnTo>
                  <a:lnTo>
                    <a:pt x="414654" y="339979"/>
                  </a:lnTo>
                  <a:lnTo>
                    <a:pt x="427989" y="334264"/>
                  </a:lnTo>
                  <a:lnTo>
                    <a:pt x="427870" y="332105"/>
                  </a:lnTo>
                  <a:lnTo>
                    <a:pt x="427816" y="331089"/>
                  </a:lnTo>
                  <a:lnTo>
                    <a:pt x="427735" y="329565"/>
                  </a:lnTo>
                  <a:lnTo>
                    <a:pt x="426973" y="326517"/>
                  </a:lnTo>
                  <a:lnTo>
                    <a:pt x="396597" y="250063"/>
                  </a:lnTo>
                  <a:close/>
                </a:path>
                <a:path w="427989" h="340360">
                  <a:moveTo>
                    <a:pt x="315689" y="46355"/>
                  </a:moveTo>
                  <a:lnTo>
                    <a:pt x="265810" y="46355"/>
                  </a:lnTo>
                  <a:lnTo>
                    <a:pt x="330581" y="214376"/>
                  </a:lnTo>
                  <a:lnTo>
                    <a:pt x="382423" y="214376"/>
                  </a:lnTo>
                  <a:lnTo>
                    <a:pt x="315689" y="46355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971926" y="4433696"/>
              <a:ext cx="2523998" cy="35051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099429" y="0"/>
              <a:ext cx="0" cy="1560830"/>
            </a:xfrm>
            <a:custGeom>
              <a:avLst/>
              <a:gdLst/>
              <a:ahLst/>
              <a:cxnLst/>
              <a:rect l="l" t="t" r="r" b="b"/>
              <a:pathLst>
                <a:path h="1560830">
                  <a:moveTo>
                    <a:pt x="0" y="0"/>
                  </a:moveTo>
                  <a:lnTo>
                    <a:pt x="0" y="1560322"/>
                  </a:lnTo>
                </a:path>
              </a:pathLst>
            </a:custGeom>
            <a:ln w="28575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264918" y="1167129"/>
              <a:ext cx="890269" cy="207645"/>
            </a:xfrm>
            <a:custGeom>
              <a:avLst/>
              <a:gdLst/>
              <a:ahLst/>
              <a:cxnLst/>
              <a:rect l="l" t="t" r="r" b="b"/>
              <a:pathLst>
                <a:path w="890269" h="207644">
                  <a:moveTo>
                    <a:pt x="100076" y="51562"/>
                  </a:moveTo>
                  <a:lnTo>
                    <a:pt x="90385" y="29337"/>
                  </a:lnTo>
                  <a:lnTo>
                    <a:pt x="86995" y="25400"/>
                  </a:lnTo>
                  <a:lnTo>
                    <a:pt x="83058" y="22352"/>
                  </a:lnTo>
                  <a:lnTo>
                    <a:pt x="77343" y="19342"/>
                  </a:lnTo>
                  <a:lnTo>
                    <a:pt x="77343" y="52705"/>
                  </a:lnTo>
                  <a:lnTo>
                    <a:pt x="77343" y="63500"/>
                  </a:lnTo>
                  <a:lnTo>
                    <a:pt x="76581" y="67691"/>
                  </a:lnTo>
                  <a:lnTo>
                    <a:pt x="75057" y="71501"/>
                  </a:lnTo>
                  <a:lnTo>
                    <a:pt x="73533" y="75438"/>
                  </a:lnTo>
                  <a:lnTo>
                    <a:pt x="71247" y="78740"/>
                  </a:lnTo>
                  <a:lnTo>
                    <a:pt x="65405" y="84328"/>
                  </a:lnTo>
                  <a:lnTo>
                    <a:pt x="61849" y="86487"/>
                  </a:lnTo>
                  <a:lnTo>
                    <a:pt x="57531" y="88011"/>
                  </a:lnTo>
                  <a:lnTo>
                    <a:pt x="53213" y="89662"/>
                  </a:lnTo>
                  <a:lnTo>
                    <a:pt x="47752" y="90424"/>
                  </a:lnTo>
                  <a:lnTo>
                    <a:pt x="21717" y="90424"/>
                  </a:lnTo>
                  <a:lnTo>
                    <a:pt x="21717" y="29337"/>
                  </a:lnTo>
                  <a:lnTo>
                    <a:pt x="45339" y="29337"/>
                  </a:lnTo>
                  <a:lnTo>
                    <a:pt x="49149" y="29718"/>
                  </a:lnTo>
                  <a:lnTo>
                    <a:pt x="57023" y="30734"/>
                  </a:lnTo>
                  <a:lnTo>
                    <a:pt x="60706" y="32004"/>
                  </a:lnTo>
                  <a:lnTo>
                    <a:pt x="64389" y="34163"/>
                  </a:lnTo>
                  <a:lnTo>
                    <a:pt x="68072" y="36195"/>
                  </a:lnTo>
                  <a:lnTo>
                    <a:pt x="71120" y="39243"/>
                  </a:lnTo>
                  <a:lnTo>
                    <a:pt x="73533" y="43434"/>
                  </a:lnTo>
                  <a:lnTo>
                    <a:pt x="76073" y="47498"/>
                  </a:lnTo>
                  <a:lnTo>
                    <a:pt x="77343" y="52705"/>
                  </a:lnTo>
                  <a:lnTo>
                    <a:pt x="77343" y="19342"/>
                  </a:lnTo>
                  <a:lnTo>
                    <a:pt x="46990" y="12700"/>
                  </a:lnTo>
                  <a:lnTo>
                    <a:pt x="6477" y="12700"/>
                  </a:lnTo>
                  <a:lnTo>
                    <a:pt x="4445" y="13335"/>
                  </a:lnTo>
                  <a:lnTo>
                    <a:pt x="2667" y="14732"/>
                  </a:lnTo>
                  <a:lnTo>
                    <a:pt x="889" y="16002"/>
                  </a:lnTo>
                  <a:lnTo>
                    <a:pt x="0" y="18288"/>
                  </a:lnTo>
                  <a:lnTo>
                    <a:pt x="0" y="162433"/>
                  </a:lnTo>
                  <a:lnTo>
                    <a:pt x="5588" y="165227"/>
                  </a:lnTo>
                  <a:lnTo>
                    <a:pt x="6985" y="165481"/>
                  </a:lnTo>
                  <a:lnTo>
                    <a:pt x="14732" y="165481"/>
                  </a:lnTo>
                  <a:lnTo>
                    <a:pt x="16129" y="165227"/>
                  </a:lnTo>
                  <a:lnTo>
                    <a:pt x="17526" y="165100"/>
                  </a:lnTo>
                  <a:lnTo>
                    <a:pt x="18542" y="164846"/>
                  </a:lnTo>
                  <a:lnTo>
                    <a:pt x="19304" y="164592"/>
                  </a:lnTo>
                  <a:lnTo>
                    <a:pt x="20193" y="164338"/>
                  </a:lnTo>
                  <a:lnTo>
                    <a:pt x="20701" y="163957"/>
                  </a:lnTo>
                  <a:lnTo>
                    <a:pt x="21463" y="162941"/>
                  </a:lnTo>
                  <a:lnTo>
                    <a:pt x="21717" y="162433"/>
                  </a:lnTo>
                  <a:lnTo>
                    <a:pt x="21717" y="107061"/>
                  </a:lnTo>
                  <a:lnTo>
                    <a:pt x="40132" y="107061"/>
                  </a:lnTo>
                  <a:lnTo>
                    <a:pt x="79502" y="97790"/>
                  </a:lnTo>
                  <a:lnTo>
                    <a:pt x="88074" y="90424"/>
                  </a:lnTo>
                  <a:lnTo>
                    <a:pt x="89535" y="89154"/>
                  </a:lnTo>
                  <a:lnTo>
                    <a:pt x="93345" y="83947"/>
                  </a:lnTo>
                  <a:lnTo>
                    <a:pt x="98679" y="71755"/>
                  </a:lnTo>
                  <a:lnTo>
                    <a:pt x="100076" y="64897"/>
                  </a:lnTo>
                  <a:lnTo>
                    <a:pt x="100076" y="51562"/>
                  </a:lnTo>
                  <a:close/>
                </a:path>
                <a:path w="890269" h="207644">
                  <a:moveTo>
                    <a:pt x="210947" y="113665"/>
                  </a:moveTo>
                  <a:lnTo>
                    <a:pt x="210908" y="83820"/>
                  </a:lnTo>
                  <a:lnTo>
                    <a:pt x="210185" y="78359"/>
                  </a:lnTo>
                  <a:lnTo>
                    <a:pt x="208534" y="73406"/>
                  </a:lnTo>
                  <a:lnTo>
                    <a:pt x="207010" y="68453"/>
                  </a:lnTo>
                  <a:lnTo>
                    <a:pt x="205854" y="66548"/>
                  </a:lnTo>
                  <a:lnTo>
                    <a:pt x="204470" y="64262"/>
                  </a:lnTo>
                  <a:lnTo>
                    <a:pt x="197358" y="57658"/>
                  </a:lnTo>
                  <a:lnTo>
                    <a:pt x="192786" y="55118"/>
                  </a:lnTo>
                  <a:lnTo>
                    <a:pt x="187071" y="53340"/>
                  </a:lnTo>
                  <a:lnTo>
                    <a:pt x="181356" y="51689"/>
                  </a:lnTo>
                  <a:lnTo>
                    <a:pt x="174498" y="50800"/>
                  </a:lnTo>
                  <a:lnTo>
                    <a:pt x="161925" y="50800"/>
                  </a:lnTo>
                  <a:lnTo>
                    <a:pt x="131953" y="58547"/>
                  </a:lnTo>
                  <a:lnTo>
                    <a:pt x="129159" y="59817"/>
                  </a:lnTo>
                  <a:lnTo>
                    <a:pt x="123571" y="72263"/>
                  </a:lnTo>
                  <a:lnTo>
                    <a:pt x="123825" y="73152"/>
                  </a:lnTo>
                  <a:lnTo>
                    <a:pt x="123952" y="74168"/>
                  </a:lnTo>
                  <a:lnTo>
                    <a:pt x="125984" y="76962"/>
                  </a:lnTo>
                  <a:lnTo>
                    <a:pt x="126657" y="77470"/>
                  </a:lnTo>
                  <a:lnTo>
                    <a:pt x="128651" y="77470"/>
                  </a:lnTo>
                  <a:lnTo>
                    <a:pt x="130175" y="76962"/>
                  </a:lnTo>
                  <a:lnTo>
                    <a:pt x="132334" y="75819"/>
                  </a:lnTo>
                  <a:lnTo>
                    <a:pt x="134366" y="74676"/>
                  </a:lnTo>
                  <a:lnTo>
                    <a:pt x="136906" y="73406"/>
                  </a:lnTo>
                  <a:lnTo>
                    <a:pt x="159258" y="66548"/>
                  </a:lnTo>
                  <a:lnTo>
                    <a:pt x="169164" y="66548"/>
                  </a:lnTo>
                  <a:lnTo>
                    <a:pt x="174231" y="67183"/>
                  </a:lnTo>
                  <a:lnTo>
                    <a:pt x="173583" y="67183"/>
                  </a:lnTo>
                  <a:lnTo>
                    <a:pt x="176530" y="68199"/>
                  </a:lnTo>
                  <a:lnTo>
                    <a:pt x="180238" y="69342"/>
                  </a:lnTo>
                  <a:lnTo>
                    <a:pt x="180035" y="69342"/>
                  </a:lnTo>
                  <a:lnTo>
                    <a:pt x="182372" y="70739"/>
                  </a:lnTo>
                  <a:lnTo>
                    <a:pt x="186563" y="74930"/>
                  </a:lnTo>
                  <a:lnTo>
                    <a:pt x="188087" y="77470"/>
                  </a:lnTo>
                  <a:lnTo>
                    <a:pt x="189865" y="83820"/>
                  </a:lnTo>
                  <a:lnTo>
                    <a:pt x="190373" y="87376"/>
                  </a:lnTo>
                  <a:lnTo>
                    <a:pt x="190373" y="99695"/>
                  </a:lnTo>
                  <a:lnTo>
                    <a:pt x="190373" y="113665"/>
                  </a:lnTo>
                  <a:lnTo>
                    <a:pt x="190373" y="136144"/>
                  </a:lnTo>
                  <a:lnTo>
                    <a:pt x="185166" y="141478"/>
                  </a:lnTo>
                  <a:lnTo>
                    <a:pt x="180340" y="145415"/>
                  </a:lnTo>
                  <a:lnTo>
                    <a:pt x="175641" y="148082"/>
                  </a:lnTo>
                  <a:lnTo>
                    <a:pt x="171069" y="150622"/>
                  </a:lnTo>
                  <a:lnTo>
                    <a:pt x="165989" y="151892"/>
                  </a:lnTo>
                  <a:lnTo>
                    <a:pt x="153797" y="151892"/>
                  </a:lnTo>
                  <a:lnTo>
                    <a:pt x="148590" y="150241"/>
                  </a:lnTo>
                  <a:lnTo>
                    <a:pt x="141097" y="143764"/>
                  </a:lnTo>
                  <a:lnTo>
                    <a:pt x="139319" y="139446"/>
                  </a:lnTo>
                  <a:lnTo>
                    <a:pt x="139319" y="130683"/>
                  </a:lnTo>
                  <a:lnTo>
                    <a:pt x="166878" y="113665"/>
                  </a:lnTo>
                  <a:lnTo>
                    <a:pt x="190373" y="113665"/>
                  </a:lnTo>
                  <a:lnTo>
                    <a:pt x="190373" y="99695"/>
                  </a:lnTo>
                  <a:lnTo>
                    <a:pt x="165989" y="99695"/>
                  </a:lnTo>
                  <a:lnTo>
                    <a:pt x="157988" y="100457"/>
                  </a:lnTo>
                  <a:lnTo>
                    <a:pt x="151003" y="101854"/>
                  </a:lnTo>
                  <a:lnTo>
                    <a:pt x="143891" y="103378"/>
                  </a:lnTo>
                  <a:lnTo>
                    <a:pt x="137922" y="105537"/>
                  </a:lnTo>
                  <a:lnTo>
                    <a:pt x="133096" y="108458"/>
                  </a:lnTo>
                  <a:lnTo>
                    <a:pt x="128270" y="111252"/>
                  </a:lnTo>
                  <a:lnTo>
                    <a:pt x="124460" y="114935"/>
                  </a:lnTo>
                  <a:lnTo>
                    <a:pt x="121920" y="119380"/>
                  </a:lnTo>
                  <a:lnTo>
                    <a:pt x="119253" y="123698"/>
                  </a:lnTo>
                  <a:lnTo>
                    <a:pt x="117983" y="128905"/>
                  </a:lnTo>
                  <a:lnTo>
                    <a:pt x="117983" y="139954"/>
                  </a:lnTo>
                  <a:lnTo>
                    <a:pt x="141490" y="164973"/>
                  </a:lnTo>
                  <a:lnTo>
                    <a:pt x="145923" y="166370"/>
                  </a:lnTo>
                  <a:lnTo>
                    <a:pt x="151257" y="167132"/>
                  </a:lnTo>
                  <a:lnTo>
                    <a:pt x="164084" y="167132"/>
                  </a:lnTo>
                  <a:lnTo>
                    <a:pt x="170434" y="165735"/>
                  </a:lnTo>
                  <a:lnTo>
                    <a:pt x="176530" y="162941"/>
                  </a:lnTo>
                  <a:lnTo>
                    <a:pt x="182626" y="160274"/>
                  </a:lnTo>
                  <a:lnTo>
                    <a:pt x="188214" y="156337"/>
                  </a:lnTo>
                  <a:lnTo>
                    <a:pt x="192659" y="151892"/>
                  </a:lnTo>
                  <a:lnTo>
                    <a:pt x="193167" y="151384"/>
                  </a:lnTo>
                  <a:lnTo>
                    <a:pt x="193167" y="162941"/>
                  </a:lnTo>
                  <a:lnTo>
                    <a:pt x="193332" y="163449"/>
                  </a:lnTo>
                  <a:lnTo>
                    <a:pt x="193421" y="163703"/>
                  </a:lnTo>
                  <a:lnTo>
                    <a:pt x="194564" y="164592"/>
                  </a:lnTo>
                  <a:lnTo>
                    <a:pt x="195453" y="164973"/>
                  </a:lnTo>
                  <a:lnTo>
                    <a:pt x="198120" y="165481"/>
                  </a:lnTo>
                  <a:lnTo>
                    <a:pt x="205994" y="165481"/>
                  </a:lnTo>
                  <a:lnTo>
                    <a:pt x="207137" y="165227"/>
                  </a:lnTo>
                  <a:lnTo>
                    <a:pt x="208407" y="164973"/>
                  </a:lnTo>
                  <a:lnTo>
                    <a:pt x="209296" y="164592"/>
                  </a:lnTo>
                  <a:lnTo>
                    <a:pt x="209931" y="164084"/>
                  </a:lnTo>
                  <a:lnTo>
                    <a:pt x="210693" y="163703"/>
                  </a:lnTo>
                  <a:lnTo>
                    <a:pt x="210947" y="162941"/>
                  </a:lnTo>
                  <a:lnTo>
                    <a:pt x="210947" y="151384"/>
                  </a:lnTo>
                  <a:lnTo>
                    <a:pt x="210947" y="113665"/>
                  </a:lnTo>
                  <a:close/>
                </a:path>
                <a:path w="890269" h="207644">
                  <a:moveTo>
                    <a:pt x="315087" y="56896"/>
                  </a:moveTo>
                  <a:lnTo>
                    <a:pt x="314960" y="56388"/>
                  </a:lnTo>
                  <a:lnTo>
                    <a:pt x="314833" y="55753"/>
                  </a:lnTo>
                  <a:lnTo>
                    <a:pt x="314579" y="54991"/>
                  </a:lnTo>
                  <a:lnTo>
                    <a:pt x="314071" y="54229"/>
                  </a:lnTo>
                  <a:lnTo>
                    <a:pt x="313055" y="53467"/>
                  </a:lnTo>
                  <a:lnTo>
                    <a:pt x="312166" y="53086"/>
                  </a:lnTo>
                  <a:lnTo>
                    <a:pt x="310896" y="52705"/>
                  </a:lnTo>
                  <a:lnTo>
                    <a:pt x="310121" y="52451"/>
                  </a:lnTo>
                  <a:lnTo>
                    <a:pt x="308356" y="51943"/>
                  </a:lnTo>
                  <a:lnTo>
                    <a:pt x="306832" y="51562"/>
                  </a:lnTo>
                  <a:lnTo>
                    <a:pt x="303911" y="51054"/>
                  </a:lnTo>
                  <a:lnTo>
                    <a:pt x="301117" y="50800"/>
                  </a:lnTo>
                  <a:lnTo>
                    <a:pt x="296418" y="50800"/>
                  </a:lnTo>
                  <a:lnTo>
                    <a:pt x="294005" y="51054"/>
                  </a:lnTo>
                  <a:lnTo>
                    <a:pt x="288696" y="52451"/>
                  </a:lnTo>
                  <a:lnTo>
                    <a:pt x="288874" y="52451"/>
                  </a:lnTo>
                  <a:lnTo>
                    <a:pt x="287362" y="53086"/>
                  </a:lnTo>
                  <a:lnTo>
                    <a:pt x="267843" y="71501"/>
                  </a:lnTo>
                  <a:lnTo>
                    <a:pt x="267843" y="55499"/>
                  </a:lnTo>
                  <a:lnTo>
                    <a:pt x="267716" y="54991"/>
                  </a:lnTo>
                  <a:lnTo>
                    <a:pt x="267462" y="54483"/>
                  </a:lnTo>
                  <a:lnTo>
                    <a:pt x="266700" y="53721"/>
                  </a:lnTo>
                  <a:lnTo>
                    <a:pt x="266192" y="53467"/>
                  </a:lnTo>
                  <a:lnTo>
                    <a:pt x="265506" y="53086"/>
                  </a:lnTo>
                  <a:lnTo>
                    <a:pt x="265747" y="53086"/>
                  </a:lnTo>
                  <a:lnTo>
                    <a:pt x="264414" y="52705"/>
                  </a:lnTo>
                  <a:lnTo>
                    <a:pt x="261874" y="52451"/>
                  </a:lnTo>
                  <a:lnTo>
                    <a:pt x="255016" y="52451"/>
                  </a:lnTo>
                  <a:lnTo>
                    <a:pt x="252730" y="52705"/>
                  </a:lnTo>
                  <a:lnTo>
                    <a:pt x="251206" y="53086"/>
                  </a:lnTo>
                  <a:lnTo>
                    <a:pt x="251460" y="53086"/>
                  </a:lnTo>
                  <a:lnTo>
                    <a:pt x="250190" y="53721"/>
                  </a:lnTo>
                  <a:lnTo>
                    <a:pt x="249720" y="54229"/>
                  </a:lnTo>
                  <a:lnTo>
                    <a:pt x="249555" y="54483"/>
                  </a:lnTo>
                  <a:lnTo>
                    <a:pt x="249301" y="54991"/>
                  </a:lnTo>
                  <a:lnTo>
                    <a:pt x="249301" y="163068"/>
                  </a:lnTo>
                  <a:lnTo>
                    <a:pt x="249555" y="163449"/>
                  </a:lnTo>
                  <a:lnTo>
                    <a:pt x="249809" y="163957"/>
                  </a:lnTo>
                  <a:lnTo>
                    <a:pt x="250444" y="164338"/>
                  </a:lnTo>
                  <a:lnTo>
                    <a:pt x="251206" y="164592"/>
                  </a:lnTo>
                  <a:lnTo>
                    <a:pt x="252222" y="165100"/>
                  </a:lnTo>
                  <a:lnTo>
                    <a:pt x="253111" y="165100"/>
                  </a:lnTo>
                  <a:lnTo>
                    <a:pt x="254381" y="165354"/>
                  </a:lnTo>
                  <a:lnTo>
                    <a:pt x="264541" y="165354"/>
                  </a:lnTo>
                  <a:lnTo>
                    <a:pt x="265938" y="165100"/>
                  </a:lnTo>
                  <a:lnTo>
                    <a:pt x="266700" y="165100"/>
                  </a:lnTo>
                  <a:lnTo>
                    <a:pt x="267716" y="164592"/>
                  </a:lnTo>
                  <a:lnTo>
                    <a:pt x="268478" y="164338"/>
                  </a:lnTo>
                  <a:lnTo>
                    <a:pt x="268986" y="163957"/>
                  </a:lnTo>
                  <a:lnTo>
                    <a:pt x="269367" y="163449"/>
                  </a:lnTo>
                  <a:lnTo>
                    <a:pt x="269748" y="163068"/>
                  </a:lnTo>
                  <a:lnTo>
                    <a:pt x="269875" y="92329"/>
                  </a:lnTo>
                  <a:lnTo>
                    <a:pt x="288658" y="71501"/>
                  </a:lnTo>
                  <a:lnTo>
                    <a:pt x="289306" y="71120"/>
                  </a:lnTo>
                  <a:lnTo>
                    <a:pt x="291211" y="70358"/>
                  </a:lnTo>
                  <a:lnTo>
                    <a:pt x="292950" y="69596"/>
                  </a:lnTo>
                  <a:lnTo>
                    <a:pt x="292557" y="69596"/>
                  </a:lnTo>
                  <a:lnTo>
                    <a:pt x="295275" y="69088"/>
                  </a:lnTo>
                  <a:lnTo>
                    <a:pt x="299212" y="69088"/>
                  </a:lnTo>
                  <a:lnTo>
                    <a:pt x="302387" y="69596"/>
                  </a:lnTo>
                  <a:lnTo>
                    <a:pt x="305168" y="70358"/>
                  </a:lnTo>
                  <a:lnTo>
                    <a:pt x="305600" y="70358"/>
                  </a:lnTo>
                  <a:lnTo>
                    <a:pt x="306451" y="70612"/>
                  </a:lnTo>
                  <a:lnTo>
                    <a:pt x="307975" y="71120"/>
                  </a:lnTo>
                  <a:lnTo>
                    <a:pt x="309232" y="71501"/>
                  </a:lnTo>
                  <a:lnTo>
                    <a:pt x="309753" y="71628"/>
                  </a:lnTo>
                  <a:lnTo>
                    <a:pt x="310642" y="72009"/>
                  </a:lnTo>
                  <a:lnTo>
                    <a:pt x="313309" y="72009"/>
                  </a:lnTo>
                  <a:lnTo>
                    <a:pt x="313690" y="71628"/>
                  </a:lnTo>
                  <a:lnTo>
                    <a:pt x="313880" y="71501"/>
                  </a:lnTo>
                  <a:lnTo>
                    <a:pt x="314248" y="71120"/>
                  </a:lnTo>
                  <a:lnTo>
                    <a:pt x="314452" y="70866"/>
                  </a:lnTo>
                  <a:lnTo>
                    <a:pt x="314909" y="69596"/>
                  </a:lnTo>
                  <a:lnTo>
                    <a:pt x="315010" y="69088"/>
                  </a:lnTo>
                  <a:lnTo>
                    <a:pt x="315087" y="56896"/>
                  </a:lnTo>
                  <a:close/>
                </a:path>
                <a:path w="890269" h="207644">
                  <a:moveTo>
                    <a:pt x="419735" y="113665"/>
                  </a:moveTo>
                  <a:lnTo>
                    <a:pt x="419696" y="83820"/>
                  </a:lnTo>
                  <a:lnTo>
                    <a:pt x="418973" y="78359"/>
                  </a:lnTo>
                  <a:lnTo>
                    <a:pt x="417322" y="73406"/>
                  </a:lnTo>
                  <a:lnTo>
                    <a:pt x="415798" y="68453"/>
                  </a:lnTo>
                  <a:lnTo>
                    <a:pt x="414642" y="66548"/>
                  </a:lnTo>
                  <a:lnTo>
                    <a:pt x="413258" y="64262"/>
                  </a:lnTo>
                  <a:lnTo>
                    <a:pt x="406146" y="57658"/>
                  </a:lnTo>
                  <a:lnTo>
                    <a:pt x="401574" y="55118"/>
                  </a:lnTo>
                  <a:lnTo>
                    <a:pt x="395859" y="53340"/>
                  </a:lnTo>
                  <a:lnTo>
                    <a:pt x="390144" y="51689"/>
                  </a:lnTo>
                  <a:lnTo>
                    <a:pt x="383286" y="50800"/>
                  </a:lnTo>
                  <a:lnTo>
                    <a:pt x="370713" y="50800"/>
                  </a:lnTo>
                  <a:lnTo>
                    <a:pt x="340741" y="58547"/>
                  </a:lnTo>
                  <a:lnTo>
                    <a:pt x="337947" y="59817"/>
                  </a:lnTo>
                  <a:lnTo>
                    <a:pt x="332359" y="72263"/>
                  </a:lnTo>
                  <a:lnTo>
                    <a:pt x="332613" y="73152"/>
                  </a:lnTo>
                  <a:lnTo>
                    <a:pt x="332740" y="74168"/>
                  </a:lnTo>
                  <a:lnTo>
                    <a:pt x="334772" y="76962"/>
                  </a:lnTo>
                  <a:lnTo>
                    <a:pt x="335445" y="77470"/>
                  </a:lnTo>
                  <a:lnTo>
                    <a:pt x="337439" y="77470"/>
                  </a:lnTo>
                  <a:lnTo>
                    <a:pt x="338963" y="76962"/>
                  </a:lnTo>
                  <a:lnTo>
                    <a:pt x="341122" y="75819"/>
                  </a:lnTo>
                  <a:lnTo>
                    <a:pt x="343154" y="74676"/>
                  </a:lnTo>
                  <a:lnTo>
                    <a:pt x="345694" y="73406"/>
                  </a:lnTo>
                  <a:lnTo>
                    <a:pt x="368046" y="66548"/>
                  </a:lnTo>
                  <a:lnTo>
                    <a:pt x="377952" y="66548"/>
                  </a:lnTo>
                  <a:lnTo>
                    <a:pt x="383019" y="67183"/>
                  </a:lnTo>
                  <a:lnTo>
                    <a:pt x="382371" y="67183"/>
                  </a:lnTo>
                  <a:lnTo>
                    <a:pt x="385318" y="68199"/>
                  </a:lnTo>
                  <a:lnTo>
                    <a:pt x="389026" y="69342"/>
                  </a:lnTo>
                  <a:lnTo>
                    <a:pt x="388823" y="69342"/>
                  </a:lnTo>
                  <a:lnTo>
                    <a:pt x="391160" y="70739"/>
                  </a:lnTo>
                  <a:lnTo>
                    <a:pt x="395351" y="74930"/>
                  </a:lnTo>
                  <a:lnTo>
                    <a:pt x="396875" y="77470"/>
                  </a:lnTo>
                  <a:lnTo>
                    <a:pt x="398653" y="83820"/>
                  </a:lnTo>
                  <a:lnTo>
                    <a:pt x="399161" y="87376"/>
                  </a:lnTo>
                  <a:lnTo>
                    <a:pt x="399161" y="99695"/>
                  </a:lnTo>
                  <a:lnTo>
                    <a:pt x="399161" y="113665"/>
                  </a:lnTo>
                  <a:lnTo>
                    <a:pt x="399161" y="136144"/>
                  </a:lnTo>
                  <a:lnTo>
                    <a:pt x="393954" y="141478"/>
                  </a:lnTo>
                  <a:lnTo>
                    <a:pt x="389128" y="145415"/>
                  </a:lnTo>
                  <a:lnTo>
                    <a:pt x="384429" y="148082"/>
                  </a:lnTo>
                  <a:lnTo>
                    <a:pt x="379857" y="150622"/>
                  </a:lnTo>
                  <a:lnTo>
                    <a:pt x="374777" y="151892"/>
                  </a:lnTo>
                  <a:lnTo>
                    <a:pt x="362585" y="151892"/>
                  </a:lnTo>
                  <a:lnTo>
                    <a:pt x="357378" y="150241"/>
                  </a:lnTo>
                  <a:lnTo>
                    <a:pt x="349885" y="143764"/>
                  </a:lnTo>
                  <a:lnTo>
                    <a:pt x="348107" y="139446"/>
                  </a:lnTo>
                  <a:lnTo>
                    <a:pt x="348107" y="130683"/>
                  </a:lnTo>
                  <a:lnTo>
                    <a:pt x="375666" y="113665"/>
                  </a:lnTo>
                  <a:lnTo>
                    <a:pt x="399161" y="113665"/>
                  </a:lnTo>
                  <a:lnTo>
                    <a:pt x="399161" y="99695"/>
                  </a:lnTo>
                  <a:lnTo>
                    <a:pt x="374777" y="99695"/>
                  </a:lnTo>
                  <a:lnTo>
                    <a:pt x="366776" y="100457"/>
                  </a:lnTo>
                  <a:lnTo>
                    <a:pt x="359791" y="101854"/>
                  </a:lnTo>
                  <a:lnTo>
                    <a:pt x="352679" y="103378"/>
                  </a:lnTo>
                  <a:lnTo>
                    <a:pt x="346710" y="105537"/>
                  </a:lnTo>
                  <a:lnTo>
                    <a:pt x="341884" y="108458"/>
                  </a:lnTo>
                  <a:lnTo>
                    <a:pt x="337058" y="111252"/>
                  </a:lnTo>
                  <a:lnTo>
                    <a:pt x="333248" y="114935"/>
                  </a:lnTo>
                  <a:lnTo>
                    <a:pt x="330708" y="119380"/>
                  </a:lnTo>
                  <a:lnTo>
                    <a:pt x="328041" y="123698"/>
                  </a:lnTo>
                  <a:lnTo>
                    <a:pt x="326771" y="128905"/>
                  </a:lnTo>
                  <a:lnTo>
                    <a:pt x="326771" y="139954"/>
                  </a:lnTo>
                  <a:lnTo>
                    <a:pt x="350278" y="164973"/>
                  </a:lnTo>
                  <a:lnTo>
                    <a:pt x="354711" y="166370"/>
                  </a:lnTo>
                  <a:lnTo>
                    <a:pt x="360045" y="167132"/>
                  </a:lnTo>
                  <a:lnTo>
                    <a:pt x="372872" y="167132"/>
                  </a:lnTo>
                  <a:lnTo>
                    <a:pt x="379222" y="165735"/>
                  </a:lnTo>
                  <a:lnTo>
                    <a:pt x="385318" y="162941"/>
                  </a:lnTo>
                  <a:lnTo>
                    <a:pt x="391414" y="160274"/>
                  </a:lnTo>
                  <a:lnTo>
                    <a:pt x="397002" y="156337"/>
                  </a:lnTo>
                  <a:lnTo>
                    <a:pt x="401447" y="151892"/>
                  </a:lnTo>
                  <a:lnTo>
                    <a:pt x="401955" y="151384"/>
                  </a:lnTo>
                  <a:lnTo>
                    <a:pt x="401955" y="162941"/>
                  </a:lnTo>
                  <a:lnTo>
                    <a:pt x="402120" y="163449"/>
                  </a:lnTo>
                  <a:lnTo>
                    <a:pt x="402209" y="163703"/>
                  </a:lnTo>
                  <a:lnTo>
                    <a:pt x="403352" y="164592"/>
                  </a:lnTo>
                  <a:lnTo>
                    <a:pt x="404241" y="164973"/>
                  </a:lnTo>
                  <a:lnTo>
                    <a:pt x="406908" y="165481"/>
                  </a:lnTo>
                  <a:lnTo>
                    <a:pt x="414782" y="165481"/>
                  </a:lnTo>
                  <a:lnTo>
                    <a:pt x="415925" y="165227"/>
                  </a:lnTo>
                  <a:lnTo>
                    <a:pt x="417195" y="164973"/>
                  </a:lnTo>
                  <a:lnTo>
                    <a:pt x="418084" y="164592"/>
                  </a:lnTo>
                  <a:lnTo>
                    <a:pt x="418719" y="164084"/>
                  </a:lnTo>
                  <a:lnTo>
                    <a:pt x="419481" y="163703"/>
                  </a:lnTo>
                  <a:lnTo>
                    <a:pt x="419735" y="162941"/>
                  </a:lnTo>
                  <a:lnTo>
                    <a:pt x="419735" y="151384"/>
                  </a:lnTo>
                  <a:lnTo>
                    <a:pt x="419735" y="113665"/>
                  </a:lnTo>
                  <a:close/>
                </a:path>
                <a:path w="890269" h="207644">
                  <a:moveTo>
                    <a:pt x="618820" y="149733"/>
                  </a:moveTo>
                  <a:lnTo>
                    <a:pt x="618744" y="68961"/>
                  </a:lnTo>
                  <a:lnTo>
                    <a:pt x="618744" y="54991"/>
                  </a:lnTo>
                  <a:lnTo>
                    <a:pt x="618490" y="54356"/>
                  </a:lnTo>
                  <a:lnTo>
                    <a:pt x="612902" y="52451"/>
                  </a:lnTo>
                  <a:lnTo>
                    <a:pt x="606679" y="52451"/>
                  </a:lnTo>
                  <a:lnTo>
                    <a:pt x="600456" y="68961"/>
                  </a:lnTo>
                  <a:lnTo>
                    <a:pt x="598805" y="67437"/>
                  </a:lnTo>
                  <a:lnTo>
                    <a:pt x="598043" y="66725"/>
                  </a:lnTo>
                  <a:lnTo>
                    <a:pt x="598043" y="87503"/>
                  </a:lnTo>
                  <a:lnTo>
                    <a:pt x="598043" y="129794"/>
                  </a:lnTo>
                  <a:lnTo>
                    <a:pt x="567182" y="150495"/>
                  </a:lnTo>
                  <a:lnTo>
                    <a:pt x="558927" y="150495"/>
                  </a:lnTo>
                  <a:lnTo>
                    <a:pt x="554964" y="149479"/>
                  </a:lnTo>
                  <a:lnTo>
                    <a:pt x="554672" y="149479"/>
                  </a:lnTo>
                  <a:lnTo>
                    <a:pt x="536194" y="113538"/>
                  </a:lnTo>
                  <a:lnTo>
                    <a:pt x="536194" y="103124"/>
                  </a:lnTo>
                  <a:lnTo>
                    <a:pt x="555498" y="68707"/>
                  </a:lnTo>
                  <a:lnTo>
                    <a:pt x="560070" y="67437"/>
                  </a:lnTo>
                  <a:lnTo>
                    <a:pt x="570992" y="67437"/>
                  </a:lnTo>
                  <a:lnTo>
                    <a:pt x="598043" y="87503"/>
                  </a:lnTo>
                  <a:lnTo>
                    <a:pt x="598043" y="66725"/>
                  </a:lnTo>
                  <a:lnTo>
                    <a:pt x="596900" y="65659"/>
                  </a:lnTo>
                  <a:lnTo>
                    <a:pt x="593598" y="62992"/>
                  </a:lnTo>
                  <a:lnTo>
                    <a:pt x="590677" y="60579"/>
                  </a:lnTo>
                  <a:lnTo>
                    <a:pt x="587629" y="58293"/>
                  </a:lnTo>
                  <a:lnTo>
                    <a:pt x="584708" y="56388"/>
                  </a:lnTo>
                  <a:lnTo>
                    <a:pt x="581914" y="54991"/>
                  </a:lnTo>
                  <a:lnTo>
                    <a:pt x="579234" y="53594"/>
                  </a:lnTo>
                  <a:lnTo>
                    <a:pt x="578256" y="53213"/>
                  </a:lnTo>
                  <a:lnTo>
                    <a:pt x="576072" y="52451"/>
                  </a:lnTo>
                  <a:lnTo>
                    <a:pt x="570230" y="51181"/>
                  </a:lnTo>
                  <a:lnTo>
                    <a:pt x="567055" y="50800"/>
                  </a:lnTo>
                  <a:lnTo>
                    <a:pt x="555752" y="50800"/>
                  </a:lnTo>
                  <a:lnTo>
                    <a:pt x="548640" y="52197"/>
                  </a:lnTo>
                  <a:lnTo>
                    <a:pt x="536575" y="57785"/>
                  </a:lnTo>
                  <a:lnTo>
                    <a:pt x="531368" y="61722"/>
                  </a:lnTo>
                  <a:lnTo>
                    <a:pt x="527304" y="66929"/>
                  </a:lnTo>
                  <a:lnTo>
                    <a:pt x="523113" y="72136"/>
                  </a:lnTo>
                  <a:lnTo>
                    <a:pt x="519938" y="78359"/>
                  </a:lnTo>
                  <a:lnTo>
                    <a:pt x="517906" y="85598"/>
                  </a:lnTo>
                  <a:lnTo>
                    <a:pt x="515747" y="92964"/>
                  </a:lnTo>
                  <a:lnTo>
                    <a:pt x="514731" y="101219"/>
                  </a:lnTo>
                  <a:lnTo>
                    <a:pt x="514832" y="118872"/>
                  </a:lnTo>
                  <a:lnTo>
                    <a:pt x="515620" y="125222"/>
                  </a:lnTo>
                  <a:lnTo>
                    <a:pt x="533654" y="159512"/>
                  </a:lnTo>
                  <a:lnTo>
                    <a:pt x="552196" y="167132"/>
                  </a:lnTo>
                  <a:lnTo>
                    <a:pt x="563626" y="167132"/>
                  </a:lnTo>
                  <a:lnTo>
                    <a:pt x="578993" y="163195"/>
                  </a:lnTo>
                  <a:lnTo>
                    <a:pt x="582041" y="161925"/>
                  </a:lnTo>
                  <a:lnTo>
                    <a:pt x="597217" y="150495"/>
                  </a:lnTo>
                  <a:lnTo>
                    <a:pt x="598043" y="149733"/>
                  </a:lnTo>
                  <a:lnTo>
                    <a:pt x="598170" y="205105"/>
                  </a:lnTo>
                  <a:lnTo>
                    <a:pt x="602107" y="207264"/>
                  </a:lnTo>
                  <a:lnTo>
                    <a:pt x="614807" y="207264"/>
                  </a:lnTo>
                  <a:lnTo>
                    <a:pt x="618363" y="205486"/>
                  </a:lnTo>
                  <a:lnTo>
                    <a:pt x="618744" y="205105"/>
                  </a:lnTo>
                  <a:lnTo>
                    <a:pt x="618820" y="149733"/>
                  </a:lnTo>
                  <a:close/>
                </a:path>
                <a:path w="890269" h="207644">
                  <a:moveTo>
                    <a:pt x="754481" y="147955"/>
                  </a:moveTo>
                  <a:lnTo>
                    <a:pt x="754380" y="54991"/>
                  </a:lnTo>
                  <a:lnTo>
                    <a:pt x="752221" y="53340"/>
                  </a:lnTo>
                  <a:lnTo>
                    <a:pt x="751586" y="52959"/>
                  </a:lnTo>
                  <a:lnTo>
                    <a:pt x="750443" y="52705"/>
                  </a:lnTo>
                  <a:lnTo>
                    <a:pt x="747776" y="52451"/>
                  </a:lnTo>
                  <a:lnTo>
                    <a:pt x="740283" y="52451"/>
                  </a:lnTo>
                  <a:lnTo>
                    <a:pt x="737743" y="52705"/>
                  </a:lnTo>
                  <a:lnTo>
                    <a:pt x="736600" y="52959"/>
                  </a:lnTo>
                  <a:lnTo>
                    <a:pt x="735838" y="53340"/>
                  </a:lnTo>
                  <a:lnTo>
                    <a:pt x="734949" y="53721"/>
                  </a:lnTo>
                  <a:lnTo>
                    <a:pt x="734441" y="54102"/>
                  </a:lnTo>
                  <a:lnTo>
                    <a:pt x="734060" y="54483"/>
                  </a:lnTo>
                  <a:lnTo>
                    <a:pt x="733806" y="54991"/>
                  </a:lnTo>
                  <a:lnTo>
                    <a:pt x="733679" y="130048"/>
                  </a:lnTo>
                  <a:lnTo>
                    <a:pt x="727837" y="136652"/>
                  </a:lnTo>
                  <a:lnTo>
                    <a:pt x="722376" y="141732"/>
                  </a:lnTo>
                  <a:lnTo>
                    <a:pt x="712089" y="148717"/>
                  </a:lnTo>
                  <a:lnTo>
                    <a:pt x="706882" y="150368"/>
                  </a:lnTo>
                  <a:lnTo>
                    <a:pt x="697738" y="150368"/>
                  </a:lnTo>
                  <a:lnTo>
                    <a:pt x="677799" y="123952"/>
                  </a:lnTo>
                  <a:lnTo>
                    <a:pt x="677799" y="55499"/>
                  </a:lnTo>
                  <a:lnTo>
                    <a:pt x="677672" y="54991"/>
                  </a:lnTo>
                  <a:lnTo>
                    <a:pt x="671068" y="52451"/>
                  </a:lnTo>
                  <a:lnTo>
                    <a:pt x="663702" y="52451"/>
                  </a:lnTo>
                  <a:lnTo>
                    <a:pt x="657098" y="54991"/>
                  </a:lnTo>
                  <a:lnTo>
                    <a:pt x="657161" y="130048"/>
                  </a:lnTo>
                  <a:lnTo>
                    <a:pt x="657606" y="134493"/>
                  </a:lnTo>
                  <a:lnTo>
                    <a:pt x="660400" y="145288"/>
                  </a:lnTo>
                  <a:lnTo>
                    <a:pt x="662686" y="149987"/>
                  </a:lnTo>
                  <a:lnTo>
                    <a:pt x="665861" y="153924"/>
                  </a:lnTo>
                  <a:lnTo>
                    <a:pt x="669036" y="157988"/>
                  </a:lnTo>
                  <a:lnTo>
                    <a:pt x="673227" y="161163"/>
                  </a:lnTo>
                  <a:lnTo>
                    <a:pt x="678434" y="163576"/>
                  </a:lnTo>
                  <a:lnTo>
                    <a:pt x="683514" y="165862"/>
                  </a:lnTo>
                  <a:lnTo>
                    <a:pt x="689864" y="167132"/>
                  </a:lnTo>
                  <a:lnTo>
                    <a:pt x="703834" y="167132"/>
                  </a:lnTo>
                  <a:lnTo>
                    <a:pt x="710311" y="165608"/>
                  </a:lnTo>
                  <a:lnTo>
                    <a:pt x="716534" y="162433"/>
                  </a:lnTo>
                  <a:lnTo>
                    <a:pt x="722884" y="159385"/>
                  </a:lnTo>
                  <a:lnTo>
                    <a:pt x="729234" y="154559"/>
                  </a:lnTo>
                  <a:lnTo>
                    <a:pt x="733336" y="150368"/>
                  </a:lnTo>
                  <a:lnTo>
                    <a:pt x="735711" y="147955"/>
                  </a:lnTo>
                  <a:lnTo>
                    <a:pt x="735838" y="163068"/>
                  </a:lnTo>
                  <a:lnTo>
                    <a:pt x="736155" y="163576"/>
                  </a:lnTo>
                  <a:lnTo>
                    <a:pt x="736346" y="163957"/>
                  </a:lnTo>
                  <a:lnTo>
                    <a:pt x="736727" y="164338"/>
                  </a:lnTo>
                  <a:lnTo>
                    <a:pt x="737489" y="164592"/>
                  </a:lnTo>
                  <a:lnTo>
                    <a:pt x="738505" y="165100"/>
                  </a:lnTo>
                  <a:lnTo>
                    <a:pt x="739140" y="165100"/>
                  </a:lnTo>
                  <a:lnTo>
                    <a:pt x="740410" y="165354"/>
                  </a:lnTo>
                  <a:lnTo>
                    <a:pt x="749554" y="165354"/>
                  </a:lnTo>
                  <a:lnTo>
                    <a:pt x="750824" y="165100"/>
                  </a:lnTo>
                  <a:lnTo>
                    <a:pt x="751624" y="165100"/>
                  </a:lnTo>
                  <a:lnTo>
                    <a:pt x="752475" y="164592"/>
                  </a:lnTo>
                  <a:lnTo>
                    <a:pt x="753237" y="164338"/>
                  </a:lnTo>
                  <a:lnTo>
                    <a:pt x="753872" y="163957"/>
                  </a:lnTo>
                  <a:lnTo>
                    <a:pt x="754062" y="163576"/>
                  </a:lnTo>
                  <a:lnTo>
                    <a:pt x="754380" y="163068"/>
                  </a:lnTo>
                  <a:lnTo>
                    <a:pt x="754481" y="147955"/>
                  </a:lnTo>
                  <a:close/>
                </a:path>
                <a:path w="890269" h="207644">
                  <a:moveTo>
                    <a:pt x="871093" y="2794"/>
                  </a:moveTo>
                  <a:lnTo>
                    <a:pt x="865022" y="0"/>
                  </a:lnTo>
                  <a:lnTo>
                    <a:pt x="859155" y="0"/>
                  </a:lnTo>
                  <a:lnTo>
                    <a:pt x="830326" y="31496"/>
                  </a:lnTo>
                  <a:lnTo>
                    <a:pt x="829691" y="32385"/>
                  </a:lnTo>
                  <a:lnTo>
                    <a:pt x="829310" y="33147"/>
                  </a:lnTo>
                  <a:lnTo>
                    <a:pt x="829310" y="34925"/>
                  </a:lnTo>
                  <a:lnTo>
                    <a:pt x="829691" y="35306"/>
                  </a:lnTo>
                  <a:lnTo>
                    <a:pt x="830199" y="35687"/>
                  </a:lnTo>
                  <a:lnTo>
                    <a:pt x="829805" y="35687"/>
                  </a:lnTo>
                  <a:lnTo>
                    <a:pt x="833247" y="36449"/>
                  </a:lnTo>
                  <a:lnTo>
                    <a:pt x="841806" y="36449"/>
                  </a:lnTo>
                  <a:lnTo>
                    <a:pt x="843724" y="35687"/>
                  </a:lnTo>
                  <a:lnTo>
                    <a:pt x="843953" y="35687"/>
                  </a:lnTo>
                  <a:lnTo>
                    <a:pt x="844588" y="35306"/>
                  </a:lnTo>
                  <a:lnTo>
                    <a:pt x="845058" y="34925"/>
                  </a:lnTo>
                  <a:lnTo>
                    <a:pt x="845820" y="34163"/>
                  </a:lnTo>
                  <a:lnTo>
                    <a:pt x="846455" y="33655"/>
                  </a:lnTo>
                  <a:lnTo>
                    <a:pt x="847217" y="32766"/>
                  </a:lnTo>
                  <a:lnTo>
                    <a:pt x="870585" y="4699"/>
                  </a:lnTo>
                  <a:lnTo>
                    <a:pt x="870966" y="4064"/>
                  </a:lnTo>
                  <a:lnTo>
                    <a:pt x="871042" y="3556"/>
                  </a:lnTo>
                  <a:lnTo>
                    <a:pt x="871093" y="2794"/>
                  </a:lnTo>
                  <a:close/>
                </a:path>
                <a:path w="890269" h="207644">
                  <a:moveTo>
                    <a:pt x="883666" y="144018"/>
                  </a:moveTo>
                  <a:lnTo>
                    <a:pt x="883158" y="143764"/>
                  </a:lnTo>
                  <a:lnTo>
                    <a:pt x="882777" y="143510"/>
                  </a:lnTo>
                  <a:lnTo>
                    <a:pt x="880110" y="143510"/>
                  </a:lnTo>
                  <a:lnTo>
                    <a:pt x="879094" y="143764"/>
                  </a:lnTo>
                  <a:lnTo>
                    <a:pt x="878408" y="144018"/>
                  </a:lnTo>
                  <a:lnTo>
                    <a:pt x="883666" y="144018"/>
                  </a:lnTo>
                  <a:close/>
                </a:path>
                <a:path w="890269" h="207644">
                  <a:moveTo>
                    <a:pt x="889762" y="93980"/>
                  </a:moveTo>
                  <a:lnTo>
                    <a:pt x="888873" y="87503"/>
                  </a:lnTo>
                  <a:lnTo>
                    <a:pt x="885063" y="75311"/>
                  </a:lnTo>
                  <a:lnTo>
                    <a:pt x="882142" y="70104"/>
                  </a:lnTo>
                  <a:lnTo>
                    <a:pt x="878420" y="65913"/>
                  </a:lnTo>
                  <a:lnTo>
                    <a:pt x="874141" y="61087"/>
                  </a:lnTo>
                  <a:lnTo>
                    <a:pt x="869188" y="57594"/>
                  </a:lnTo>
                  <a:lnTo>
                    <a:pt x="869188" y="88519"/>
                  </a:lnTo>
                  <a:lnTo>
                    <a:pt x="869137" y="90170"/>
                  </a:lnTo>
                  <a:lnTo>
                    <a:pt x="869048" y="93980"/>
                  </a:lnTo>
                  <a:lnTo>
                    <a:pt x="868934" y="98679"/>
                  </a:lnTo>
                  <a:lnTo>
                    <a:pt x="807212" y="98679"/>
                  </a:lnTo>
                  <a:lnTo>
                    <a:pt x="829310" y="66929"/>
                  </a:lnTo>
                  <a:lnTo>
                    <a:pt x="833755" y="65913"/>
                  </a:lnTo>
                  <a:lnTo>
                    <a:pt x="848995" y="65913"/>
                  </a:lnTo>
                  <a:lnTo>
                    <a:pt x="856488" y="68834"/>
                  </a:lnTo>
                  <a:lnTo>
                    <a:pt x="861695" y="74676"/>
                  </a:lnTo>
                  <a:lnTo>
                    <a:pt x="866775" y="80518"/>
                  </a:lnTo>
                  <a:lnTo>
                    <a:pt x="869188" y="88519"/>
                  </a:lnTo>
                  <a:lnTo>
                    <a:pt x="869188" y="57594"/>
                  </a:lnTo>
                  <a:lnTo>
                    <a:pt x="856780" y="52197"/>
                  </a:lnTo>
                  <a:lnTo>
                    <a:pt x="857237" y="52197"/>
                  </a:lnTo>
                  <a:lnTo>
                    <a:pt x="848868" y="50800"/>
                  </a:lnTo>
                  <a:lnTo>
                    <a:pt x="831723" y="50800"/>
                  </a:lnTo>
                  <a:lnTo>
                    <a:pt x="824230" y="52197"/>
                  </a:lnTo>
                  <a:lnTo>
                    <a:pt x="810768" y="57531"/>
                  </a:lnTo>
                  <a:lnTo>
                    <a:pt x="805053" y="61468"/>
                  </a:lnTo>
                  <a:lnTo>
                    <a:pt x="800354" y="66548"/>
                  </a:lnTo>
                  <a:lnTo>
                    <a:pt x="795528" y="71501"/>
                  </a:lnTo>
                  <a:lnTo>
                    <a:pt x="791972" y="77724"/>
                  </a:lnTo>
                  <a:lnTo>
                    <a:pt x="786892" y="92202"/>
                  </a:lnTo>
                  <a:lnTo>
                    <a:pt x="785622" y="100330"/>
                  </a:lnTo>
                  <a:lnTo>
                    <a:pt x="785736" y="112903"/>
                  </a:lnTo>
                  <a:lnTo>
                    <a:pt x="800100" y="152654"/>
                  </a:lnTo>
                  <a:lnTo>
                    <a:pt x="832993" y="167132"/>
                  </a:lnTo>
                  <a:lnTo>
                    <a:pt x="847598" y="167132"/>
                  </a:lnTo>
                  <a:lnTo>
                    <a:pt x="883920" y="157099"/>
                  </a:lnTo>
                  <a:lnTo>
                    <a:pt x="884301" y="156591"/>
                  </a:lnTo>
                  <a:lnTo>
                    <a:pt x="884428" y="156083"/>
                  </a:lnTo>
                  <a:lnTo>
                    <a:pt x="884555" y="155448"/>
                  </a:lnTo>
                  <a:lnTo>
                    <a:pt x="884682" y="154940"/>
                  </a:lnTo>
                  <a:lnTo>
                    <a:pt x="884936" y="153543"/>
                  </a:lnTo>
                  <a:lnTo>
                    <a:pt x="884936" y="151384"/>
                  </a:lnTo>
                  <a:lnTo>
                    <a:pt x="884885" y="147828"/>
                  </a:lnTo>
                  <a:lnTo>
                    <a:pt x="884745" y="146812"/>
                  </a:lnTo>
                  <a:lnTo>
                    <a:pt x="884682" y="146304"/>
                  </a:lnTo>
                  <a:lnTo>
                    <a:pt x="884555" y="145542"/>
                  </a:lnTo>
                  <a:lnTo>
                    <a:pt x="884301" y="145034"/>
                  </a:lnTo>
                  <a:lnTo>
                    <a:pt x="884085" y="144526"/>
                  </a:lnTo>
                  <a:lnTo>
                    <a:pt x="877062" y="144526"/>
                  </a:lnTo>
                  <a:lnTo>
                    <a:pt x="875969" y="145034"/>
                  </a:lnTo>
                  <a:lnTo>
                    <a:pt x="874788" y="145542"/>
                  </a:lnTo>
                  <a:lnTo>
                    <a:pt x="849630" y="151384"/>
                  </a:lnTo>
                  <a:lnTo>
                    <a:pt x="837311" y="151384"/>
                  </a:lnTo>
                  <a:lnTo>
                    <a:pt x="831596" y="150368"/>
                  </a:lnTo>
                  <a:lnTo>
                    <a:pt x="822198" y="146812"/>
                  </a:lnTo>
                  <a:lnTo>
                    <a:pt x="818654" y="144526"/>
                  </a:lnTo>
                  <a:lnTo>
                    <a:pt x="877062" y="144526"/>
                  </a:lnTo>
                  <a:lnTo>
                    <a:pt x="878408" y="144018"/>
                  </a:lnTo>
                  <a:lnTo>
                    <a:pt x="818032" y="144018"/>
                  </a:lnTo>
                  <a:lnTo>
                    <a:pt x="818235" y="144272"/>
                  </a:lnTo>
                  <a:lnTo>
                    <a:pt x="817867" y="144018"/>
                  </a:lnTo>
                  <a:lnTo>
                    <a:pt x="818032" y="144018"/>
                  </a:lnTo>
                  <a:lnTo>
                    <a:pt x="815340" y="140843"/>
                  </a:lnTo>
                  <a:lnTo>
                    <a:pt x="812419" y="137541"/>
                  </a:lnTo>
                  <a:lnTo>
                    <a:pt x="810260" y="133477"/>
                  </a:lnTo>
                  <a:lnTo>
                    <a:pt x="807720" y="124079"/>
                  </a:lnTo>
                  <a:lnTo>
                    <a:pt x="807212" y="118745"/>
                  </a:lnTo>
                  <a:lnTo>
                    <a:pt x="807212" y="112903"/>
                  </a:lnTo>
                  <a:lnTo>
                    <a:pt x="883793" y="112903"/>
                  </a:lnTo>
                  <a:lnTo>
                    <a:pt x="885698" y="112268"/>
                  </a:lnTo>
                  <a:lnTo>
                    <a:pt x="887349" y="110998"/>
                  </a:lnTo>
                  <a:lnTo>
                    <a:pt x="889000" y="109601"/>
                  </a:lnTo>
                  <a:lnTo>
                    <a:pt x="889762" y="107442"/>
                  </a:lnTo>
                  <a:lnTo>
                    <a:pt x="889762" y="98679"/>
                  </a:lnTo>
                  <a:lnTo>
                    <a:pt x="889762" y="93980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54755" y="1168527"/>
              <a:ext cx="164719" cy="16573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5486" y="1168527"/>
              <a:ext cx="909065" cy="165735"/>
            </a:xfrm>
            <a:prstGeom prst="rect">
              <a:avLst/>
            </a:prstGeom>
          </p:spPr>
        </p:pic>
      </p:grp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3291" y="246634"/>
            <a:ext cx="914247" cy="82169"/>
          </a:xfrm>
          <a:prstGeom prst="rect">
            <a:avLst/>
          </a:prstGeom>
        </p:spPr>
      </p:pic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439928"/>
            <a:ext cx="1711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GEN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AI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CUSTOMER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OPORTUNITY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99720" y="1011682"/>
            <a:ext cx="3526154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10" dirty="0">
                <a:solidFill>
                  <a:srgbClr val="173961"/>
                </a:solidFill>
              </a:rPr>
              <a:t>Expectativas</a:t>
            </a:r>
            <a:r>
              <a:rPr sz="3200" spc="-95" dirty="0">
                <a:solidFill>
                  <a:srgbClr val="173961"/>
                </a:solidFill>
              </a:rPr>
              <a:t> </a:t>
            </a:r>
            <a:r>
              <a:rPr sz="3200" spc="-10" dirty="0">
                <a:solidFill>
                  <a:srgbClr val="173961"/>
                </a:solidFill>
              </a:rPr>
              <a:t>actuales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220979" y="1580642"/>
            <a:ext cx="4638675" cy="1395095"/>
          </a:xfrm>
          <a:prstGeom prst="rect">
            <a:avLst/>
          </a:prstGeom>
          <a:ln w="9144">
            <a:solidFill>
              <a:srgbClr val="C5EBF1"/>
            </a:solidFill>
          </a:ln>
        </p:spPr>
        <p:txBody>
          <a:bodyPr vert="horz" wrap="square" lIns="0" tIns="7620" rIns="0" bIns="0" rtlCol="0">
            <a:spAutoFit/>
          </a:bodyPr>
          <a:lstStyle/>
          <a:p>
            <a:pPr marL="91440" marR="166370">
              <a:lnSpc>
                <a:spcPct val="110100"/>
              </a:lnSpc>
              <a:spcBef>
                <a:spcPts val="60"/>
              </a:spcBef>
            </a:pP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Los</a:t>
            </a:r>
            <a:r>
              <a:rPr sz="20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73961"/>
                </a:solidFill>
                <a:latin typeface="Calibri"/>
                <a:cs typeface="Calibri"/>
              </a:rPr>
              <a:t>directivos</a:t>
            </a:r>
            <a:r>
              <a:rPr sz="2000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esperan</a:t>
            </a:r>
            <a:r>
              <a:rPr sz="2000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que</a:t>
            </a:r>
            <a:r>
              <a:rPr sz="20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la</a:t>
            </a:r>
            <a:r>
              <a:rPr sz="2000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IA</a:t>
            </a:r>
            <a:r>
              <a:rPr sz="2000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73961"/>
                </a:solidFill>
                <a:latin typeface="Calibri"/>
                <a:cs typeface="Calibri"/>
              </a:rPr>
              <a:t>generativa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tenga</a:t>
            </a:r>
            <a:r>
              <a:rPr sz="2000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un</a:t>
            </a:r>
            <a:r>
              <a:rPr sz="2000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73961"/>
                </a:solidFill>
                <a:latin typeface="Calibri"/>
                <a:cs typeface="Calibri"/>
              </a:rPr>
              <a:t>impacto</a:t>
            </a:r>
            <a:r>
              <a:rPr sz="2000" b="1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173961"/>
                </a:solidFill>
                <a:latin typeface="Calibri"/>
                <a:cs typeface="Calibri"/>
              </a:rPr>
              <a:t>enorme</a:t>
            </a:r>
            <a:r>
              <a:rPr sz="2000" b="1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en</a:t>
            </a:r>
            <a:r>
              <a:rPr sz="20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el</a:t>
            </a:r>
            <a:r>
              <a:rPr sz="2000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73961"/>
                </a:solidFill>
                <a:latin typeface="Calibri"/>
                <a:cs typeface="Calibri"/>
              </a:rPr>
              <a:t>negocio,</a:t>
            </a:r>
            <a:endParaRPr sz="2000">
              <a:latin typeface="Calibri"/>
              <a:cs typeface="Calibri"/>
            </a:endParaRPr>
          </a:p>
          <a:p>
            <a:pPr marL="91440" marR="66675">
              <a:lnSpc>
                <a:spcPct val="109500"/>
              </a:lnSpc>
              <a:spcBef>
                <a:spcPts val="10"/>
              </a:spcBef>
            </a:pP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pero</a:t>
            </a:r>
            <a:r>
              <a:rPr sz="2000" spc="-5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AC9DF"/>
                </a:solidFill>
                <a:latin typeface="Calibri"/>
                <a:cs typeface="Calibri"/>
              </a:rPr>
              <a:t>no</a:t>
            </a:r>
            <a:r>
              <a:rPr sz="2000" spc="-4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AC9DF"/>
                </a:solidFill>
                <a:latin typeface="Calibri"/>
                <a:cs typeface="Calibri"/>
              </a:rPr>
              <a:t>están</a:t>
            </a:r>
            <a:r>
              <a:rPr sz="2000" spc="-4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AC9DF"/>
                </a:solidFill>
                <a:latin typeface="Calibri"/>
                <a:cs typeface="Calibri"/>
              </a:rPr>
              <a:t>preparados</a:t>
            </a:r>
            <a:r>
              <a:rPr sz="2000" spc="-5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para</a:t>
            </a:r>
            <a:r>
              <a:rPr sz="20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173961"/>
                </a:solidFill>
                <a:latin typeface="Calibri"/>
                <a:cs typeface="Calibri"/>
              </a:rPr>
              <a:t>su</a:t>
            </a:r>
            <a:r>
              <a:rPr sz="2000" spc="-4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173961"/>
                </a:solidFill>
                <a:latin typeface="Calibri"/>
                <a:cs typeface="Calibri"/>
              </a:rPr>
              <a:t>adopción inmediata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1427" y="2958211"/>
            <a:ext cx="2550795" cy="177038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ct val="102499"/>
              </a:lnSpc>
              <a:spcBef>
                <a:spcPts val="45"/>
              </a:spcBef>
            </a:pPr>
            <a:r>
              <a:rPr sz="1600" i="1" dirty="0">
                <a:solidFill>
                  <a:srgbClr val="173961"/>
                </a:solidFill>
                <a:latin typeface="Calibri"/>
                <a:cs typeface="Calibri"/>
              </a:rPr>
              <a:t>“Muy</a:t>
            </a:r>
            <a:r>
              <a:rPr sz="1600" i="1" spc="-7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173961"/>
                </a:solidFill>
                <a:latin typeface="Calibri"/>
                <a:cs typeface="Calibri"/>
              </a:rPr>
              <a:t>expectantes</a:t>
            </a:r>
            <a:r>
              <a:rPr sz="1600" i="1" spc="-4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spc="-35" dirty="0">
                <a:solidFill>
                  <a:srgbClr val="173961"/>
                </a:solidFill>
                <a:latin typeface="Calibri"/>
                <a:cs typeface="Calibri"/>
              </a:rPr>
              <a:t>en </a:t>
            </a:r>
            <a:r>
              <a:rPr sz="1600" i="1" spc="-10" dirty="0">
                <a:solidFill>
                  <a:srgbClr val="173961"/>
                </a:solidFill>
                <a:latin typeface="Calibri"/>
                <a:cs typeface="Calibri"/>
              </a:rPr>
              <a:t>cuestiones</a:t>
            </a:r>
            <a:r>
              <a:rPr sz="1600" i="1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73961"/>
                </a:solidFill>
                <a:latin typeface="Calibri"/>
                <a:cs typeface="Calibri"/>
              </a:rPr>
              <a:t>como</a:t>
            </a:r>
            <a:r>
              <a:rPr sz="1600" i="1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73961"/>
                </a:solidFill>
                <a:latin typeface="Calibri"/>
                <a:cs typeface="Calibri"/>
              </a:rPr>
              <a:t>el</a:t>
            </a:r>
            <a:r>
              <a:rPr sz="1600" i="1" spc="-1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5AC9DF"/>
                </a:solidFill>
                <a:latin typeface="Calibri"/>
                <a:cs typeface="Calibri"/>
              </a:rPr>
              <a:t>incremento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de</a:t>
            </a:r>
            <a:r>
              <a:rPr sz="1600" i="1" spc="-2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la</a:t>
            </a:r>
            <a:r>
              <a:rPr sz="1600" i="1" spc="-2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5AC9DF"/>
                </a:solidFill>
                <a:latin typeface="Calibri"/>
                <a:cs typeface="Calibri"/>
              </a:rPr>
              <a:t>productividad</a:t>
            </a:r>
            <a:r>
              <a:rPr sz="1600" i="1" spc="-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73961"/>
                </a:solidFill>
                <a:latin typeface="Calibri"/>
                <a:cs typeface="Calibri"/>
              </a:rPr>
              <a:t>(72%),</a:t>
            </a:r>
            <a:r>
              <a:rPr sz="1600" i="1" spc="-25" dirty="0">
                <a:solidFill>
                  <a:srgbClr val="173961"/>
                </a:solidFill>
                <a:latin typeface="Calibri"/>
                <a:cs typeface="Calibri"/>
              </a:rPr>
              <a:t> el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cambio</a:t>
            </a:r>
            <a:r>
              <a:rPr sz="1600" i="1" spc="-3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en</a:t>
            </a:r>
            <a:r>
              <a:rPr sz="1600" i="1" spc="-4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la</a:t>
            </a:r>
            <a:r>
              <a:rPr sz="1600" i="1" spc="-4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forma</a:t>
            </a:r>
            <a:r>
              <a:rPr sz="1600" i="1" spc="-4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spc="-25" dirty="0">
                <a:solidFill>
                  <a:srgbClr val="5AC9DF"/>
                </a:solidFill>
                <a:latin typeface="Calibri"/>
                <a:cs typeface="Calibri"/>
              </a:rPr>
              <a:t>de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"/>
              </a:spcBef>
            </a:pP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trabajar</a:t>
            </a:r>
            <a:r>
              <a:rPr sz="1600" i="1" spc="-5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de</a:t>
            </a:r>
            <a:r>
              <a:rPr sz="1600" i="1" spc="-4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los</a:t>
            </a:r>
            <a:r>
              <a:rPr sz="1600" i="1" spc="-4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5AC9DF"/>
                </a:solidFill>
                <a:latin typeface="Calibri"/>
                <a:cs typeface="Calibri"/>
              </a:rPr>
              <a:t>empleados</a:t>
            </a:r>
            <a:endParaRPr sz="1600">
              <a:latin typeface="Calibri"/>
              <a:cs typeface="Calibri"/>
            </a:endParaRPr>
          </a:p>
          <a:p>
            <a:pPr marL="12700" marR="626745">
              <a:lnSpc>
                <a:spcPct val="102499"/>
              </a:lnSpc>
              <a:spcBef>
                <a:spcPts val="10"/>
              </a:spcBef>
            </a:pPr>
            <a:r>
              <a:rPr sz="1600" i="1" dirty="0">
                <a:solidFill>
                  <a:srgbClr val="173961"/>
                </a:solidFill>
                <a:latin typeface="Calibri"/>
                <a:cs typeface="Calibri"/>
              </a:rPr>
              <a:t>(65%)</a:t>
            </a:r>
            <a:r>
              <a:rPr sz="1600" i="1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173961"/>
                </a:solidFill>
                <a:latin typeface="Calibri"/>
                <a:cs typeface="Calibri"/>
              </a:rPr>
              <a:t>y</a:t>
            </a:r>
            <a:r>
              <a:rPr sz="1600" i="1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el</a:t>
            </a:r>
            <a:r>
              <a:rPr sz="1600" i="1" spc="-2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empuje</a:t>
            </a:r>
            <a:r>
              <a:rPr sz="1600" i="1" spc="-1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de</a:t>
            </a:r>
            <a:r>
              <a:rPr sz="1600" i="1" spc="-35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spc="-25" dirty="0">
                <a:solidFill>
                  <a:srgbClr val="5AC9DF"/>
                </a:solidFill>
                <a:latin typeface="Calibri"/>
                <a:cs typeface="Calibri"/>
              </a:rPr>
              <a:t>la </a:t>
            </a:r>
            <a:r>
              <a:rPr sz="1600" i="1" dirty="0">
                <a:solidFill>
                  <a:srgbClr val="5AC9DF"/>
                </a:solidFill>
                <a:latin typeface="Calibri"/>
                <a:cs typeface="Calibri"/>
              </a:rPr>
              <a:t>innovación</a:t>
            </a:r>
            <a:r>
              <a:rPr sz="1600" i="1" spc="-80" dirty="0">
                <a:solidFill>
                  <a:srgbClr val="5AC9DF"/>
                </a:solidFill>
                <a:latin typeface="Calibri"/>
                <a:cs typeface="Calibri"/>
              </a:rPr>
              <a:t> </a:t>
            </a:r>
            <a:r>
              <a:rPr sz="1600" i="1" spc="-10" dirty="0">
                <a:solidFill>
                  <a:srgbClr val="173961"/>
                </a:solidFill>
                <a:latin typeface="Calibri"/>
                <a:cs typeface="Calibri"/>
              </a:rPr>
              <a:t>(66%)”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7548" y="5868720"/>
            <a:ext cx="4643755" cy="49530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R="6350" algn="r">
              <a:lnSpc>
                <a:spcPct val="100000"/>
              </a:lnSpc>
              <a:spcBef>
                <a:spcPts val="265"/>
              </a:spcBef>
            </a:pPr>
            <a:r>
              <a:rPr sz="1400" spc="-20" dirty="0">
                <a:solidFill>
                  <a:srgbClr val="173961"/>
                </a:solidFill>
                <a:latin typeface="Calibri"/>
                <a:cs typeface="Calibri"/>
              </a:rPr>
              <a:t>Reference:</a:t>
            </a:r>
            <a:r>
              <a:rPr sz="1400" spc="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173961"/>
                </a:solidFill>
                <a:latin typeface="Calibri"/>
                <a:cs typeface="Calibri"/>
              </a:rPr>
              <a:t>https://info.kpmg.us/news-perspectives/technology-</a:t>
            </a:r>
            <a:endParaRPr sz="1400">
              <a:latin typeface="Calibri"/>
              <a:cs typeface="Calibri"/>
            </a:endParaRPr>
          </a:p>
          <a:p>
            <a:pPr marR="5080" algn="r">
              <a:lnSpc>
                <a:spcPct val="100000"/>
              </a:lnSpc>
              <a:spcBef>
                <a:spcPts val="170"/>
              </a:spcBef>
            </a:pPr>
            <a:r>
              <a:rPr sz="1400" spc="-20" dirty="0">
                <a:solidFill>
                  <a:srgbClr val="173961"/>
                </a:solidFill>
                <a:latin typeface="Calibri"/>
                <a:cs typeface="Calibri"/>
              </a:rPr>
              <a:t>innovation/kpmg-generative-</a:t>
            </a:r>
            <a:r>
              <a:rPr sz="1400" spc="-10" dirty="0">
                <a:solidFill>
                  <a:srgbClr val="173961"/>
                </a:solidFill>
                <a:latin typeface="Calibri"/>
                <a:cs typeface="Calibri"/>
              </a:rPr>
              <a:t>ai-2023.html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190490" y="0"/>
            <a:ext cx="7000875" cy="6857365"/>
            <a:chOff x="5190490" y="0"/>
            <a:chExt cx="7000875" cy="6857365"/>
          </a:xfrm>
        </p:grpSpPr>
        <p:sp>
          <p:nvSpPr>
            <p:cNvPr id="8" name="object 8"/>
            <p:cNvSpPr/>
            <p:nvPr/>
          </p:nvSpPr>
          <p:spPr>
            <a:xfrm>
              <a:off x="5190490" y="0"/>
              <a:ext cx="7000875" cy="6857365"/>
            </a:xfrm>
            <a:custGeom>
              <a:avLst/>
              <a:gdLst/>
              <a:ahLst/>
              <a:cxnLst/>
              <a:rect l="l" t="t" r="r" b="b"/>
              <a:pathLst>
                <a:path w="7000875" h="6857365">
                  <a:moveTo>
                    <a:pt x="7000875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7000875" y="6857364"/>
                  </a:lnTo>
                  <a:lnTo>
                    <a:pt x="7000875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827903" y="3715130"/>
              <a:ext cx="137160" cy="26034"/>
            </a:xfrm>
            <a:custGeom>
              <a:avLst/>
              <a:gdLst/>
              <a:ahLst/>
              <a:cxnLst/>
              <a:rect l="l" t="t" r="r" b="b"/>
              <a:pathLst>
                <a:path w="137160" h="26035">
                  <a:moveTo>
                    <a:pt x="17907" y="0"/>
                  </a:moveTo>
                  <a:lnTo>
                    <a:pt x="8255" y="0"/>
                  </a:lnTo>
                  <a:lnTo>
                    <a:pt x="4825" y="889"/>
                  </a:lnTo>
                  <a:lnTo>
                    <a:pt x="2921" y="2667"/>
                  </a:lnTo>
                  <a:lnTo>
                    <a:pt x="1016" y="4318"/>
                  </a:lnTo>
                  <a:lnTo>
                    <a:pt x="72" y="7620"/>
                  </a:lnTo>
                  <a:lnTo>
                    <a:pt x="0" y="18161"/>
                  </a:lnTo>
                  <a:lnTo>
                    <a:pt x="888" y="21463"/>
                  </a:lnTo>
                  <a:lnTo>
                    <a:pt x="2794" y="23241"/>
                  </a:lnTo>
                  <a:lnTo>
                    <a:pt x="4699" y="24892"/>
                  </a:lnTo>
                  <a:lnTo>
                    <a:pt x="8000" y="25781"/>
                  </a:lnTo>
                  <a:lnTo>
                    <a:pt x="17652" y="25781"/>
                  </a:lnTo>
                  <a:lnTo>
                    <a:pt x="21082" y="24892"/>
                  </a:lnTo>
                  <a:lnTo>
                    <a:pt x="24755" y="21463"/>
                  </a:lnTo>
                  <a:lnTo>
                    <a:pt x="25832" y="18161"/>
                  </a:lnTo>
                  <a:lnTo>
                    <a:pt x="25908" y="7620"/>
                  </a:lnTo>
                  <a:lnTo>
                    <a:pt x="25019" y="4318"/>
                  </a:lnTo>
                  <a:lnTo>
                    <a:pt x="23113" y="2540"/>
                  </a:lnTo>
                  <a:lnTo>
                    <a:pt x="21209" y="889"/>
                  </a:lnTo>
                  <a:lnTo>
                    <a:pt x="17907" y="0"/>
                  </a:lnTo>
                  <a:close/>
                </a:path>
                <a:path w="137160" h="26035">
                  <a:moveTo>
                    <a:pt x="73406" y="0"/>
                  </a:moveTo>
                  <a:lnTo>
                    <a:pt x="63626" y="0"/>
                  </a:lnTo>
                  <a:lnTo>
                    <a:pt x="60325" y="889"/>
                  </a:lnTo>
                  <a:lnTo>
                    <a:pt x="58420" y="2667"/>
                  </a:lnTo>
                  <a:lnTo>
                    <a:pt x="56514" y="4318"/>
                  </a:lnTo>
                  <a:lnTo>
                    <a:pt x="55571" y="7620"/>
                  </a:lnTo>
                  <a:lnTo>
                    <a:pt x="55499" y="18161"/>
                  </a:lnTo>
                  <a:lnTo>
                    <a:pt x="56387" y="21463"/>
                  </a:lnTo>
                  <a:lnTo>
                    <a:pt x="58293" y="23241"/>
                  </a:lnTo>
                  <a:lnTo>
                    <a:pt x="60198" y="24892"/>
                  </a:lnTo>
                  <a:lnTo>
                    <a:pt x="63500" y="25781"/>
                  </a:lnTo>
                  <a:lnTo>
                    <a:pt x="73151" y="25781"/>
                  </a:lnTo>
                  <a:lnTo>
                    <a:pt x="76581" y="24892"/>
                  </a:lnTo>
                  <a:lnTo>
                    <a:pt x="80254" y="21463"/>
                  </a:lnTo>
                  <a:lnTo>
                    <a:pt x="81214" y="18161"/>
                  </a:lnTo>
                  <a:lnTo>
                    <a:pt x="81280" y="7620"/>
                  </a:lnTo>
                  <a:lnTo>
                    <a:pt x="80391" y="4318"/>
                  </a:lnTo>
                  <a:lnTo>
                    <a:pt x="76708" y="889"/>
                  </a:lnTo>
                  <a:lnTo>
                    <a:pt x="73406" y="0"/>
                  </a:lnTo>
                  <a:close/>
                </a:path>
                <a:path w="137160" h="26035">
                  <a:moveTo>
                    <a:pt x="128777" y="0"/>
                  </a:moveTo>
                  <a:lnTo>
                    <a:pt x="119125" y="0"/>
                  </a:lnTo>
                  <a:lnTo>
                    <a:pt x="115697" y="889"/>
                  </a:lnTo>
                  <a:lnTo>
                    <a:pt x="113792" y="2667"/>
                  </a:lnTo>
                  <a:lnTo>
                    <a:pt x="111887" y="4318"/>
                  </a:lnTo>
                  <a:lnTo>
                    <a:pt x="110943" y="7620"/>
                  </a:lnTo>
                  <a:lnTo>
                    <a:pt x="110871" y="18161"/>
                  </a:lnTo>
                  <a:lnTo>
                    <a:pt x="111760" y="21463"/>
                  </a:lnTo>
                  <a:lnTo>
                    <a:pt x="113664" y="23241"/>
                  </a:lnTo>
                  <a:lnTo>
                    <a:pt x="115570" y="24892"/>
                  </a:lnTo>
                  <a:lnTo>
                    <a:pt x="118872" y="25781"/>
                  </a:lnTo>
                  <a:lnTo>
                    <a:pt x="128524" y="25781"/>
                  </a:lnTo>
                  <a:lnTo>
                    <a:pt x="131952" y="24892"/>
                  </a:lnTo>
                  <a:lnTo>
                    <a:pt x="135626" y="21463"/>
                  </a:lnTo>
                  <a:lnTo>
                    <a:pt x="136703" y="18161"/>
                  </a:lnTo>
                  <a:lnTo>
                    <a:pt x="136779" y="7620"/>
                  </a:lnTo>
                  <a:lnTo>
                    <a:pt x="135889" y="4318"/>
                  </a:lnTo>
                  <a:lnTo>
                    <a:pt x="133985" y="2540"/>
                  </a:lnTo>
                  <a:lnTo>
                    <a:pt x="132080" y="889"/>
                  </a:lnTo>
                  <a:lnTo>
                    <a:pt x="128777" y="0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0407" y="3631565"/>
              <a:ext cx="528319" cy="110490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70167" y="3631565"/>
              <a:ext cx="365125" cy="149225"/>
            </a:xfrm>
            <a:custGeom>
              <a:avLst/>
              <a:gdLst/>
              <a:ahLst/>
              <a:cxnLst/>
              <a:rect l="l" t="t" r="r" b="b"/>
              <a:pathLst>
                <a:path w="365125" h="149225">
                  <a:moveTo>
                    <a:pt x="94869" y="148844"/>
                  </a:moveTo>
                  <a:lnTo>
                    <a:pt x="87756" y="148844"/>
                  </a:lnTo>
                  <a:lnTo>
                    <a:pt x="89407" y="148971"/>
                  </a:lnTo>
                  <a:lnTo>
                    <a:pt x="93472" y="148971"/>
                  </a:lnTo>
                  <a:lnTo>
                    <a:pt x="94869" y="148844"/>
                  </a:lnTo>
                  <a:close/>
                </a:path>
                <a:path w="365125" h="149225">
                  <a:moveTo>
                    <a:pt x="101553" y="93980"/>
                  </a:moveTo>
                  <a:lnTo>
                    <a:pt x="81279" y="93980"/>
                  </a:lnTo>
                  <a:lnTo>
                    <a:pt x="81406" y="146558"/>
                  </a:lnTo>
                  <a:lnTo>
                    <a:pt x="81660" y="146939"/>
                  </a:lnTo>
                  <a:lnTo>
                    <a:pt x="81914" y="147447"/>
                  </a:lnTo>
                  <a:lnTo>
                    <a:pt x="82550" y="147828"/>
                  </a:lnTo>
                  <a:lnTo>
                    <a:pt x="83311" y="148082"/>
                  </a:lnTo>
                  <a:lnTo>
                    <a:pt x="84200" y="148336"/>
                  </a:lnTo>
                  <a:lnTo>
                    <a:pt x="86232" y="148844"/>
                  </a:lnTo>
                  <a:lnTo>
                    <a:pt x="96647" y="148844"/>
                  </a:lnTo>
                  <a:lnTo>
                    <a:pt x="98678" y="148336"/>
                  </a:lnTo>
                  <a:lnTo>
                    <a:pt x="100202" y="147828"/>
                  </a:lnTo>
                  <a:lnTo>
                    <a:pt x="100710" y="147447"/>
                  </a:lnTo>
                  <a:lnTo>
                    <a:pt x="101091" y="146939"/>
                  </a:lnTo>
                  <a:lnTo>
                    <a:pt x="101473" y="146558"/>
                  </a:lnTo>
                  <a:lnTo>
                    <a:pt x="101553" y="93980"/>
                  </a:lnTo>
                  <a:close/>
                </a:path>
                <a:path w="365125" h="149225">
                  <a:moveTo>
                    <a:pt x="51053" y="0"/>
                  </a:moveTo>
                  <a:lnTo>
                    <a:pt x="40004" y="0"/>
                  </a:lnTo>
                  <a:lnTo>
                    <a:pt x="33147" y="1397"/>
                  </a:lnTo>
                  <a:lnTo>
                    <a:pt x="27177" y="4064"/>
                  </a:lnTo>
                  <a:lnTo>
                    <a:pt x="21208" y="6604"/>
                  </a:lnTo>
                  <a:lnTo>
                    <a:pt x="1015" y="40132"/>
                  </a:lnTo>
                  <a:lnTo>
                    <a:pt x="0" y="47879"/>
                  </a:lnTo>
                  <a:lnTo>
                    <a:pt x="84" y="64643"/>
                  </a:lnTo>
                  <a:lnTo>
                    <a:pt x="761" y="70739"/>
                  </a:lnTo>
                  <a:lnTo>
                    <a:pt x="4063" y="83947"/>
                  </a:lnTo>
                  <a:lnTo>
                    <a:pt x="6603" y="89662"/>
                  </a:lnTo>
                  <a:lnTo>
                    <a:pt x="10286" y="94487"/>
                  </a:lnTo>
                  <a:lnTo>
                    <a:pt x="12110" y="97028"/>
                  </a:lnTo>
                  <a:lnTo>
                    <a:pt x="13995" y="99568"/>
                  </a:lnTo>
                  <a:lnTo>
                    <a:pt x="18414" y="103251"/>
                  </a:lnTo>
                  <a:lnTo>
                    <a:pt x="24002" y="106172"/>
                  </a:lnTo>
                  <a:lnTo>
                    <a:pt x="29977" y="109093"/>
                  </a:lnTo>
                  <a:lnTo>
                    <a:pt x="30289" y="109093"/>
                  </a:lnTo>
                  <a:lnTo>
                    <a:pt x="36575" y="110490"/>
                  </a:lnTo>
                  <a:lnTo>
                    <a:pt x="47751" y="110490"/>
                  </a:lnTo>
                  <a:lnTo>
                    <a:pt x="50800" y="110109"/>
                  </a:lnTo>
                  <a:lnTo>
                    <a:pt x="80422" y="94742"/>
                  </a:lnTo>
                  <a:lnTo>
                    <a:pt x="43179" y="94742"/>
                  </a:lnTo>
                  <a:lnTo>
                    <a:pt x="38734" y="93599"/>
                  </a:lnTo>
                  <a:lnTo>
                    <a:pt x="35178" y="91312"/>
                  </a:lnTo>
                  <a:lnTo>
                    <a:pt x="31750" y="89027"/>
                  </a:lnTo>
                  <a:lnTo>
                    <a:pt x="28828" y="86106"/>
                  </a:lnTo>
                  <a:lnTo>
                    <a:pt x="26797" y="82296"/>
                  </a:lnTo>
                  <a:lnTo>
                    <a:pt x="24712" y="78740"/>
                  </a:lnTo>
                  <a:lnTo>
                    <a:pt x="20954" y="59690"/>
                  </a:lnTo>
                  <a:lnTo>
                    <a:pt x="20954" y="49784"/>
                  </a:lnTo>
                  <a:lnTo>
                    <a:pt x="21462" y="45085"/>
                  </a:lnTo>
                  <a:lnTo>
                    <a:pt x="22478" y="40512"/>
                  </a:lnTo>
                  <a:lnTo>
                    <a:pt x="23494" y="35814"/>
                  </a:lnTo>
                  <a:lnTo>
                    <a:pt x="25146" y="31750"/>
                  </a:lnTo>
                  <a:lnTo>
                    <a:pt x="29717" y="24384"/>
                  </a:lnTo>
                  <a:lnTo>
                    <a:pt x="32638" y="21462"/>
                  </a:lnTo>
                  <a:lnTo>
                    <a:pt x="36194" y="19304"/>
                  </a:lnTo>
                  <a:lnTo>
                    <a:pt x="39750" y="17018"/>
                  </a:lnTo>
                  <a:lnTo>
                    <a:pt x="44196" y="15875"/>
                  </a:lnTo>
                  <a:lnTo>
                    <a:pt x="81994" y="15875"/>
                  </a:lnTo>
                  <a:lnTo>
                    <a:pt x="80136" y="14224"/>
                  </a:lnTo>
                  <a:lnTo>
                    <a:pt x="76961" y="11557"/>
                  </a:lnTo>
                  <a:lnTo>
                    <a:pt x="71119" y="7239"/>
                  </a:lnTo>
                  <a:lnTo>
                    <a:pt x="68325" y="5334"/>
                  </a:lnTo>
                  <a:lnTo>
                    <a:pt x="65531" y="4064"/>
                  </a:lnTo>
                  <a:lnTo>
                    <a:pt x="62610" y="2667"/>
                  </a:lnTo>
                  <a:lnTo>
                    <a:pt x="59816" y="1651"/>
                  </a:lnTo>
                  <a:lnTo>
                    <a:pt x="54101" y="381"/>
                  </a:lnTo>
                  <a:lnTo>
                    <a:pt x="51053" y="0"/>
                  </a:lnTo>
                  <a:close/>
                </a:path>
                <a:path w="365125" h="149225">
                  <a:moveTo>
                    <a:pt x="81994" y="15875"/>
                  </a:moveTo>
                  <a:lnTo>
                    <a:pt x="54863" y="15875"/>
                  </a:lnTo>
                  <a:lnTo>
                    <a:pt x="60198" y="17526"/>
                  </a:lnTo>
                  <a:lnTo>
                    <a:pt x="65404" y="20701"/>
                  </a:lnTo>
                  <a:lnTo>
                    <a:pt x="70484" y="24003"/>
                  </a:lnTo>
                  <a:lnTo>
                    <a:pt x="75818" y="28702"/>
                  </a:lnTo>
                  <a:lnTo>
                    <a:pt x="81279" y="34925"/>
                  </a:lnTo>
                  <a:lnTo>
                    <a:pt x="81279" y="75057"/>
                  </a:lnTo>
                  <a:lnTo>
                    <a:pt x="64007" y="90297"/>
                  </a:lnTo>
                  <a:lnTo>
                    <a:pt x="61340" y="91948"/>
                  </a:lnTo>
                  <a:lnTo>
                    <a:pt x="58800" y="93091"/>
                  </a:lnTo>
                  <a:lnTo>
                    <a:pt x="53213" y="94487"/>
                  </a:lnTo>
                  <a:lnTo>
                    <a:pt x="52874" y="94487"/>
                  </a:lnTo>
                  <a:lnTo>
                    <a:pt x="51180" y="94742"/>
                  </a:lnTo>
                  <a:lnTo>
                    <a:pt x="80422" y="94742"/>
                  </a:lnTo>
                  <a:lnTo>
                    <a:pt x="81279" y="93980"/>
                  </a:lnTo>
                  <a:lnTo>
                    <a:pt x="101553" y="93980"/>
                  </a:lnTo>
                  <a:lnTo>
                    <a:pt x="101485" y="17272"/>
                  </a:lnTo>
                  <a:lnTo>
                    <a:pt x="83565" y="17272"/>
                  </a:lnTo>
                  <a:lnTo>
                    <a:pt x="81994" y="15875"/>
                  </a:lnTo>
                  <a:close/>
                </a:path>
                <a:path w="365125" h="149225">
                  <a:moveTo>
                    <a:pt x="98171" y="1905"/>
                  </a:moveTo>
                  <a:lnTo>
                    <a:pt x="87375" y="1905"/>
                  </a:lnTo>
                  <a:lnTo>
                    <a:pt x="86359" y="2159"/>
                  </a:lnTo>
                  <a:lnTo>
                    <a:pt x="85725" y="2412"/>
                  </a:lnTo>
                  <a:lnTo>
                    <a:pt x="84962" y="2667"/>
                  </a:lnTo>
                  <a:lnTo>
                    <a:pt x="84454" y="3048"/>
                  </a:lnTo>
                  <a:lnTo>
                    <a:pt x="83692" y="3810"/>
                  </a:lnTo>
                  <a:lnTo>
                    <a:pt x="83565" y="17272"/>
                  </a:lnTo>
                  <a:lnTo>
                    <a:pt x="101485" y="17272"/>
                  </a:lnTo>
                  <a:lnTo>
                    <a:pt x="101473" y="3810"/>
                  </a:lnTo>
                  <a:lnTo>
                    <a:pt x="100964" y="3048"/>
                  </a:lnTo>
                  <a:lnTo>
                    <a:pt x="100456" y="2667"/>
                  </a:lnTo>
                  <a:lnTo>
                    <a:pt x="99694" y="2412"/>
                  </a:lnTo>
                  <a:lnTo>
                    <a:pt x="99059" y="2159"/>
                  </a:lnTo>
                  <a:lnTo>
                    <a:pt x="98171" y="1905"/>
                  </a:lnTo>
                  <a:close/>
                </a:path>
                <a:path w="365125" h="149225">
                  <a:moveTo>
                    <a:pt x="153797" y="1905"/>
                  </a:moveTo>
                  <a:lnTo>
                    <a:pt x="141350" y="1905"/>
                  </a:lnTo>
                  <a:lnTo>
                    <a:pt x="140334" y="2159"/>
                  </a:lnTo>
                  <a:lnTo>
                    <a:pt x="137540" y="3937"/>
                  </a:lnTo>
                  <a:lnTo>
                    <a:pt x="137621" y="75311"/>
                  </a:lnTo>
                  <a:lnTo>
                    <a:pt x="138049" y="79502"/>
                  </a:lnTo>
                  <a:lnTo>
                    <a:pt x="140738" y="89281"/>
                  </a:lnTo>
                  <a:lnTo>
                    <a:pt x="140842" y="89662"/>
                  </a:lnTo>
                  <a:lnTo>
                    <a:pt x="143001" y="94234"/>
                  </a:lnTo>
                  <a:lnTo>
                    <a:pt x="146176" y="98043"/>
                  </a:lnTo>
                  <a:lnTo>
                    <a:pt x="149225" y="101854"/>
                  </a:lnTo>
                  <a:lnTo>
                    <a:pt x="153288" y="104902"/>
                  </a:lnTo>
                  <a:lnTo>
                    <a:pt x="158368" y="107061"/>
                  </a:lnTo>
                  <a:lnTo>
                    <a:pt x="163449" y="109347"/>
                  </a:lnTo>
                  <a:lnTo>
                    <a:pt x="169544" y="110490"/>
                  </a:lnTo>
                  <a:lnTo>
                    <a:pt x="183260" y="110490"/>
                  </a:lnTo>
                  <a:lnTo>
                    <a:pt x="189483" y="108966"/>
                  </a:lnTo>
                  <a:lnTo>
                    <a:pt x="195579" y="106045"/>
                  </a:lnTo>
                  <a:lnTo>
                    <a:pt x="201802" y="103251"/>
                  </a:lnTo>
                  <a:lnTo>
                    <a:pt x="208025" y="98552"/>
                  </a:lnTo>
                  <a:lnTo>
                    <a:pt x="211884" y="94615"/>
                  </a:lnTo>
                  <a:lnTo>
                    <a:pt x="177164" y="94615"/>
                  </a:lnTo>
                  <a:lnTo>
                    <a:pt x="173735" y="93853"/>
                  </a:lnTo>
                  <a:lnTo>
                    <a:pt x="170814" y="92583"/>
                  </a:lnTo>
                  <a:lnTo>
                    <a:pt x="167893" y="91186"/>
                  </a:lnTo>
                  <a:lnTo>
                    <a:pt x="165480" y="89281"/>
                  </a:lnTo>
                  <a:lnTo>
                    <a:pt x="163575" y="86741"/>
                  </a:lnTo>
                  <a:lnTo>
                    <a:pt x="161543" y="84201"/>
                  </a:lnTo>
                  <a:lnTo>
                    <a:pt x="160147" y="81280"/>
                  </a:lnTo>
                  <a:lnTo>
                    <a:pt x="159257" y="77724"/>
                  </a:lnTo>
                  <a:lnTo>
                    <a:pt x="158241" y="74168"/>
                  </a:lnTo>
                  <a:lnTo>
                    <a:pt x="157860" y="69468"/>
                  </a:lnTo>
                  <a:lnTo>
                    <a:pt x="157860" y="4445"/>
                  </a:lnTo>
                  <a:lnTo>
                    <a:pt x="157606" y="3937"/>
                  </a:lnTo>
                  <a:lnTo>
                    <a:pt x="154939" y="2159"/>
                  </a:lnTo>
                  <a:lnTo>
                    <a:pt x="153797" y="1905"/>
                  </a:lnTo>
                  <a:close/>
                </a:path>
                <a:path w="365125" h="149225">
                  <a:moveTo>
                    <a:pt x="228980" y="108585"/>
                  </a:moveTo>
                  <a:lnTo>
                    <a:pt x="217677" y="108585"/>
                  </a:lnTo>
                  <a:lnTo>
                    <a:pt x="219582" y="108966"/>
                  </a:lnTo>
                  <a:lnTo>
                    <a:pt x="227266" y="108966"/>
                  </a:lnTo>
                  <a:lnTo>
                    <a:pt x="228980" y="108585"/>
                  </a:lnTo>
                  <a:close/>
                </a:path>
                <a:path w="365125" h="149225">
                  <a:moveTo>
                    <a:pt x="232647" y="92202"/>
                  </a:moveTo>
                  <a:lnTo>
                    <a:pt x="214249" y="92202"/>
                  </a:lnTo>
                  <a:lnTo>
                    <a:pt x="214375" y="106680"/>
                  </a:lnTo>
                  <a:lnTo>
                    <a:pt x="214883" y="107442"/>
                  </a:lnTo>
                  <a:lnTo>
                    <a:pt x="215391" y="107823"/>
                  </a:lnTo>
                  <a:lnTo>
                    <a:pt x="216026" y="108077"/>
                  </a:lnTo>
                  <a:lnTo>
                    <a:pt x="217042" y="108585"/>
                  </a:lnTo>
                  <a:lnTo>
                    <a:pt x="229743" y="108585"/>
                  </a:lnTo>
                  <a:lnTo>
                    <a:pt x="230758" y="108077"/>
                  </a:lnTo>
                  <a:lnTo>
                    <a:pt x="231521" y="107823"/>
                  </a:lnTo>
                  <a:lnTo>
                    <a:pt x="232028" y="107442"/>
                  </a:lnTo>
                  <a:lnTo>
                    <a:pt x="232536" y="106680"/>
                  </a:lnTo>
                  <a:lnTo>
                    <a:pt x="232647" y="92202"/>
                  </a:lnTo>
                  <a:close/>
                </a:path>
                <a:path w="365125" h="149225">
                  <a:moveTo>
                    <a:pt x="228726" y="1905"/>
                  </a:moveTo>
                  <a:lnTo>
                    <a:pt x="216280" y="1905"/>
                  </a:lnTo>
                  <a:lnTo>
                    <a:pt x="215264" y="2159"/>
                  </a:lnTo>
                  <a:lnTo>
                    <a:pt x="212343" y="4445"/>
                  </a:lnTo>
                  <a:lnTo>
                    <a:pt x="212343" y="75311"/>
                  </a:lnTo>
                  <a:lnTo>
                    <a:pt x="206628" y="81661"/>
                  </a:lnTo>
                  <a:lnTo>
                    <a:pt x="201294" y="86360"/>
                  </a:lnTo>
                  <a:lnTo>
                    <a:pt x="196341" y="89662"/>
                  </a:lnTo>
                  <a:lnTo>
                    <a:pt x="191261" y="92964"/>
                  </a:lnTo>
                  <a:lnTo>
                    <a:pt x="186181" y="94615"/>
                  </a:lnTo>
                  <a:lnTo>
                    <a:pt x="211884" y="94615"/>
                  </a:lnTo>
                  <a:lnTo>
                    <a:pt x="214249" y="92202"/>
                  </a:lnTo>
                  <a:lnTo>
                    <a:pt x="232647" y="92202"/>
                  </a:lnTo>
                  <a:lnTo>
                    <a:pt x="232536" y="3937"/>
                  </a:lnTo>
                  <a:lnTo>
                    <a:pt x="231775" y="3175"/>
                  </a:lnTo>
                  <a:lnTo>
                    <a:pt x="231266" y="2793"/>
                  </a:lnTo>
                  <a:lnTo>
                    <a:pt x="230504" y="2412"/>
                  </a:lnTo>
                  <a:lnTo>
                    <a:pt x="229742" y="2159"/>
                  </a:lnTo>
                  <a:lnTo>
                    <a:pt x="228726" y="1905"/>
                  </a:lnTo>
                  <a:close/>
                </a:path>
                <a:path w="365125" h="149225">
                  <a:moveTo>
                    <a:pt x="324992" y="0"/>
                  </a:moveTo>
                  <a:lnTo>
                    <a:pt x="308228" y="0"/>
                  </a:lnTo>
                  <a:lnTo>
                    <a:pt x="300862" y="1397"/>
                  </a:lnTo>
                  <a:lnTo>
                    <a:pt x="287781" y="6477"/>
                  </a:lnTo>
                  <a:lnTo>
                    <a:pt x="282193" y="10160"/>
                  </a:lnTo>
                  <a:lnTo>
                    <a:pt x="277622" y="14986"/>
                  </a:lnTo>
                  <a:lnTo>
                    <a:pt x="272923" y="19812"/>
                  </a:lnTo>
                  <a:lnTo>
                    <a:pt x="269366" y="25654"/>
                  </a:lnTo>
                  <a:lnTo>
                    <a:pt x="264540" y="39370"/>
                  </a:lnTo>
                  <a:lnTo>
                    <a:pt x="263271" y="47117"/>
                  </a:lnTo>
                  <a:lnTo>
                    <a:pt x="263271" y="64897"/>
                  </a:lnTo>
                  <a:lnTo>
                    <a:pt x="282066" y="101218"/>
                  </a:lnTo>
                  <a:lnTo>
                    <a:pt x="294639" y="106934"/>
                  </a:lnTo>
                  <a:lnTo>
                    <a:pt x="301498" y="109347"/>
                  </a:lnTo>
                  <a:lnTo>
                    <a:pt x="309372" y="110490"/>
                  </a:lnTo>
                  <a:lnTo>
                    <a:pt x="323723" y="110490"/>
                  </a:lnTo>
                  <a:lnTo>
                    <a:pt x="328675" y="110109"/>
                  </a:lnTo>
                  <a:lnTo>
                    <a:pt x="333248" y="109347"/>
                  </a:lnTo>
                  <a:lnTo>
                    <a:pt x="337947" y="108712"/>
                  </a:lnTo>
                  <a:lnTo>
                    <a:pt x="342010" y="107823"/>
                  </a:lnTo>
                  <a:lnTo>
                    <a:pt x="348996" y="106045"/>
                  </a:lnTo>
                  <a:lnTo>
                    <a:pt x="351916" y="105156"/>
                  </a:lnTo>
                  <a:lnTo>
                    <a:pt x="354075" y="104267"/>
                  </a:lnTo>
                  <a:lnTo>
                    <a:pt x="356361" y="103378"/>
                  </a:lnTo>
                  <a:lnTo>
                    <a:pt x="357631" y="102616"/>
                  </a:lnTo>
                  <a:lnTo>
                    <a:pt x="358139" y="102235"/>
                  </a:lnTo>
                  <a:lnTo>
                    <a:pt x="358901" y="101473"/>
                  </a:lnTo>
                  <a:lnTo>
                    <a:pt x="359028" y="101218"/>
                  </a:lnTo>
                  <a:lnTo>
                    <a:pt x="359155" y="100965"/>
                  </a:lnTo>
                  <a:lnTo>
                    <a:pt x="359536" y="100457"/>
                  </a:lnTo>
                  <a:lnTo>
                    <a:pt x="359663" y="100076"/>
                  </a:lnTo>
                  <a:lnTo>
                    <a:pt x="359790" y="99441"/>
                  </a:lnTo>
                  <a:lnTo>
                    <a:pt x="359917" y="98933"/>
                  </a:lnTo>
                  <a:lnTo>
                    <a:pt x="360172" y="97536"/>
                  </a:lnTo>
                  <a:lnTo>
                    <a:pt x="360172" y="95504"/>
                  </a:lnTo>
                  <a:lnTo>
                    <a:pt x="313689" y="95504"/>
                  </a:lnTo>
                  <a:lnTo>
                    <a:pt x="308101" y="94615"/>
                  </a:lnTo>
                  <a:lnTo>
                    <a:pt x="284225" y="59055"/>
                  </a:lnTo>
                  <a:lnTo>
                    <a:pt x="359028" y="59055"/>
                  </a:lnTo>
                  <a:lnTo>
                    <a:pt x="360933" y="58420"/>
                  </a:lnTo>
                  <a:lnTo>
                    <a:pt x="362457" y="57150"/>
                  </a:lnTo>
                  <a:lnTo>
                    <a:pt x="364108" y="55880"/>
                  </a:lnTo>
                  <a:lnTo>
                    <a:pt x="364871" y="53848"/>
                  </a:lnTo>
                  <a:lnTo>
                    <a:pt x="364871" y="45466"/>
                  </a:lnTo>
                  <a:lnTo>
                    <a:pt x="284225" y="45466"/>
                  </a:lnTo>
                  <a:lnTo>
                    <a:pt x="284479" y="41402"/>
                  </a:lnTo>
                  <a:lnTo>
                    <a:pt x="310260" y="14478"/>
                  </a:lnTo>
                  <a:lnTo>
                    <a:pt x="353909" y="14478"/>
                  </a:lnTo>
                  <a:lnTo>
                    <a:pt x="349630" y="9779"/>
                  </a:lnTo>
                  <a:lnTo>
                    <a:pt x="344550" y="6350"/>
                  </a:lnTo>
                  <a:lnTo>
                    <a:pt x="332663" y="1397"/>
                  </a:lnTo>
                  <a:lnTo>
                    <a:pt x="333095" y="1397"/>
                  </a:lnTo>
                  <a:lnTo>
                    <a:pt x="324992" y="0"/>
                  </a:lnTo>
                  <a:close/>
                </a:path>
                <a:path w="365125" h="149225">
                  <a:moveTo>
                    <a:pt x="358012" y="88011"/>
                  </a:moveTo>
                  <a:lnTo>
                    <a:pt x="355473" y="88011"/>
                  </a:lnTo>
                  <a:lnTo>
                    <a:pt x="354456" y="88265"/>
                  </a:lnTo>
                  <a:lnTo>
                    <a:pt x="352551" y="89027"/>
                  </a:lnTo>
                  <a:lnTo>
                    <a:pt x="350374" y="90043"/>
                  </a:lnTo>
                  <a:lnTo>
                    <a:pt x="350223" y="90043"/>
                  </a:lnTo>
                  <a:lnTo>
                    <a:pt x="348106" y="90678"/>
                  </a:lnTo>
                  <a:lnTo>
                    <a:pt x="345185" y="91693"/>
                  </a:lnTo>
                  <a:lnTo>
                    <a:pt x="342137" y="92710"/>
                  </a:lnTo>
                  <a:lnTo>
                    <a:pt x="338581" y="93599"/>
                  </a:lnTo>
                  <a:lnTo>
                    <a:pt x="330326" y="95123"/>
                  </a:lnTo>
                  <a:lnTo>
                    <a:pt x="325627" y="95504"/>
                  </a:lnTo>
                  <a:lnTo>
                    <a:pt x="360172" y="95504"/>
                  </a:lnTo>
                  <a:lnTo>
                    <a:pt x="359346" y="89027"/>
                  </a:lnTo>
                  <a:lnTo>
                    <a:pt x="359282" y="88900"/>
                  </a:lnTo>
                  <a:lnTo>
                    <a:pt x="358901" y="88518"/>
                  </a:lnTo>
                  <a:lnTo>
                    <a:pt x="358521" y="88265"/>
                  </a:lnTo>
                  <a:lnTo>
                    <a:pt x="358012" y="88011"/>
                  </a:lnTo>
                  <a:close/>
                </a:path>
                <a:path w="365125" h="149225">
                  <a:moveTo>
                    <a:pt x="353909" y="14478"/>
                  </a:moveTo>
                  <a:lnTo>
                    <a:pt x="325119" y="14478"/>
                  </a:lnTo>
                  <a:lnTo>
                    <a:pt x="332485" y="17272"/>
                  </a:lnTo>
                  <a:lnTo>
                    <a:pt x="342391" y="28193"/>
                  </a:lnTo>
                  <a:lnTo>
                    <a:pt x="344804" y="35814"/>
                  </a:lnTo>
                  <a:lnTo>
                    <a:pt x="344761" y="37465"/>
                  </a:lnTo>
                  <a:lnTo>
                    <a:pt x="344667" y="41021"/>
                  </a:lnTo>
                  <a:lnTo>
                    <a:pt x="344550" y="45466"/>
                  </a:lnTo>
                  <a:lnTo>
                    <a:pt x="364871" y="45466"/>
                  </a:lnTo>
                  <a:lnTo>
                    <a:pt x="364871" y="41021"/>
                  </a:lnTo>
                  <a:lnTo>
                    <a:pt x="363981" y="34925"/>
                  </a:lnTo>
                  <a:lnTo>
                    <a:pt x="362203" y="29083"/>
                  </a:lnTo>
                  <a:lnTo>
                    <a:pt x="360299" y="23368"/>
                  </a:lnTo>
                  <a:lnTo>
                    <a:pt x="357377" y="18287"/>
                  </a:lnTo>
                  <a:lnTo>
                    <a:pt x="353909" y="14478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29907" y="3584575"/>
              <a:ext cx="140970" cy="157480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74382" y="3594861"/>
              <a:ext cx="184150" cy="14566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20868" y="3866134"/>
              <a:ext cx="1071167" cy="15024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971665" y="3857752"/>
              <a:ext cx="633221" cy="1586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01788" y="3905884"/>
              <a:ext cx="221106" cy="11048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25363" y="4140453"/>
              <a:ext cx="782065" cy="18846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6686169" y="4133215"/>
              <a:ext cx="358775" cy="157480"/>
            </a:xfrm>
            <a:custGeom>
              <a:avLst/>
              <a:gdLst/>
              <a:ahLst/>
              <a:cxnLst/>
              <a:rect l="l" t="t" r="r" b="b"/>
              <a:pathLst>
                <a:path w="358775" h="157479">
                  <a:moveTo>
                    <a:pt x="83365" y="61976"/>
                  </a:moveTo>
                  <a:lnTo>
                    <a:pt x="48513" y="61976"/>
                  </a:lnTo>
                  <a:lnTo>
                    <a:pt x="52324" y="62484"/>
                  </a:lnTo>
                  <a:lnTo>
                    <a:pt x="55499" y="63500"/>
                  </a:lnTo>
                  <a:lnTo>
                    <a:pt x="58927" y="64643"/>
                  </a:lnTo>
                  <a:lnTo>
                    <a:pt x="58758" y="64643"/>
                  </a:lnTo>
                  <a:lnTo>
                    <a:pt x="61086" y="66040"/>
                  </a:lnTo>
                  <a:lnTo>
                    <a:pt x="67309" y="75437"/>
                  </a:lnTo>
                  <a:lnTo>
                    <a:pt x="68199" y="78359"/>
                  </a:lnTo>
                  <a:lnTo>
                    <a:pt x="68579" y="81787"/>
                  </a:lnTo>
                  <a:lnTo>
                    <a:pt x="68579" y="93472"/>
                  </a:lnTo>
                  <a:lnTo>
                    <a:pt x="45465" y="93472"/>
                  </a:lnTo>
                  <a:lnTo>
                    <a:pt x="37973" y="94234"/>
                  </a:lnTo>
                  <a:lnTo>
                    <a:pt x="3682" y="112141"/>
                  </a:lnTo>
                  <a:lnTo>
                    <a:pt x="1142" y="116332"/>
                  </a:lnTo>
                  <a:lnTo>
                    <a:pt x="0" y="121158"/>
                  </a:lnTo>
                  <a:lnTo>
                    <a:pt x="0" y="131699"/>
                  </a:lnTo>
                  <a:lnTo>
                    <a:pt x="888" y="136017"/>
                  </a:lnTo>
                  <a:lnTo>
                    <a:pt x="4445" y="143637"/>
                  </a:lnTo>
                  <a:lnTo>
                    <a:pt x="6984" y="146812"/>
                  </a:lnTo>
                  <a:lnTo>
                    <a:pt x="10159" y="149352"/>
                  </a:lnTo>
                  <a:lnTo>
                    <a:pt x="13334" y="152019"/>
                  </a:lnTo>
                  <a:lnTo>
                    <a:pt x="17518" y="154178"/>
                  </a:lnTo>
                  <a:lnTo>
                    <a:pt x="17729" y="154178"/>
                  </a:lnTo>
                  <a:lnTo>
                    <a:pt x="22259" y="155448"/>
                  </a:lnTo>
                  <a:lnTo>
                    <a:pt x="26415" y="156718"/>
                  </a:lnTo>
                  <a:lnTo>
                    <a:pt x="31496" y="157480"/>
                  </a:lnTo>
                  <a:lnTo>
                    <a:pt x="43687" y="157480"/>
                  </a:lnTo>
                  <a:lnTo>
                    <a:pt x="70866" y="143002"/>
                  </a:lnTo>
                  <a:lnTo>
                    <a:pt x="33908" y="143002"/>
                  </a:lnTo>
                  <a:lnTo>
                    <a:pt x="28955" y="141478"/>
                  </a:lnTo>
                  <a:lnTo>
                    <a:pt x="21844" y="135382"/>
                  </a:lnTo>
                  <a:lnTo>
                    <a:pt x="20065" y="131191"/>
                  </a:lnTo>
                  <a:lnTo>
                    <a:pt x="20065" y="122936"/>
                  </a:lnTo>
                  <a:lnTo>
                    <a:pt x="27812" y="111887"/>
                  </a:lnTo>
                  <a:lnTo>
                    <a:pt x="30352" y="110109"/>
                  </a:lnTo>
                  <a:lnTo>
                    <a:pt x="33654" y="108966"/>
                  </a:lnTo>
                  <a:lnTo>
                    <a:pt x="41655" y="107187"/>
                  </a:lnTo>
                  <a:lnTo>
                    <a:pt x="46354" y="106807"/>
                  </a:lnTo>
                  <a:lnTo>
                    <a:pt x="88137" y="106807"/>
                  </a:lnTo>
                  <a:lnTo>
                    <a:pt x="88108" y="78359"/>
                  </a:lnTo>
                  <a:lnTo>
                    <a:pt x="87502" y="73152"/>
                  </a:lnTo>
                  <a:lnTo>
                    <a:pt x="84454" y="63754"/>
                  </a:lnTo>
                  <a:lnTo>
                    <a:pt x="83365" y="61976"/>
                  </a:lnTo>
                  <a:close/>
                </a:path>
                <a:path w="358775" h="157479">
                  <a:moveTo>
                    <a:pt x="88137" y="142621"/>
                  </a:moveTo>
                  <a:lnTo>
                    <a:pt x="71247" y="142621"/>
                  </a:lnTo>
                  <a:lnTo>
                    <a:pt x="71247" y="153543"/>
                  </a:lnTo>
                  <a:lnTo>
                    <a:pt x="71500" y="154178"/>
                  </a:lnTo>
                  <a:lnTo>
                    <a:pt x="72644" y="155067"/>
                  </a:lnTo>
                  <a:lnTo>
                    <a:pt x="73532" y="155448"/>
                  </a:lnTo>
                  <a:lnTo>
                    <a:pt x="74802" y="155702"/>
                  </a:lnTo>
                  <a:lnTo>
                    <a:pt x="84581" y="155702"/>
                  </a:lnTo>
                  <a:lnTo>
                    <a:pt x="88137" y="153543"/>
                  </a:lnTo>
                  <a:lnTo>
                    <a:pt x="88137" y="142621"/>
                  </a:lnTo>
                  <a:close/>
                </a:path>
                <a:path w="358775" h="157479">
                  <a:moveTo>
                    <a:pt x="88137" y="106807"/>
                  </a:moveTo>
                  <a:lnTo>
                    <a:pt x="68579" y="106807"/>
                  </a:lnTo>
                  <a:lnTo>
                    <a:pt x="68579" y="128143"/>
                  </a:lnTo>
                  <a:lnTo>
                    <a:pt x="63753" y="133096"/>
                  </a:lnTo>
                  <a:lnTo>
                    <a:pt x="59181" y="136906"/>
                  </a:lnTo>
                  <a:lnTo>
                    <a:pt x="54736" y="139319"/>
                  </a:lnTo>
                  <a:lnTo>
                    <a:pt x="50291" y="141859"/>
                  </a:lnTo>
                  <a:lnTo>
                    <a:pt x="45465" y="143002"/>
                  </a:lnTo>
                  <a:lnTo>
                    <a:pt x="70866" y="143002"/>
                  </a:lnTo>
                  <a:lnTo>
                    <a:pt x="71247" y="142621"/>
                  </a:lnTo>
                  <a:lnTo>
                    <a:pt x="88137" y="142621"/>
                  </a:lnTo>
                  <a:lnTo>
                    <a:pt x="88137" y="106807"/>
                  </a:lnTo>
                  <a:close/>
                </a:path>
                <a:path w="358775" h="157479">
                  <a:moveTo>
                    <a:pt x="53466" y="46990"/>
                  </a:moveTo>
                  <a:lnTo>
                    <a:pt x="41655" y="46990"/>
                  </a:lnTo>
                  <a:lnTo>
                    <a:pt x="37591" y="47371"/>
                  </a:lnTo>
                  <a:lnTo>
                    <a:pt x="33527" y="48133"/>
                  </a:lnTo>
                  <a:lnTo>
                    <a:pt x="29463" y="48768"/>
                  </a:lnTo>
                  <a:lnTo>
                    <a:pt x="25653" y="49657"/>
                  </a:lnTo>
                  <a:lnTo>
                    <a:pt x="22225" y="50800"/>
                  </a:lnTo>
                  <a:lnTo>
                    <a:pt x="18796" y="51816"/>
                  </a:lnTo>
                  <a:lnTo>
                    <a:pt x="5333" y="61849"/>
                  </a:lnTo>
                  <a:lnTo>
                    <a:pt x="5366" y="63500"/>
                  </a:lnTo>
                  <a:lnTo>
                    <a:pt x="5479" y="68453"/>
                  </a:lnTo>
                  <a:lnTo>
                    <a:pt x="5587" y="69215"/>
                  </a:lnTo>
                  <a:lnTo>
                    <a:pt x="5757" y="69723"/>
                  </a:lnTo>
                  <a:lnTo>
                    <a:pt x="5841" y="69977"/>
                  </a:lnTo>
                  <a:lnTo>
                    <a:pt x="6603" y="71247"/>
                  </a:lnTo>
                  <a:lnTo>
                    <a:pt x="6984" y="71628"/>
                  </a:lnTo>
                  <a:lnTo>
                    <a:pt x="7492" y="71882"/>
                  </a:lnTo>
                  <a:lnTo>
                    <a:pt x="8000" y="72262"/>
                  </a:lnTo>
                  <a:lnTo>
                    <a:pt x="8508" y="72390"/>
                  </a:lnTo>
                  <a:lnTo>
                    <a:pt x="10032" y="72390"/>
                  </a:lnTo>
                  <a:lnTo>
                    <a:pt x="11556" y="71882"/>
                  </a:lnTo>
                  <a:lnTo>
                    <a:pt x="13461" y="70739"/>
                  </a:lnTo>
                  <a:lnTo>
                    <a:pt x="15494" y="69723"/>
                  </a:lnTo>
                  <a:lnTo>
                    <a:pt x="17906" y="68453"/>
                  </a:lnTo>
                  <a:lnTo>
                    <a:pt x="23749" y="65912"/>
                  </a:lnTo>
                  <a:lnTo>
                    <a:pt x="27050" y="64643"/>
                  </a:lnTo>
                  <a:lnTo>
                    <a:pt x="30495" y="63754"/>
                  </a:lnTo>
                  <a:lnTo>
                    <a:pt x="31411" y="63500"/>
                  </a:lnTo>
                  <a:lnTo>
                    <a:pt x="34798" y="62484"/>
                  </a:lnTo>
                  <a:lnTo>
                    <a:pt x="39115" y="61976"/>
                  </a:lnTo>
                  <a:lnTo>
                    <a:pt x="83365" y="61976"/>
                  </a:lnTo>
                  <a:lnTo>
                    <a:pt x="82041" y="59817"/>
                  </a:lnTo>
                  <a:lnTo>
                    <a:pt x="75310" y="53593"/>
                  </a:lnTo>
                  <a:lnTo>
                    <a:pt x="70865" y="51181"/>
                  </a:lnTo>
                  <a:lnTo>
                    <a:pt x="60071" y="47879"/>
                  </a:lnTo>
                  <a:lnTo>
                    <a:pt x="53466" y="46990"/>
                  </a:lnTo>
                  <a:close/>
                </a:path>
                <a:path w="358775" h="157479">
                  <a:moveTo>
                    <a:pt x="139064" y="155575"/>
                  </a:moveTo>
                  <a:lnTo>
                    <a:pt x="126746" y="155575"/>
                  </a:lnTo>
                  <a:lnTo>
                    <a:pt x="128015" y="155829"/>
                  </a:lnTo>
                  <a:lnTo>
                    <a:pt x="137795" y="155829"/>
                  </a:lnTo>
                  <a:lnTo>
                    <a:pt x="139064" y="155575"/>
                  </a:lnTo>
                  <a:close/>
                </a:path>
                <a:path w="358775" h="157479">
                  <a:moveTo>
                    <a:pt x="139953" y="381"/>
                  </a:moveTo>
                  <a:lnTo>
                    <a:pt x="125729" y="381"/>
                  </a:lnTo>
                  <a:lnTo>
                    <a:pt x="124967" y="762"/>
                  </a:lnTo>
                  <a:lnTo>
                    <a:pt x="124205" y="1016"/>
                  </a:lnTo>
                  <a:lnTo>
                    <a:pt x="123698" y="1397"/>
                  </a:lnTo>
                  <a:lnTo>
                    <a:pt x="123444" y="1778"/>
                  </a:lnTo>
                  <a:lnTo>
                    <a:pt x="123189" y="2286"/>
                  </a:lnTo>
                  <a:lnTo>
                    <a:pt x="123189" y="153670"/>
                  </a:lnTo>
                  <a:lnTo>
                    <a:pt x="123698" y="154432"/>
                  </a:lnTo>
                  <a:lnTo>
                    <a:pt x="124205" y="154812"/>
                  </a:lnTo>
                  <a:lnTo>
                    <a:pt x="124967" y="155067"/>
                  </a:lnTo>
                  <a:lnTo>
                    <a:pt x="125983" y="155575"/>
                  </a:lnTo>
                  <a:lnTo>
                    <a:pt x="139700" y="155575"/>
                  </a:lnTo>
                  <a:lnTo>
                    <a:pt x="140715" y="155067"/>
                  </a:lnTo>
                  <a:lnTo>
                    <a:pt x="141477" y="154812"/>
                  </a:lnTo>
                  <a:lnTo>
                    <a:pt x="141985" y="154432"/>
                  </a:lnTo>
                  <a:lnTo>
                    <a:pt x="142239" y="154051"/>
                  </a:lnTo>
                  <a:lnTo>
                    <a:pt x="142621" y="153670"/>
                  </a:lnTo>
                  <a:lnTo>
                    <a:pt x="142621" y="2286"/>
                  </a:lnTo>
                  <a:lnTo>
                    <a:pt x="142239" y="1778"/>
                  </a:lnTo>
                  <a:lnTo>
                    <a:pt x="141985" y="1397"/>
                  </a:lnTo>
                  <a:lnTo>
                    <a:pt x="141477" y="1016"/>
                  </a:lnTo>
                  <a:lnTo>
                    <a:pt x="140715" y="762"/>
                  </a:lnTo>
                  <a:lnTo>
                    <a:pt x="139953" y="381"/>
                  </a:lnTo>
                  <a:close/>
                </a:path>
                <a:path w="358775" h="157479">
                  <a:moveTo>
                    <a:pt x="137795" y="0"/>
                  </a:moveTo>
                  <a:lnTo>
                    <a:pt x="128015" y="0"/>
                  </a:lnTo>
                  <a:lnTo>
                    <a:pt x="126111" y="381"/>
                  </a:lnTo>
                  <a:lnTo>
                    <a:pt x="139699" y="381"/>
                  </a:lnTo>
                  <a:lnTo>
                    <a:pt x="137795" y="0"/>
                  </a:lnTo>
                  <a:close/>
                </a:path>
                <a:path w="358775" h="157479">
                  <a:moveTo>
                    <a:pt x="203834" y="64516"/>
                  </a:moveTo>
                  <a:lnTo>
                    <a:pt x="184150" y="64516"/>
                  </a:lnTo>
                  <a:lnTo>
                    <a:pt x="184150" y="129032"/>
                  </a:lnTo>
                  <a:lnTo>
                    <a:pt x="205462" y="156718"/>
                  </a:lnTo>
                  <a:lnTo>
                    <a:pt x="206070" y="156718"/>
                  </a:lnTo>
                  <a:lnTo>
                    <a:pt x="209930" y="157226"/>
                  </a:lnTo>
                  <a:lnTo>
                    <a:pt x="217297" y="157226"/>
                  </a:lnTo>
                  <a:lnTo>
                    <a:pt x="219201" y="157099"/>
                  </a:lnTo>
                  <a:lnTo>
                    <a:pt x="220979" y="156845"/>
                  </a:lnTo>
                  <a:lnTo>
                    <a:pt x="222884" y="156718"/>
                  </a:lnTo>
                  <a:lnTo>
                    <a:pt x="224535" y="156337"/>
                  </a:lnTo>
                  <a:lnTo>
                    <a:pt x="226186" y="156083"/>
                  </a:lnTo>
                  <a:lnTo>
                    <a:pt x="227837" y="155702"/>
                  </a:lnTo>
                  <a:lnTo>
                    <a:pt x="229234" y="155321"/>
                  </a:lnTo>
                  <a:lnTo>
                    <a:pt x="230504" y="154812"/>
                  </a:lnTo>
                  <a:lnTo>
                    <a:pt x="232536" y="153797"/>
                  </a:lnTo>
                  <a:lnTo>
                    <a:pt x="233425" y="153035"/>
                  </a:lnTo>
                  <a:lnTo>
                    <a:pt x="234060" y="152527"/>
                  </a:lnTo>
                  <a:lnTo>
                    <a:pt x="234505" y="151637"/>
                  </a:lnTo>
                  <a:lnTo>
                    <a:pt x="234823" y="150241"/>
                  </a:lnTo>
                  <a:lnTo>
                    <a:pt x="235203" y="148971"/>
                  </a:lnTo>
                  <a:lnTo>
                    <a:pt x="235076" y="141859"/>
                  </a:lnTo>
                  <a:lnTo>
                    <a:pt x="235022" y="141478"/>
                  </a:lnTo>
                  <a:lnTo>
                    <a:pt x="213232" y="141478"/>
                  </a:lnTo>
                  <a:lnTo>
                    <a:pt x="209296" y="139700"/>
                  </a:lnTo>
                  <a:lnTo>
                    <a:pt x="207136" y="136144"/>
                  </a:lnTo>
                  <a:lnTo>
                    <a:pt x="204850" y="132587"/>
                  </a:lnTo>
                  <a:lnTo>
                    <a:pt x="203834" y="127381"/>
                  </a:lnTo>
                  <a:lnTo>
                    <a:pt x="203834" y="64516"/>
                  </a:lnTo>
                  <a:close/>
                </a:path>
                <a:path w="358775" h="157479">
                  <a:moveTo>
                    <a:pt x="233299" y="138430"/>
                  </a:moveTo>
                  <a:lnTo>
                    <a:pt x="231711" y="138430"/>
                  </a:lnTo>
                  <a:lnTo>
                    <a:pt x="230377" y="138811"/>
                  </a:lnTo>
                  <a:lnTo>
                    <a:pt x="229615" y="139192"/>
                  </a:lnTo>
                  <a:lnTo>
                    <a:pt x="228346" y="139700"/>
                  </a:lnTo>
                  <a:lnTo>
                    <a:pt x="226440" y="140335"/>
                  </a:lnTo>
                  <a:lnTo>
                    <a:pt x="225171" y="140589"/>
                  </a:lnTo>
                  <a:lnTo>
                    <a:pt x="223774" y="140970"/>
                  </a:lnTo>
                  <a:lnTo>
                    <a:pt x="221742" y="141478"/>
                  </a:lnTo>
                  <a:lnTo>
                    <a:pt x="235022" y="141478"/>
                  </a:lnTo>
                  <a:lnTo>
                    <a:pt x="234950" y="140970"/>
                  </a:lnTo>
                  <a:lnTo>
                    <a:pt x="234569" y="139700"/>
                  </a:lnTo>
                  <a:lnTo>
                    <a:pt x="234314" y="139192"/>
                  </a:lnTo>
                  <a:lnTo>
                    <a:pt x="234060" y="138811"/>
                  </a:lnTo>
                  <a:lnTo>
                    <a:pt x="233870" y="138811"/>
                  </a:lnTo>
                  <a:lnTo>
                    <a:pt x="233299" y="138430"/>
                  </a:lnTo>
                  <a:close/>
                </a:path>
                <a:path w="358775" h="157479">
                  <a:moveTo>
                    <a:pt x="232028" y="49149"/>
                  </a:moveTo>
                  <a:lnTo>
                    <a:pt x="168528" y="49149"/>
                  </a:lnTo>
                  <a:lnTo>
                    <a:pt x="167894" y="49276"/>
                  </a:lnTo>
                  <a:lnTo>
                    <a:pt x="165100" y="59562"/>
                  </a:lnTo>
                  <a:lnTo>
                    <a:pt x="165480" y="61468"/>
                  </a:lnTo>
                  <a:lnTo>
                    <a:pt x="166115" y="62737"/>
                  </a:lnTo>
                  <a:lnTo>
                    <a:pt x="166877" y="63881"/>
                  </a:lnTo>
                  <a:lnTo>
                    <a:pt x="167894" y="64516"/>
                  </a:lnTo>
                  <a:lnTo>
                    <a:pt x="232536" y="64516"/>
                  </a:lnTo>
                  <a:lnTo>
                    <a:pt x="233552" y="63881"/>
                  </a:lnTo>
                  <a:lnTo>
                    <a:pt x="234314" y="62737"/>
                  </a:lnTo>
                  <a:lnTo>
                    <a:pt x="234950" y="61468"/>
                  </a:lnTo>
                  <a:lnTo>
                    <a:pt x="235330" y="59562"/>
                  </a:lnTo>
                  <a:lnTo>
                    <a:pt x="235203" y="54229"/>
                  </a:lnTo>
                  <a:lnTo>
                    <a:pt x="235076" y="53340"/>
                  </a:lnTo>
                  <a:lnTo>
                    <a:pt x="234950" y="52324"/>
                  </a:lnTo>
                  <a:lnTo>
                    <a:pt x="234696" y="51562"/>
                  </a:lnTo>
                  <a:lnTo>
                    <a:pt x="233933" y="50292"/>
                  </a:lnTo>
                  <a:lnTo>
                    <a:pt x="233552" y="49784"/>
                  </a:lnTo>
                  <a:lnTo>
                    <a:pt x="232536" y="49276"/>
                  </a:lnTo>
                  <a:lnTo>
                    <a:pt x="232028" y="49149"/>
                  </a:lnTo>
                  <a:close/>
                </a:path>
                <a:path w="358775" h="157479">
                  <a:moveTo>
                    <a:pt x="197484" y="21843"/>
                  </a:moveTo>
                  <a:lnTo>
                    <a:pt x="190373" y="21843"/>
                  </a:lnTo>
                  <a:lnTo>
                    <a:pt x="187832" y="22098"/>
                  </a:lnTo>
                  <a:lnTo>
                    <a:pt x="184530" y="23876"/>
                  </a:lnTo>
                  <a:lnTo>
                    <a:pt x="184276" y="24257"/>
                  </a:lnTo>
                  <a:lnTo>
                    <a:pt x="184150" y="49149"/>
                  </a:lnTo>
                  <a:lnTo>
                    <a:pt x="203834" y="49149"/>
                  </a:lnTo>
                  <a:lnTo>
                    <a:pt x="203834" y="24765"/>
                  </a:lnTo>
                  <a:lnTo>
                    <a:pt x="203580" y="24257"/>
                  </a:lnTo>
                  <a:lnTo>
                    <a:pt x="200025" y="22098"/>
                  </a:lnTo>
                  <a:lnTo>
                    <a:pt x="197484" y="21843"/>
                  </a:lnTo>
                  <a:close/>
                </a:path>
                <a:path w="358775" h="157479">
                  <a:moveTo>
                    <a:pt x="314832" y="46990"/>
                  </a:moveTo>
                  <a:lnTo>
                    <a:pt x="296799" y="46990"/>
                  </a:lnTo>
                  <a:lnTo>
                    <a:pt x="288798" y="48387"/>
                  </a:lnTo>
                  <a:lnTo>
                    <a:pt x="256794" y="73660"/>
                  </a:lnTo>
                  <a:lnTo>
                    <a:pt x="251205" y="94996"/>
                  </a:lnTo>
                  <a:lnTo>
                    <a:pt x="251205" y="111633"/>
                  </a:lnTo>
                  <a:lnTo>
                    <a:pt x="268604" y="147701"/>
                  </a:lnTo>
                  <a:lnTo>
                    <a:pt x="294894" y="157480"/>
                  </a:lnTo>
                  <a:lnTo>
                    <a:pt x="312800" y="157480"/>
                  </a:lnTo>
                  <a:lnTo>
                    <a:pt x="320074" y="156210"/>
                  </a:lnTo>
                  <a:lnTo>
                    <a:pt x="320490" y="156210"/>
                  </a:lnTo>
                  <a:lnTo>
                    <a:pt x="334517" y="150495"/>
                  </a:lnTo>
                  <a:lnTo>
                    <a:pt x="340232" y="146558"/>
                  </a:lnTo>
                  <a:lnTo>
                    <a:pt x="344453" y="141986"/>
                  </a:lnTo>
                  <a:lnTo>
                    <a:pt x="298323" y="141986"/>
                  </a:lnTo>
                  <a:lnTo>
                    <a:pt x="293115" y="140843"/>
                  </a:lnTo>
                  <a:lnTo>
                    <a:pt x="288798" y="138684"/>
                  </a:lnTo>
                  <a:lnTo>
                    <a:pt x="284606" y="136652"/>
                  </a:lnTo>
                  <a:lnTo>
                    <a:pt x="281177" y="133731"/>
                  </a:lnTo>
                  <a:lnTo>
                    <a:pt x="271525" y="96266"/>
                  </a:lnTo>
                  <a:lnTo>
                    <a:pt x="272160" y="91821"/>
                  </a:lnTo>
                  <a:lnTo>
                    <a:pt x="290067" y="65405"/>
                  </a:lnTo>
                  <a:lnTo>
                    <a:pt x="293997" y="63500"/>
                  </a:lnTo>
                  <a:lnTo>
                    <a:pt x="293533" y="63500"/>
                  </a:lnTo>
                  <a:lnTo>
                    <a:pt x="299338" y="62484"/>
                  </a:lnTo>
                  <a:lnTo>
                    <a:pt x="346500" y="62484"/>
                  </a:lnTo>
                  <a:lnTo>
                    <a:pt x="345566" y="61468"/>
                  </a:lnTo>
                  <a:lnTo>
                    <a:pt x="341122" y="56768"/>
                  </a:lnTo>
                  <a:lnTo>
                    <a:pt x="335660" y="53212"/>
                  </a:lnTo>
                  <a:lnTo>
                    <a:pt x="329056" y="50673"/>
                  </a:lnTo>
                  <a:lnTo>
                    <a:pt x="322920" y="48387"/>
                  </a:lnTo>
                  <a:lnTo>
                    <a:pt x="323354" y="48387"/>
                  </a:lnTo>
                  <a:lnTo>
                    <a:pt x="314832" y="46990"/>
                  </a:lnTo>
                  <a:close/>
                </a:path>
                <a:path w="358775" h="157479">
                  <a:moveTo>
                    <a:pt x="346500" y="62484"/>
                  </a:moveTo>
                  <a:lnTo>
                    <a:pt x="311530" y="62484"/>
                  </a:lnTo>
                  <a:lnTo>
                    <a:pt x="316864" y="63500"/>
                  </a:lnTo>
                  <a:lnTo>
                    <a:pt x="321055" y="65659"/>
                  </a:lnTo>
                  <a:lnTo>
                    <a:pt x="324564" y="67310"/>
                  </a:lnTo>
                  <a:lnTo>
                    <a:pt x="325523" y="67818"/>
                  </a:lnTo>
                  <a:lnTo>
                    <a:pt x="328802" y="70612"/>
                  </a:lnTo>
                  <a:lnTo>
                    <a:pt x="331215" y="74295"/>
                  </a:lnTo>
                  <a:lnTo>
                    <a:pt x="333755" y="77978"/>
                  </a:lnTo>
                  <a:lnTo>
                    <a:pt x="335533" y="82168"/>
                  </a:lnTo>
                  <a:lnTo>
                    <a:pt x="336550" y="86995"/>
                  </a:lnTo>
                  <a:lnTo>
                    <a:pt x="337692" y="91821"/>
                  </a:lnTo>
                  <a:lnTo>
                    <a:pt x="338002" y="94996"/>
                  </a:lnTo>
                  <a:lnTo>
                    <a:pt x="338126" y="96266"/>
                  </a:lnTo>
                  <a:lnTo>
                    <a:pt x="338200" y="108204"/>
                  </a:lnTo>
                  <a:lnTo>
                    <a:pt x="337792" y="111633"/>
                  </a:lnTo>
                  <a:lnTo>
                    <a:pt x="337671" y="112649"/>
                  </a:lnTo>
                  <a:lnTo>
                    <a:pt x="310514" y="141986"/>
                  </a:lnTo>
                  <a:lnTo>
                    <a:pt x="344453" y="141986"/>
                  </a:lnTo>
                  <a:lnTo>
                    <a:pt x="349376" y="136652"/>
                  </a:lnTo>
                  <a:lnTo>
                    <a:pt x="352932" y="130683"/>
                  </a:lnTo>
                  <a:lnTo>
                    <a:pt x="357504" y="116967"/>
                  </a:lnTo>
                  <a:lnTo>
                    <a:pt x="358648" y="109347"/>
                  </a:lnTo>
                  <a:lnTo>
                    <a:pt x="358648" y="92837"/>
                  </a:lnTo>
                  <a:lnTo>
                    <a:pt x="357504" y="85217"/>
                  </a:lnTo>
                  <a:lnTo>
                    <a:pt x="355346" y="78486"/>
                  </a:lnTo>
                  <a:lnTo>
                    <a:pt x="353186" y="71882"/>
                  </a:lnTo>
                  <a:lnTo>
                    <a:pt x="349884" y="66167"/>
                  </a:lnTo>
                  <a:lnTo>
                    <a:pt x="346500" y="62484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29399" y="4180204"/>
              <a:ext cx="107442" cy="110489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818505" y="4407534"/>
              <a:ext cx="2467102" cy="15786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9521" y="4728845"/>
              <a:ext cx="199898" cy="110490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02223" y="4680839"/>
              <a:ext cx="1231773" cy="19710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431405" y="4728845"/>
              <a:ext cx="217677" cy="11049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7745476" y="4681728"/>
              <a:ext cx="257810" cy="158115"/>
            </a:xfrm>
            <a:custGeom>
              <a:avLst/>
              <a:gdLst/>
              <a:ahLst/>
              <a:cxnLst/>
              <a:rect l="l" t="t" r="r" b="b"/>
              <a:pathLst>
                <a:path w="257809" h="158114">
                  <a:moveTo>
                    <a:pt x="13462" y="0"/>
                  </a:moveTo>
                  <a:lnTo>
                    <a:pt x="6223" y="0"/>
                  </a:lnTo>
                  <a:lnTo>
                    <a:pt x="4952" y="127"/>
                  </a:lnTo>
                  <a:lnTo>
                    <a:pt x="3682" y="381"/>
                  </a:lnTo>
                  <a:lnTo>
                    <a:pt x="2540" y="508"/>
                  </a:lnTo>
                  <a:lnTo>
                    <a:pt x="1777" y="889"/>
                  </a:lnTo>
                  <a:lnTo>
                    <a:pt x="1016" y="1143"/>
                  </a:lnTo>
                  <a:lnTo>
                    <a:pt x="507" y="1524"/>
                  </a:lnTo>
                  <a:lnTo>
                    <a:pt x="253" y="2032"/>
                  </a:lnTo>
                  <a:lnTo>
                    <a:pt x="0" y="2413"/>
                  </a:lnTo>
                  <a:lnTo>
                    <a:pt x="0" y="153797"/>
                  </a:lnTo>
                  <a:lnTo>
                    <a:pt x="507" y="154559"/>
                  </a:lnTo>
                  <a:lnTo>
                    <a:pt x="1016" y="154940"/>
                  </a:lnTo>
                  <a:lnTo>
                    <a:pt x="1777" y="155194"/>
                  </a:lnTo>
                  <a:lnTo>
                    <a:pt x="2540" y="155575"/>
                  </a:lnTo>
                  <a:lnTo>
                    <a:pt x="3682" y="155702"/>
                  </a:lnTo>
                  <a:lnTo>
                    <a:pt x="4952" y="155956"/>
                  </a:lnTo>
                  <a:lnTo>
                    <a:pt x="6223" y="156083"/>
                  </a:lnTo>
                  <a:lnTo>
                    <a:pt x="13462" y="156083"/>
                  </a:lnTo>
                  <a:lnTo>
                    <a:pt x="14731" y="155956"/>
                  </a:lnTo>
                  <a:lnTo>
                    <a:pt x="16128" y="155702"/>
                  </a:lnTo>
                  <a:lnTo>
                    <a:pt x="17145" y="155575"/>
                  </a:lnTo>
                  <a:lnTo>
                    <a:pt x="17779" y="155194"/>
                  </a:lnTo>
                  <a:lnTo>
                    <a:pt x="18542" y="154940"/>
                  </a:lnTo>
                  <a:lnTo>
                    <a:pt x="19050" y="154559"/>
                  </a:lnTo>
                  <a:lnTo>
                    <a:pt x="19430" y="154178"/>
                  </a:lnTo>
                  <a:lnTo>
                    <a:pt x="19684" y="153797"/>
                  </a:lnTo>
                  <a:lnTo>
                    <a:pt x="19939" y="153289"/>
                  </a:lnTo>
                  <a:lnTo>
                    <a:pt x="19939" y="2921"/>
                  </a:lnTo>
                  <a:lnTo>
                    <a:pt x="17779" y="889"/>
                  </a:lnTo>
                  <a:lnTo>
                    <a:pt x="17145" y="508"/>
                  </a:lnTo>
                  <a:lnTo>
                    <a:pt x="16128" y="381"/>
                  </a:lnTo>
                  <a:lnTo>
                    <a:pt x="14731" y="127"/>
                  </a:lnTo>
                  <a:lnTo>
                    <a:pt x="13462" y="0"/>
                  </a:lnTo>
                  <a:close/>
                </a:path>
                <a:path w="257809" h="158114">
                  <a:moveTo>
                    <a:pt x="114934" y="47117"/>
                  </a:moveTo>
                  <a:lnTo>
                    <a:pt x="96520" y="47117"/>
                  </a:lnTo>
                  <a:lnTo>
                    <a:pt x="88392" y="48514"/>
                  </a:lnTo>
                  <a:lnTo>
                    <a:pt x="74422" y="54102"/>
                  </a:lnTo>
                  <a:lnTo>
                    <a:pt x="68706" y="57912"/>
                  </a:lnTo>
                  <a:lnTo>
                    <a:pt x="63420" y="63500"/>
                  </a:lnTo>
                  <a:lnTo>
                    <a:pt x="59426" y="67818"/>
                  </a:lnTo>
                  <a:lnTo>
                    <a:pt x="59308" y="67945"/>
                  </a:lnTo>
                  <a:lnTo>
                    <a:pt x="55879" y="73787"/>
                  </a:lnTo>
                  <a:lnTo>
                    <a:pt x="53594" y="80772"/>
                  </a:lnTo>
                  <a:lnTo>
                    <a:pt x="51180" y="87630"/>
                  </a:lnTo>
                  <a:lnTo>
                    <a:pt x="50038" y="95123"/>
                  </a:lnTo>
                  <a:lnTo>
                    <a:pt x="50038" y="111760"/>
                  </a:lnTo>
                  <a:lnTo>
                    <a:pt x="67818" y="147828"/>
                  </a:lnTo>
                  <a:lnTo>
                    <a:pt x="94615" y="157607"/>
                  </a:lnTo>
                  <a:lnTo>
                    <a:pt x="112902" y="157607"/>
                  </a:lnTo>
                  <a:lnTo>
                    <a:pt x="120292" y="156337"/>
                  </a:lnTo>
                  <a:lnTo>
                    <a:pt x="120713" y="156337"/>
                  </a:lnTo>
                  <a:lnTo>
                    <a:pt x="135000" y="150622"/>
                  </a:lnTo>
                  <a:lnTo>
                    <a:pt x="140843" y="146685"/>
                  </a:lnTo>
                  <a:lnTo>
                    <a:pt x="145180" y="142113"/>
                  </a:lnTo>
                  <a:lnTo>
                    <a:pt x="98171" y="142113"/>
                  </a:lnTo>
                  <a:lnTo>
                    <a:pt x="93316" y="141097"/>
                  </a:lnTo>
                  <a:lnTo>
                    <a:pt x="92963" y="141097"/>
                  </a:lnTo>
                  <a:lnTo>
                    <a:pt x="88392" y="138811"/>
                  </a:lnTo>
                  <a:lnTo>
                    <a:pt x="84074" y="136779"/>
                  </a:lnTo>
                  <a:lnTo>
                    <a:pt x="80645" y="133858"/>
                  </a:lnTo>
                  <a:lnTo>
                    <a:pt x="78104" y="130302"/>
                  </a:lnTo>
                  <a:lnTo>
                    <a:pt x="75438" y="126619"/>
                  </a:lnTo>
                  <a:lnTo>
                    <a:pt x="73659" y="122428"/>
                  </a:lnTo>
                  <a:lnTo>
                    <a:pt x="71374" y="112776"/>
                  </a:lnTo>
                  <a:lnTo>
                    <a:pt x="71051" y="109474"/>
                  </a:lnTo>
                  <a:lnTo>
                    <a:pt x="70940" y="108331"/>
                  </a:lnTo>
                  <a:lnTo>
                    <a:pt x="70866" y="96393"/>
                  </a:lnTo>
                  <a:lnTo>
                    <a:pt x="71274" y="92964"/>
                  </a:lnTo>
                  <a:lnTo>
                    <a:pt x="71395" y="91948"/>
                  </a:lnTo>
                  <a:lnTo>
                    <a:pt x="89662" y="65532"/>
                  </a:lnTo>
                  <a:lnTo>
                    <a:pt x="93979" y="63500"/>
                  </a:lnTo>
                  <a:lnTo>
                    <a:pt x="99187" y="62611"/>
                  </a:lnTo>
                  <a:lnTo>
                    <a:pt x="147138" y="62611"/>
                  </a:lnTo>
                  <a:lnTo>
                    <a:pt x="141731" y="56896"/>
                  </a:lnTo>
                  <a:lnTo>
                    <a:pt x="136144" y="53340"/>
                  </a:lnTo>
                  <a:lnTo>
                    <a:pt x="129413" y="50800"/>
                  </a:lnTo>
                  <a:lnTo>
                    <a:pt x="122808" y="48387"/>
                  </a:lnTo>
                  <a:lnTo>
                    <a:pt x="114934" y="47117"/>
                  </a:lnTo>
                  <a:close/>
                </a:path>
                <a:path w="257809" h="158114">
                  <a:moveTo>
                    <a:pt x="147138" y="62611"/>
                  </a:moveTo>
                  <a:lnTo>
                    <a:pt x="111632" y="62611"/>
                  </a:lnTo>
                  <a:lnTo>
                    <a:pt x="116967" y="63627"/>
                  </a:lnTo>
                  <a:lnTo>
                    <a:pt x="121284" y="65786"/>
                  </a:lnTo>
                  <a:lnTo>
                    <a:pt x="138810" y="108331"/>
                  </a:lnTo>
                  <a:lnTo>
                    <a:pt x="138175" y="112776"/>
                  </a:lnTo>
                  <a:lnTo>
                    <a:pt x="110490" y="142113"/>
                  </a:lnTo>
                  <a:lnTo>
                    <a:pt x="145180" y="142113"/>
                  </a:lnTo>
                  <a:lnTo>
                    <a:pt x="159512" y="109474"/>
                  </a:lnTo>
                  <a:lnTo>
                    <a:pt x="159512" y="92964"/>
                  </a:lnTo>
                  <a:lnTo>
                    <a:pt x="158496" y="85344"/>
                  </a:lnTo>
                  <a:lnTo>
                    <a:pt x="156209" y="78613"/>
                  </a:lnTo>
                  <a:lnTo>
                    <a:pt x="154050" y="72009"/>
                  </a:lnTo>
                  <a:lnTo>
                    <a:pt x="150622" y="66294"/>
                  </a:lnTo>
                  <a:lnTo>
                    <a:pt x="147138" y="62611"/>
                  </a:lnTo>
                  <a:close/>
                </a:path>
                <a:path w="257809" h="158114">
                  <a:moveTo>
                    <a:pt x="184626" y="133350"/>
                  </a:moveTo>
                  <a:lnTo>
                    <a:pt x="182372" y="133350"/>
                  </a:lnTo>
                  <a:lnTo>
                    <a:pt x="181673" y="133731"/>
                  </a:lnTo>
                  <a:lnTo>
                    <a:pt x="180387" y="136906"/>
                  </a:lnTo>
                  <a:lnTo>
                    <a:pt x="180267" y="137541"/>
                  </a:lnTo>
                  <a:lnTo>
                    <a:pt x="180085" y="138176"/>
                  </a:lnTo>
                  <a:lnTo>
                    <a:pt x="180085" y="143129"/>
                  </a:lnTo>
                  <a:lnTo>
                    <a:pt x="186817" y="151892"/>
                  </a:lnTo>
                  <a:lnTo>
                    <a:pt x="188849" y="152908"/>
                  </a:lnTo>
                  <a:lnTo>
                    <a:pt x="191134" y="153797"/>
                  </a:lnTo>
                  <a:lnTo>
                    <a:pt x="193928" y="154559"/>
                  </a:lnTo>
                  <a:lnTo>
                    <a:pt x="196723" y="155448"/>
                  </a:lnTo>
                  <a:lnTo>
                    <a:pt x="199898" y="156210"/>
                  </a:lnTo>
                  <a:lnTo>
                    <a:pt x="207009" y="157226"/>
                  </a:lnTo>
                  <a:lnTo>
                    <a:pt x="210693" y="157607"/>
                  </a:lnTo>
                  <a:lnTo>
                    <a:pt x="220852" y="157607"/>
                  </a:lnTo>
                  <a:lnTo>
                    <a:pt x="252414" y="142875"/>
                  </a:lnTo>
                  <a:lnTo>
                    <a:pt x="210439" y="142875"/>
                  </a:lnTo>
                  <a:lnTo>
                    <a:pt x="206375" y="142367"/>
                  </a:lnTo>
                  <a:lnTo>
                    <a:pt x="202946" y="141351"/>
                  </a:lnTo>
                  <a:lnTo>
                    <a:pt x="199390" y="140335"/>
                  </a:lnTo>
                  <a:lnTo>
                    <a:pt x="196342" y="139192"/>
                  </a:lnTo>
                  <a:lnTo>
                    <a:pt x="191262" y="136906"/>
                  </a:lnTo>
                  <a:lnTo>
                    <a:pt x="189342" y="135890"/>
                  </a:lnTo>
                  <a:lnTo>
                    <a:pt x="186785" y="134366"/>
                  </a:lnTo>
                  <a:lnTo>
                    <a:pt x="185674" y="133731"/>
                  </a:lnTo>
                  <a:lnTo>
                    <a:pt x="184626" y="133350"/>
                  </a:lnTo>
                  <a:close/>
                </a:path>
                <a:path w="257809" h="158114">
                  <a:moveTo>
                    <a:pt x="225551" y="47117"/>
                  </a:moveTo>
                  <a:lnTo>
                    <a:pt x="216026" y="47117"/>
                  </a:lnTo>
                  <a:lnTo>
                    <a:pt x="210184" y="48006"/>
                  </a:lnTo>
                  <a:lnTo>
                    <a:pt x="184930" y="66167"/>
                  </a:lnTo>
                  <a:lnTo>
                    <a:pt x="183515" y="69215"/>
                  </a:lnTo>
                  <a:lnTo>
                    <a:pt x="182752" y="73025"/>
                  </a:lnTo>
                  <a:lnTo>
                    <a:pt x="182752" y="81407"/>
                  </a:lnTo>
                  <a:lnTo>
                    <a:pt x="191389" y="96774"/>
                  </a:lnTo>
                  <a:lnTo>
                    <a:pt x="193928" y="99060"/>
                  </a:lnTo>
                  <a:lnTo>
                    <a:pt x="220345" y="110490"/>
                  </a:lnTo>
                  <a:lnTo>
                    <a:pt x="223520" y="111633"/>
                  </a:lnTo>
                  <a:lnTo>
                    <a:pt x="237744" y="123952"/>
                  </a:lnTo>
                  <a:lnTo>
                    <a:pt x="237744" y="129540"/>
                  </a:lnTo>
                  <a:lnTo>
                    <a:pt x="231394" y="138811"/>
                  </a:lnTo>
                  <a:lnTo>
                    <a:pt x="229177" y="140335"/>
                  </a:lnTo>
                  <a:lnTo>
                    <a:pt x="229017" y="140335"/>
                  </a:lnTo>
                  <a:lnTo>
                    <a:pt x="226949" y="141097"/>
                  </a:lnTo>
                  <a:lnTo>
                    <a:pt x="224154" y="141859"/>
                  </a:lnTo>
                  <a:lnTo>
                    <a:pt x="221488" y="142494"/>
                  </a:lnTo>
                  <a:lnTo>
                    <a:pt x="218313" y="142875"/>
                  </a:lnTo>
                  <a:lnTo>
                    <a:pt x="252414" y="142875"/>
                  </a:lnTo>
                  <a:lnTo>
                    <a:pt x="254515" y="138811"/>
                  </a:lnTo>
                  <a:lnTo>
                    <a:pt x="256540" y="135001"/>
                  </a:lnTo>
                  <a:lnTo>
                    <a:pt x="257555" y="130429"/>
                  </a:lnTo>
                  <a:lnTo>
                    <a:pt x="257555" y="121031"/>
                  </a:lnTo>
                  <a:lnTo>
                    <a:pt x="256895" y="117729"/>
                  </a:lnTo>
                  <a:lnTo>
                    <a:pt x="256794" y="117221"/>
                  </a:lnTo>
                  <a:lnTo>
                    <a:pt x="255143" y="114173"/>
                  </a:lnTo>
                  <a:lnTo>
                    <a:pt x="253619" y="110998"/>
                  </a:lnTo>
                  <a:lnTo>
                    <a:pt x="251459" y="108331"/>
                  </a:lnTo>
                  <a:lnTo>
                    <a:pt x="246252" y="103886"/>
                  </a:lnTo>
                  <a:lnTo>
                    <a:pt x="243331" y="101981"/>
                  </a:lnTo>
                  <a:lnTo>
                    <a:pt x="239902" y="100457"/>
                  </a:lnTo>
                  <a:lnTo>
                    <a:pt x="236600" y="98806"/>
                  </a:lnTo>
                  <a:lnTo>
                    <a:pt x="233172" y="97409"/>
                  </a:lnTo>
                  <a:lnTo>
                    <a:pt x="226314" y="94869"/>
                  </a:lnTo>
                  <a:lnTo>
                    <a:pt x="222884" y="93726"/>
                  </a:lnTo>
                  <a:lnTo>
                    <a:pt x="219582" y="92456"/>
                  </a:lnTo>
                  <a:lnTo>
                    <a:pt x="202795" y="81407"/>
                  </a:lnTo>
                  <a:lnTo>
                    <a:pt x="202692" y="81280"/>
                  </a:lnTo>
                  <a:lnTo>
                    <a:pt x="201929" y="78867"/>
                  </a:lnTo>
                  <a:lnTo>
                    <a:pt x="201929" y="73914"/>
                  </a:lnTo>
                  <a:lnTo>
                    <a:pt x="202310" y="72009"/>
                  </a:lnTo>
                  <a:lnTo>
                    <a:pt x="203200" y="70231"/>
                  </a:lnTo>
                  <a:lnTo>
                    <a:pt x="204029" y="68453"/>
                  </a:lnTo>
                  <a:lnTo>
                    <a:pt x="218948" y="61468"/>
                  </a:lnTo>
                  <a:lnTo>
                    <a:pt x="251587" y="61468"/>
                  </a:lnTo>
                  <a:lnTo>
                    <a:pt x="251587" y="58039"/>
                  </a:lnTo>
                  <a:lnTo>
                    <a:pt x="251459" y="57404"/>
                  </a:lnTo>
                  <a:lnTo>
                    <a:pt x="251332" y="56261"/>
                  </a:lnTo>
                  <a:lnTo>
                    <a:pt x="251078" y="55753"/>
                  </a:lnTo>
                  <a:lnTo>
                    <a:pt x="239268" y="49530"/>
                  </a:lnTo>
                  <a:lnTo>
                    <a:pt x="236981" y="48895"/>
                  </a:lnTo>
                  <a:lnTo>
                    <a:pt x="234315" y="48260"/>
                  </a:lnTo>
                  <a:lnTo>
                    <a:pt x="232367" y="48006"/>
                  </a:lnTo>
                  <a:lnTo>
                    <a:pt x="232124" y="48006"/>
                  </a:lnTo>
                  <a:lnTo>
                    <a:pt x="228473" y="47371"/>
                  </a:lnTo>
                  <a:lnTo>
                    <a:pt x="225551" y="47117"/>
                  </a:lnTo>
                  <a:close/>
                </a:path>
                <a:path w="257809" h="158114">
                  <a:moveTo>
                    <a:pt x="251587" y="61468"/>
                  </a:moveTo>
                  <a:lnTo>
                    <a:pt x="226187" y="61468"/>
                  </a:lnTo>
                  <a:lnTo>
                    <a:pt x="229616" y="61849"/>
                  </a:lnTo>
                  <a:lnTo>
                    <a:pt x="232537" y="62738"/>
                  </a:lnTo>
                  <a:lnTo>
                    <a:pt x="235457" y="63500"/>
                  </a:lnTo>
                  <a:lnTo>
                    <a:pt x="238125" y="64389"/>
                  </a:lnTo>
                  <a:lnTo>
                    <a:pt x="240283" y="65278"/>
                  </a:lnTo>
                  <a:lnTo>
                    <a:pt x="242443" y="66294"/>
                  </a:lnTo>
                  <a:lnTo>
                    <a:pt x="244221" y="67056"/>
                  </a:lnTo>
                  <a:lnTo>
                    <a:pt x="245850" y="68072"/>
                  </a:lnTo>
                  <a:lnTo>
                    <a:pt x="247269" y="68834"/>
                  </a:lnTo>
                  <a:lnTo>
                    <a:pt x="248030" y="69215"/>
                  </a:lnTo>
                  <a:lnTo>
                    <a:pt x="249491" y="69215"/>
                  </a:lnTo>
                  <a:lnTo>
                    <a:pt x="251565" y="66294"/>
                  </a:lnTo>
                  <a:lnTo>
                    <a:pt x="251587" y="61468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828030" y="4955159"/>
              <a:ext cx="895603" cy="19697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808597" y="4964938"/>
              <a:ext cx="103250" cy="148717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935851" y="5047488"/>
              <a:ext cx="66040" cy="15875"/>
            </a:xfrm>
            <a:custGeom>
              <a:avLst/>
              <a:gdLst/>
              <a:ahLst/>
              <a:cxnLst/>
              <a:rect l="l" t="t" r="r" b="b"/>
              <a:pathLst>
                <a:path w="66040" h="15875">
                  <a:moveTo>
                    <a:pt x="62102" y="0"/>
                  </a:moveTo>
                  <a:lnTo>
                    <a:pt x="3301" y="0"/>
                  </a:lnTo>
                  <a:lnTo>
                    <a:pt x="2031" y="635"/>
                  </a:lnTo>
                  <a:lnTo>
                    <a:pt x="507" y="2793"/>
                  </a:lnTo>
                  <a:lnTo>
                    <a:pt x="0" y="4825"/>
                  </a:lnTo>
                  <a:lnTo>
                    <a:pt x="0" y="10413"/>
                  </a:lnTo>
                  <a:lnTo>
                    <a:pt x="507" y="12445"/>
                  </a:lnTo>
                  <a:lnTo>
                    <a:pt x="2031" y="14731"/>
                  </a:lnTo>
                  <a:lnTo>
                    <a:pt x="3301" y="15367"/>
                  </a:lnTo>
                  <a:lnTo>
                    <a:pt x="62865" y="15367"/>
                  </a:lnTo>
                  <a:lnTo>
                    <a:pt x="64007" y="14731"/>
                  </a:lnTo>
                  <a:lnTo>
                    <a:pt x="64897" y="13716"/>
                  </a:lnTo>
                  <a:lnTo>
                    <a:pt x="65658" y="12573"/>
                  </a:lnTo>
                  <a:lnTo>
                    <a:pt x="66040" y="10541"/>
                  </a:lnTo>
                  <a:lnTo>
                    <a:pt x="66040" y="7619"/>
                  </a:lnTo>
                  <a:lnTo>
                    <a:pt x="66040" y="5080"/>
                  </a:lnTo>
                  <a:lnTo>
                    <a:pt x="65277" y="2286"/>
                  </a:lnTo>
                  <a:lnTo>
                    <a:pt x="64389" y="1016"/>
                  </a:lnTo>
                  <a:lnTo>
                    <a:pt x="63373" y="381"/>
                  </a:lnTo>
                  <a:lnTo>
                    <a:pt x="62102" y="0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26275" y="4967096"/>
              <a:ext cx="104013" cy="146557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216521" y="4960239"/>
              <a:ext cx="451993" cy="15341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7692517" y="3715130"/>
              <a:ext cx="1457325" cy="1397635"/>
            </a:xfrm>
            <a:custGeom>
              <a:avLst/>
              <a:gdLst/>
              <a:ahLst/>
              <a:cxnLst/>
              <a:rect l="l" t="t" r="r" b="b"/>
              <a:pathLst>
                <a:path w="1457325" h="1397635">
                  <a:moveTo>
                    <a:pt x="23114" y="1379093"/>
                  </a:moveTo>
                  <a:lnTo>
                    <a:pt x="22225" y="1375664"/>
                  </a:lnTo>
                  <a:lnTo>
                    <a:pt x="20574" y="1373886"/>
                  </a:lnTo>
                  <a:lnTo>
                    <a:pt x="18923" y="1372235"/>
                  </a:lnTo>
                  <a:lnTo>
                    <a:pt x="16002" y="1371346"/>
                  </a:lnTo>
                  <a:lnTo>
                    <a:pt x="7239" y="1371346"/>
                  </a:lnTo>
                  <a:lnTo>
                    <a:pt x="4191" y="1372235"/>
                  </a:lnTo>
                  <a:lnTo>
                    <a:pt x="889" y="1375791"/>
                  </a:lnTo>
                  <a:lnTo>
                    <a:pt x="0" y="1379220"/>
                  </a:lnTo>
                  <a:lnTo>
                    <a:pt x="0" y="1389634"/>
                  </a:lnTo>
                  <a:lnTo>
                    <a:pt x="889" y="1393063"/>
                  </a:lnTo>
                  <a:lnTo>
                    <a:pt x="2540" y="1394841"/>
                  </a:lnTo>
                  <a:lnTo>
                    <a:pt x="4191" y="1396492"/>
                  </a:lnTo>
                  <a:lnTo>
                    <a:pt x="7112" y="1397381"/>
                  </a:lnTo>
                  <a:lnTo>
                    <a:pt x="15875" y="1397381"/>
                  </a:lnTo>
                  <a:lnTo>
                    <a:pt x="18923" y="1396492"/>
                  </a:lnTo>
                  <a:lnTo>
                    <a:pt x="22225" y="1392936"/>
                  </a:lnTo>
                  <a:lnTo>
                    <a:pt x="23114" y="1389507"/>
                  </a:lnTo>
                  <a:lnTo>
                    <a:pt x="23114" y="1384173"/>
                  </a:lnTo>
                  <a:lnTo>
                    <a:pt x="23114" y="1379093"/>
                  </a:lnTo>
                  <a:close/>
                </a:path>
                <a:path w="1457325" h="1397635">
                  <a:moveTo>
                    <a:pt x="1346454" y="7620"/>
                  </a:moveTo>
                  <a:lnTo>
                    <a:pt x="1345565" y="4318"/>
                  </a:lnTo>
                  <a:lnTo>
                    <a:pt x="1343660" y="2540"/>
                  </a:lnTo>
                  <a:lnTo>
                    <a:pt x="1341755" y="889"/>
                  </a:lnTo>
                  <a:lnTo>
                    <a:pt x="1338453" y="0"/>
                  </a:lnTo>
                  <a:lnTo>
                    <a:pt x="1328801" y="0"/>
                  </a:lnTo>
                  <a:lnTo>
                    <a:pt x="1325372" y="889"/>
                  </a:lnTo>
                  <a:lnTo>
                    <a:pt x="1323467" y="2667"/>
                  </a:lnTo>
                  <a:lnTo>
                    <a:pt x="1321562" y="4318"/>
                  </a:lnTo>
                  <a:lnTo>
                    <a:pt x="1320609" y="7620"/>
                  </a:lnTo>
                  <a:lnTo>
                    <a:pt x="1320546" y="18161"/>
                  </a:lnTo>
                  <a:lnTo>
                    <a:pt x="1321435" y="21463"/>
                  </a:lnTo>
                  <a:lnTo>
                    <a:pt x="1323340" y="23241"/>
                  </a:lnTo>
                  <a:lnTo>
                    <a:pt x="1325245" y="24892"/>
                  </a:lnTo>
                  <a:lnTo>
                    <a:pt x="1328547" y="25781"/>
                  </a:lnTo>
                  <a:lnTo>
                    <a:pt x="1338199" y="25781"/>
                  </a:lnTo>
                  <a:lnTo>
                    <a:pt x="1341628" y="24892"/>
                  </a:lnTo>
                  <a:lnTo>
                    <a:pt x="1345298" y="21463"/>
                  </a:lnTo>
                  <a:lnTo>
                    <a:pt x="1346377" y="18161"/>
                  </a:lnTo>
                  <a:lnTo>
                    <a:pt x="1346454" y="7620"/>
                  </a:lnTo>
                  <a:close/>
                </a:path>
                <a:path w="1457325" h="1397635">
                  <a:moveTo>
                    <a:pt x="1401826" y="7620"/>
                  </a:moveTo>
                  <a:lnTo>
                    <a:pt x="1400937" y="4318"/>
                  </a:lnTo>
                  <a:lnTo>
                    <a:pt x="1397254" y="889"/>
                  </a:lnTo>
                  <a:lnTo>
                    <a:pt x="1393952" y="0"/>
                  </a:lnTo>
                  <a:lnTo>
                    <a:pt x="1384173" y="0"/>
                  </a:lnTo>
                  <a:lnTo>
                    <a:pt x="1380871" y="889"/>
                  </a:lnTo>
                  <a:lnTo>
                    <a:pt x="1378966" y="2667"/>
                  </a:lnTo>
                  <a:lnTo>
                    <a:pt x="1377061" y="4318"/>
                  </a:lnTo>
                  <a:lnTo>
                    <a:pt x="1376108" y="7620"/>
                  </a:lnTo>
                  <a:lnTo>
                    <a:pt x="1376045" y="18161"/>
                  </a:lnTo>
                  <a:lnTo>
                    <a:pt x="1376934" y="21463"/>
                  </a:lnTo>
                  <a:lnTo>
                    <a:pt x="1378839" y="23241"/>
                  </a:lnTo>
                  <a:lnTo>
                    <a:pt x="1380744" y="24892"/>
                  </a:lnTo>
                  <a:lnTo>
                    <a:pt x="1384046" y="25781"/>
                  </a:lnTo>
                  <a:lnTo>
                    <a:pt x="1393698" y="25781"/>
                  </a:lnTo>
                  <a:lnTo>
                    <a:pt x="1397127" y="24892"/>
                  </a:lnTo>
                  <a:lnTo>
                    <a:pt x="1400797" y="21463"/>
                  </a:lnTo>
                  <a:lnTo>
                    <a:pt x="1401749" y="18161"/>
                  </a:lnTo>
                  <a:lnTo>
                    <a:pt x="1401826" y="7620"/>
                  </a:lnTo>
                  <a:close/>
                </a:path>
                <a:path w="1457325" h="1397635">
                  <a:moveTo>
                    <a:pt x="1457325" y="7620"/>
                  </a:moveTo>
                  <a:lnTo>
                    <a:pt x="1456436" y="4318"/>
                  </a:lnTo>
                  <a:lnTo>
                    <a:pt x="1454531" y="2540"/>
                  </a:lnTo>
                  <a:lnTo>
                    <a:pt x="1452626" y="889"/>
                  </a:lnTo>
                  <a:lnTo>
                    <a:pt x="1449324" y="0"/>
                  </a:lnTo>
                  <a:lnTo>
                    <a:pt x="1439672" y="0"/>
                  </a:lnTo>
                  <a:lnTo>
                    <a:pt x="1436243" y="889"/>
                  </a:lnTo>
                  <a:lnTo>
                    <a:pt x="1434338" y="2667"/>
                  </a:lnTo>
                  <a:lnTo>
                    <a:pt x="1432433" y="4318"/>
                  </a:lnTo>
                  <a:lnTo>
                    <a:pt x="1431480" y="7620"/>
                  </a:lnTo>
                  <a:lnTo>
                    <a:pt x="1431417" y="18161"/>
                  </a:lnTo>
                  <a:lnTo>
                    <a:pt x="1432306" y="21463"/>
                  </a:lnTo>
                  <a:lnTo>
                    <a:pt x="1434211" y="23241"/>
                  </a:lnTo>
                  <a:lnTo>
                    <a:pt x="1436116" y="24892"/>
                  </a:lnTo>
                  <a:lnTo>
                    <a:pt x="1439418" y="25781"/>
                  </a:lnTo>
                  <a:lnTo>
                    <a:pt x="1449070" y="25781"/>
                  </a:lnTo>
                  <a:lnTo>
                    <a:pt x="1452499" y="24892"/>
                  </a:lnTo>
                  <a:lnTo>
                    <a:pt x="1456169" y="21463"/>
                  </a:lnTo>
                  <a:lnTo>
                    <a:pt x="1457248" y="18161"/>
                  </a:lnTo>
                  <a:lnTo>
                    <a:pt x="1457325" y="7620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9235821" y="3584066"/>
              <a:ext cx="509777" cy="157988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838182" y="3584955"/>
              <a:ext cx="226568" cy="15709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145649" y="3584955"/>
              <a:ext cx="786892" cy="1570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1017377" y="3631565"/>
              <a:ext cx="220218" cy="11049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11324082" y="3631565"/>
              <a:ext cx="354965" cy="149225"/>
            </a:xfrm>
            <a:custGeom>
              <a:avLst/>
              <a:gdLst/>
              <a:ahLst/>
              <a:cxnLst/>
              <a:rect l="l" t="t" r="r" b="b"/>
              <a:pathLst>
                <a:path w="354965" h="149225">
                  <a:moveTo>
                    <a:pt x="92329" y="148844"/>
                  </a:moveTo>
                  <a:lnTo>
                    <a:pt x="85471" y="148844"/>
                  </a:lnTo>
                  <a:lnTo>
                    <a:pt x="86995" y="148971"/>
                  </a:lnTo>
                  <a:lnTo>
                    <a:pt x="90932" y="148971"/>
                  </a:lnTo>
                  <a:lnTo>
                    <a:pt x="92329" y="148844"/>
                  </a:lnTo>
                  <a:close/>
                </a:path>
                <a:path w="354965" h="149225">
                  <a:moveTo>
                    <a:pt x="98886" y="93980"/>
                  </a:moveTo>
                  <a:lnTo>
                    <a:pt x="79121" y="93980"/>
                  </a:lnTo>
                  <a:lnTo>
                    <a:pt x="79248" y="146558"/>
                  </a:lnTo>
                  <a:lnTo>
                    <a:pt x="79501" y="146939"/>
                  </a:lnTo>
                  <a:lnTo>
                    <a:pt x="79756" y="147447"/>
                  </a:lnTo>
                  <a:lnTo>
                    <a:pt x="80391" y="147828"/>
                  </a:lnTo>
                  <a:lnTo>
                    <a:pt x="81915" y="148336"/>
                  </a:lnTo>
                  <a:lnTo>
                    <a:pt x="83947" y="148844"/>
                  </a:lnTo>
                  <a:lnTo>
                    <a:pt x="94234" y="148844"/>
                  </a:lnTo>
                  <a:lnTo>
                    <a:pt x="96012" y="148336"/>
                  </a:lnTo>
                  <a:lnTo>
                    <a:pt x="97536" y="147828"/>
                  </a:lnTo>
                  <a:lnTo>
                    <a:pt x="98044" y="147447"/>
                  </a:lnTo>
                  <a:lnTo>
                    <a:pt x="98425" y="146939"/>
                  </a:lnTo>
                  <a:lnTo>
                    <a:pt x="98806" y="146558"/>
                  </a:lnTo>
                  <a:lnTo>
                    <a:pt x="98886" y="93980"/>
                  </a:lnTo>
                  <a:close/>
                </a:path>
                <a:path w="354965" h="149225">
                  <a:moveTo>
                    <a:pt x="49657" y="0"/>
                  </a:moveTo>
                  <a:lnTo>
                    <a:pt x="38989" y="0"/>
                  </a:lnTo>
                  <a:lnTo>
                    <a:pt x="32258" y="1397"/>
                  </a:lnTo>
                  <a:lnTo>
                    <a:pt x="26543" y="4064"/>
                  </a:lnTo>
                  <a:lnTo>
                    <a:pt x="20700" y="6604"/>
                  </a:lnTo>
                  <a:lnTo>
                    <a:pt x="15875" y="10414"/>
                  </a:lnTo>
                  <a:lnTo>
                    <a:pt x="8000" y="20320"/>
                  </a:lnTo>
                  <a:lnTo>
                    <a:pt x="4952" y="26162"/>
                  </a:lnTo>
                  <a:lnTo>
                    <a:pt x="3048" y="33147"/>
                  </a:lnTo>
                  <a:lnTo>
                    <a:pt x="1016" y="40132"/>
                  </a:lnTo>
                  <a:lnTo>
                    <a:pt x="0" y="47879"/>
                  </a:lnTo>
                  <a:lnTo>
                    <a:pt x="98" y="64643"/>
                  </a:lnTo>
                  <a:lnTo>
                    <a:pt x="889" y="70739"/>
                  </a:lnTo>
                  <a:lnTo>
                    <a:pt x="2413" y="77343"/>
                  </a:lnTo>
                  <a:lnTo>
                    <a:pt x="4064" y="83947"/>
                  </a:lnTo>
                  <a:lnTo>
                    <a:pt x="6603" y="89662"/>
                  </a:lnTo>
                  <a:lnTo>
                    <a:pt x="10033" y="94487"/>
                  </a:lnTo>
                  <a:lnTo>
                    <a:pt x="11791" y="97028"/>
                  </a:lnTo>
                  <a:lnTo>
                    <a:pt x="13610" y="99568"/>
                  </a:lnTo>
                  <a:lnTo>
                    <a:pt x="17907" y="103251"/>
                  </a:lnTo>
                  <a:lnTo>
                    <a:pt x="23495" y="106172"/>
                  </a:lnTo>
                  <a:lnTo>
                    <a:pt x="29204" y="109093"/>
                  </a:lnTo>
                  <a:lnTo>
                    <a:pt x="29506" y="109093"/>
                  </a:lnTo>
                  <a:lnTo>
                    <a:pt x="35560" y="110490"/>
                  </a:lnTo>
                  <a:lnTo>
                    <a:pt x="46482" y="110490"/>
                  </a:lnTo>
                  <a:lnTo>
                    <a:pt x="49529" y="110109"/>
                  </a:lnTo>
                  <a:lnTo>
                    <a:pt x="78295" y="94742"/>
                  </a:lnTo>
                  <a:lnTo>
                    <a:pt x="42037" y="94742"/>
                  </a:lnTo>
                  <a:lnTo>
                    <a:pt x="37719" y="93599"/>
                  </a:lnTo>
                  <a:lnTo>
                    <a:pt x="30861" y="89027"/>
                  </a:lnTo>
                  <a:lnTo>
                    <a:pt x="28194" y="86106"/>
                  </a:lnTo>
                  <a:lnTo>
                    <a:pt x="26035" y="82296"/>
                  </a:lnTo>
                  <a:lnTo>
                    <a:pt x="24073" y="78740"/>
                  </a:lnTo>
                  <a:lnTo>
                    <a:pt x="24002" y="78612"/>
                  </a:lnTo>
                  <a:lnTo>
                    <a:pt x="22606" y="74295"/>
                  </a:lnTo>
                  <a:lnTo>
                    <a:pt x="20827" y="64643"/>
                  </a:lnTo>
                  <a:lnTo>
                    <a:pt x="20447" y="59690"/>
                  </a:lnTo>
                  <a:lnTo>
                    <a:pt x="20447" y="49784"/>
                  </a:lnTo>
                  <a:lnTo>
                    <a:pt x="20954" y="45085"/>
                  </a:lnTo>
                  <a:lnTo>
                    <a:pt x="21971" y="40512"/>
                  </a:lnTo>
                  <a:lnTo>
                    <a:pt x="22987" y="35814"/>
                  </a:lnTo>
                  <a:lnTo>
                    <a:pt x="35306" y="19304"/>
                  </a:lnTo>
                  <a:lnTo>
                    <a:pt x="38735" y="17018"/>
                  </a:lnTo>
                  <a:lnTo>
                    <a:pt x="43052" y="15875"/>
                  </a:lnTo>
                  <a:lnTo>
                    <a:pt x="79835" y="15875"/>
                  </a:lnTo>
                  <a:lnTo>
                    <a:pt x="74929" y="11557"/>
                  </a:lnTo>
                  <a:lnTo>
                    <a:pt x="69342" y="7239"/>
                  </a:lnTo>
                  <a:lnTo>
                    <a:pt x="66548" y="5334"/>
                  </a:lnTo>
                  <a:lnTo>
                    <a:pt x="63753" y="4064"/>
                  </a:lnTo>
                  <a:lnTo>
                    <a:pt x="60960" y="2667"/>
                  </a:lnTo>
                  <a:lnTo>
                    <a:pt x="58293" y="1651"/>
                  </a:lnTo>
                  <a:lnTo>
                    <a:pt x="52704" y="381"/>
                  </a:lnTo>
                  <a:lnTo>
                    <a:pt x="49657" y="0"/>
                  </a:lnTo>
                  <a:close/>
                </a:path>
                <a:path w="354965" h="149225">
                  <a:moveTo>
                    <a:pt x="79835" y="15875"/>
                  </a:moveTo>
                  <a:lnTo>
                    <a:pt x="53467" y="15875"/>
                  </a:lnTo>
                  <a:lnTo>
                    <a:pt x="58674" y="17526"/>
                  </a:lnTo>
                  <a:lnTo>
                    <a:pt x="63626" y="20701"/>
                  </a:lnTo>
                  <a:lnTo>
                    <a:pt x="68579" y="24003"/>
                  </a:lnTo>
                  <a:lnTo>
                    <a:pt x="73787" y="28702"/>
                  </a:lnTo>
                  <a:lnTo>
                    <a:pt x="79121" y="34925"/>
                  </a:lnTo>
                  <a:lnTo>
                    <a:pt x="79121" y="75057"/>
                  </a:lnTo>
                  <a:lnTo>
                    <a:pt x="62229" y="90297"/>
                  </a:lnTo>
                  <a:lnTo>
                    <a:pt x="59690" y="91948"/>
                  </a:lnTo>
                  <a:lnTo>
                    <a:pt x="57276" y="93091"/>
                  </a:lnTo>
                  <a:lnTo>
                    <a:pt x="54737" y="93726"/>
                  </a:lnTo>
                  <a:lnTo>
                    <a:pt x="51841" y="94487"/>
                  </a:lnTo>
                  <a:lnTo>
                    <a:pt x="51477" y="94487"/>
                  </a:lnTo>
                  <a:lnTo>
                    <a:pt x="49784" y="94742"/>
                  </a:lnTo>
                  <a:lnTo>
                    <a:pt x="78295" y="94742"/>
                  </a:lnTo>
                  <a:lnTo>
                    <a:pt x="79121" y="93980"/>
                  </a:lnTo>
                  <a:lnTo>
                    <a:pt x="98886" y="93980"/>
                  </a:lnTo>
                  <a:lnTo>
                    <a:pt x="98818" y="17272"/>
                  </a:lnTo>
                  <a:lnTo>
                    <a:pt x="81407" y="17272"/>
                  </a:lnTo>
                  <a:lnTo>
                    <a:pt x="79835" y="15875"/>
                  </a:lnTo>
                  <a:close/>
                </a:path>
                <a:path w="354965" h="149225">
                  <a:moveTo>
                    <a:pt x="95503" y="1905"/>
                  </a:moveTo>
                  <a:lnTo>
                    <a:pt x="85090" y="1905"/>
                  </a:lnTo>
                  <a:lnTo>
                    <a:pt x="84074" y="2159"/>
                  </a:lnTo>
                  <a:lnTo>
                    <a:pt x="83439" y="2412"/>
                  </a:lnTo>
                  <a:lnTo>
                    <a:pt x="82676" y="2667"/>
                  </a:lnTo>
                  <a:lnTo>
                    <a:pt x="82169" y="3048"/>
                  </a:lnTo>
                  <a:lnTo>
                    <a:pt x="81788" y="3429"/>
                  </a:lnTo>
                  <a:lnTo>
                    <a:pt x="81534" y="3810"/>
                  </a:lnTo>
                  <a:lnTo>
                    <a:pt x="81407" y="17272"/>
                  </a:lnTo>
                  <a:lnTo>
                    <a:pt x="98818" y="17272"/>
                  </a:lnTo>
                  <a:lnTo>
                    <a:pt x="98806" y="3810"/>
                  </a:lnTo>
                  <a:lnTo>
                    <a:pt x="98551" y="3429"/>
                  </a:lnTo>
                  <a:lnTo>
                    <a:pt x="97790" y="2667"/>
                  </a:lnTo>
                  <a:lnTo>
                    <a:pt x="97027" y="2412"/>
                  </a:lnTo>
                  <a:lnTo>
                    <a:pt x="96393" y="2159"/>
                  </a:lnTo>
                  <a:lnTo>
                    <a:pt x="95503" y="1905"/>
                  </a:lnTo>
                  <a:close/>
                </a:path>
                <a:path w="354965" h="149225">
                  <a:moveTo>
                    <a:pt x="150241" y="1905"/>
                  </a:moveTo>
                  <a:lnTo>
                    <a:pt x="138175" y="1905"/>
                  </a:lnTo>
                  <a:lnTo>
                    <a:pt x="137033" y="2159"/>
                  </a:lnTo>
                  <a:lnTo>
                    <a:pt x="134366" y="3937"/>
                  </a:lnTo>
                  <a:lnTo>
                    <a:pt x="134446" y="75311"/>
                  </a:lnTo>
                  <a:lnTo>
                    <a:pt x="134874" y="79502"/>
                  </a:lnTo>
                  <a:lnTo>
                    <a:pt x="136166" y="84201"/>
                  </a:lnTo>
                  <a:lnTo>
                    <a:pt x="137445" y="89281"/>
                  </a:lnTo>
                  <a:lnTo>
                    <a:pt x="154686" y="107061"/>
                  </a:lnTo>
                  <a:lnTo>
                    <a:pt x="159512" y="109347"/>
                  </a:lnTo>
                  <a:lnTo>
                    <a:pt x="165608" y="110490"/>
                  </a:lnTo>
                  <a:lnTo>
                    <a:pt x="178816" y="110490"/>
                  </a:lnTo>
                  <a:lnTo>
                    <a:pt x="184912" y="108966"/>
                  </a:lnTo>
                  <a:lnTo>
                    <a:pt x="190881" y="106045"/>
                  </a:lnTo>
                  <a:lnTo>
                    <a:pt x="196850" y="103251"/>
                  </a:lnTo>
                  <a:lnTo>
                    <a:pt x="202946" y="98552"/>
                  </a:lnTo>
                  <a:lnTo>
                    <a:pt x="206725" y="94615"/>
                  </a:lnTo>
                  <a:lnTo>
                    <a:pt x="172974" y="94615"/>
                  </a:lnTo>
                  <a:lnTo>
                    <a:pt x="169672" y="93853"/>
                  </a:lnTo>
                  <a:lnTo>
                    <a:pt x="153924" y="3937"/>
                  </a:lnTo>
                  <a:lnTo>
                    <a:pt x="153670" y="3556"/>
                  </a:lnTo>
                  <a:lnTo>
                    <a:pt x="153289" y="3175"/>
                  </a:lnTo>
                  <a:lnTo>
                    <a:pt x="152781" y="2793"/>
                  </a:lnTo>
                  <a:lnTo>
                    <a:pt x="152019" y="2412"/>
                  </a:lnTo>
                  <a:lnTo>
                    <a:pt x="151257" y="2159"/>
                  </a:lnTo>
                  <a:lnTo>
                    <a:pt x="150241" y="1905"/>
                  </a:lnTo>
                  <a:close/>
                </a:path>
                <a:path w="354965" h="149225">
                  <a:moveTo>
                    <a:pt x="223393" y="108585"/>
                  </a:moveTo>
                  <a:lnTo>
                    <a:pt x="212344" y="108585"/>
                  </a:lnTo>
                  <a:lnTo>
                    <a:pt x="214058" y="108966"/>
                  </a:lnTo>
                  <a:lnTo>
                    <a:pt x="221678" y="108966"/>
                  </a:lnTo>
                  <a:lnTo>
                    <a:pt x="223393" y="108585"/>
                  </a:lnTo>
                  <a:close/>
                </a:path>
                <a:path w="354965" h="149225">
                  <a:moveTo>
                    <a:pt x="226932" y="92202"/>
                  </a:moveTo>
                  <a:lnTo>
                    <a:pt x="209042" y="92202"/>
                  </a:lnTo>
                  <a:lnTo>
                    <a:pt x="209169" y="106680"/>
                  </a:lnTo>
                  <a:lnTo>
                    <a:pt x="209676" y="107442"/>
                  </a:lnTo>
                  <a:lnTo>
                    <a:pt x="210058" y="107823"/>
                  </a:lnTo>
                  <a:lnTo>
                    <a:pt x="210820" y="108077"/>
                  </a:lnTo>
                  <a:lnTo>
                    <a:pt x="211666" y="108585"/>
                  </a:lnTo>
                  <a:lnTo>
                    <a:pt x="224028" y="108585"/>
                  </a:lnTo>
                  <a:lnTo>
                    <a:pt x="225044" y="108077"/>
                  </a:lnTo>
                  <a:lnTo>
                    <a:pt x="225806" y="107823"/>
                  </a:lnTo>
                  <a:lnTo>
                    <a:pt x="226568" y="107061"/>
                  </a:lnTo>
                  <a:lnTo>
                    <a:pt x="226822" y="106680"/>
                  </a:lnTo>
                  <a:lnTo>
                    <a:pt x="226932" y="92202"/>
                  </a:lnTo>
                  <a:close/>
                </a:path>
                <a:path w="354965" h="149225">
                  <a:moveTo>
                    <a:pt x="223139" y="1905"/>
                  </a:moveTo>
                  <a:lnTo>
                    <a:pt x="210947" y="1905"/>
                  </a:lnTo>
                  <a:lnTo>
                    <a:pt x="209931" y="2159"/>
                  </a:lnTo>
                  <a:lnTo>
                    <a:pt x="207137" y="75311"/>
                  </a:lnTo>
                  <a:lnTo>
                    <a:pt x="201675" y="81661"/>
                  </a:lnTo>
                  <a:lnTo>
                    <a:pt x="196469" y="86360"/>
                  </a:lnTo>
                  <a:lnTo>
                    <a:pt x="191516" y="89662"/>
                  </a:lnTo>
                  <a:lnTo>
                    <a:pt x="186690" y="92964"/>
                  </a:lnTo>
                  <a:lnTo>
                    <a:pt x="181737" y="94615"/>
                  </a:lnTo>
                  <a:lnTo>
                    <a:pt x="206725" y="94615"/>
                  </a:lnTo>
                  <a:lnTo>
                    <a:pt x="209042" y="92202"/>
                  </a:lnTo>
                  <a:lnTo>
                    <a:pt x="226932" y="92202"/>
                  </a:lnTo>
                  <a:lnTo>
                    <a:pt x="226822" y="3937"/>
                  </a:lnTo>
                  <a:lnTo>
                    <a:pt x="224027" y="2159"/>
                  </a:lnTo>
                  <a:lnTo>
                    <a:pt x="223139" y="1905"/>
                  </a:lnTo>
                  <a:close/>
                </a:path>
                <a:path w="354965" h="149225">
                  <a:moveTo>
                    <a:pt x="315722" y="0"/>
                  </a:moveTo>
                  <a:lnTo>
                    <a:pt x="299466" y="0"/>
                  </a:lnTo>
                  <a:lnTo>
                    <a:pt x="292353" y="1397"/>
                  </a:lnTo>
                  <a:lnTo>
                    <a:pt x="261620" y="25654"/>
                  </a:lnTo>
                  <a:lnTo>
                    <a:pt x="259334" y="32512"/>
                  </a:lnTo>
                  <a:lnTo>
                    <a:pt x="256921" y="39370"/>
                  </a:lnTo>
                  <a:lnTo>
                    <a:pt x="255650" y="47117"/>
                  </a:lnTo>
                  <a:lnTo>
                    <a:pt x="255650" y="64897"/>
                  </a:lnTo>
                  <a:lnTo>
                    <a:pt x="273939" y="101218"/>
                  </a:lnTo>
                  <a:lnTo>
                    <a:pt x="286258" y="106934"/>
                  </a:lnTo>
                  <a:lnTo>
                    <a:pt x="292862" y="109347"/>
                  </a:lnTo>
                  <a:lnTo>
                    <a:pt x="300609" y="110490"/>
                  </a:lnTo>
                  <a:lnTo>
                    <a:pt x="314578" y="110490"/>
                  </a:lnTo>
                  <a:lnTo>
                    <a:pt x="319404" y="110109"/>
                  </a:lnTo>
                  <a:lnTo>
                    <a:pt x="323850" y="109347"/>
                  </a:lnTo>
                  <a:lnTo>
                    <a:pt x="328295" y="108712"/>
                  </a:lnTo>
                  <a:lnTo>
                    <a:pt x="348869" y="101218"/>
                  </a:lnTo>
                  <a:lnTo>
                    <a:pt x="348996" y="100965"/>
                  </a:lnTo>
                  <a:lnTo>
                    <a:pt x="349376" y="100457"/>
                  </a:lnTo>
                  <a:lnTo>
                    <a:pt x="349503" y="100076"/>
                  </a:lnTo>
                  <a:lnTo>
                    <a:pt x="349631" y="99441"/>
                  </a:lnTo>
                  <a:lnTo>
                    <a:pt x="349631" y="95504"/>
                  </a:lnTo>
                  <a:lnTo>
                    <a:pt x="304800" y="95504"/>
                  </a:lnTo>
                  <a:lnTo>
                    <a:pt x="299339" y="94615"/>
                  </a:lnTo>
                  <a:lnTo>
                    <a:pt x="276098" y="59055"/>
                  </a:lnTo>
                  <a:lnTo>
                    <a:pt x="348869" y="59055"/>
                  </a:lnTo>
                  <a:lnTo>
                    <a:pt x="350647" y="58420"/>
                  </a:lnTo>
                  <a:lnTo>
                    <a:pt x="352298" y="57150"/>
                  </a:lnTo>
                  <a:lnTo>
                    <a:pt x="353822" y="55880"/>
                  </a:lnTo>
                  <a:lnTo>
                    <a:pt x="354584" y="53848"/>
                  </a:lnTo>
                  <a:lnTo>
                    <a:pt x="354584" y="45466"/>
                  </a:lnTo>
                  <a:lnTo>
                    <a:pt x="276098" y="45466"/>
                  </a:lnTo>
                  <a:lnTo>
                    <a:pt x="276351" y="41402"/>
                  </a:lnTo>
                  <a:lnTo>
                    <a:pt x="284225" y="23876"/>
                  </a:lnTo>
                  <a:lnTo>
                    <a:pt x="286639" y="20955"/>
                  </a:lnTo>
                  <a:lnTo>
                    <a:pt x="289814" y="18796"/>
                  </a:lnTo>
                  <a:lnTo>
                    <a:pt x="293497" y="17018"/>
                  </a:lnTo>
                  <a:lnTo>
                    <a:pt x="297179" y="15367"/>
                  </a:lnTo>
                  <a:lnTo>
                    <a:pt x="301371" y="14478"/>
                  </a:lnTo>
                  <a:lnTo>
                    <a:pt x="343881" y="14478"/>
                  </a:lnTo>
                  <a:lnTo>
                    <a:pt x="339725" y="9779"/>
                  </a:lnTo>
                  <a:lnTo>
                    <a:pt x="334772" y="6350"/>
                  </a:lnTo>
                  <a:lnTo>
                    <a:pt x="323253" y="1397"/>
                  </a:lnTo>
                  <a:lnTo>
                    <a:pt x="323684" y="1397"/>
                  </a:lnTo>
                  <a:lnTo>
                    <a:pt x="315722" y="0"/>
                  </a:lnTo>
                  <a:close/>
                </a:path>
                <a:path w="354965" h="149225">
                  <a:moveTo>
                    <a:pt x="347852" y="88011"/>
                  </a:moveTo>
                  <a:lnTo>
                    <a:pt x="345355" y="88011"/>
                  </a:lnTo>
                  <a:lnTo>
                    <a:pt x="344424" y="88265"/>
                  </a:lnTo>
                  <a:lnTo>
                    <a:pt x="342519" y="89027"/>
                  </a:lnTo>
                  <a:lnTo>
                    <a:pt x="340487" y="90043"/>
                  </a:lnTo>
                  <a:lnTo>
                    <a:pt x="340338" y="90043"/>
                  </a:lnTo>
                  <a:lnTo>
                    <a:pt x="338327" y="90678"/>
                  </a:lnTo>
                  <a:lnTo>
                    <a:pt x="332486" y="92710"/>
                  </a:lnTo>
                  <a:lnTo>
                    <a:pt x="328929" y="93599"/>
                  </a:lnTo>
                  <a:lnTo>
                    <a:pt x="320928" y="95123"/>
                  </a:lnTo>
                  <a:lnTo>
                    <a:pt x="316357" y="95504"/>
                  </a:lnTo>
                  <a:lnTo>
                    <a:pt x="349631" y="95504"/>
                  </a:lnTo>
                  <a:lnTo>
                    <a:pt x="349631" y="90043"/>
                  </a:lnTo>
                  <a:lnTo>
                    <a:pt x="349376" y="89408"/>
                  </a:lnTo>
                  <a:lnTo>
                    <a:pt x="349186" y="89027"/>
                  </a:lnTo>
                  <a:lnTo>
                    <a:pt x="349123" y="88900"/>
                  </a:lnTo>
                  <a:lnTo>
                    <a:pt x="348742" y="88518"/>
                  </a:lnTo>
                  <a:lnTo>
                    <a:pt x="348361" y="88265"/>
                  </a:lnTo>
                  <a:lnTo>
                    <a:pt x="347852" y="88011"/>
                  </a:lnTo>
                  <a:close/>
                </a:path>
                <a:path w="354965" h="149225">
                  <a:moveTo>
                    <a:pt x="343881" y="14478"/>
                  </a:moveTo>
                  <a:lnTo>
                    <a:pt x="315849" y="14478"/>
                  </a:lnTo>
                  <a:lnTo>
                    <a:pt x="322961" y="17272"/>
                  </a:lnTo>
                  <a:lnTo>
                    <a:pt x="327914" y="22733"/>
                  </a:lnTo>
                  <a:lnTo>
                    <a:pt x="332740" y="28193"/>
                  </a:lnTo>
                  <a:lnTo>
                    <a:pt x="335025" y="35814"/>
                  </a:lnTo>
                  <a:lnTo>
                    <a:pt x="334982" y="37465"/>
                  </a:lnTo>
                  <a:lnTo>
                    <a:pt x="334888" y="41021"/>
                  </a:lnTo>
                  <a:lnTo>
                    <a:pt x="334772" y="45466"/>
                  </a:lnTo>
                  <a:lnTo>
                    <a:pt x="354584" y="45466"/>
                  </a:lnTo>
                  <a:lnTo>
                    <a:pt x="354584" y="41021"/>
                  </a:lnTo>
                  <a:lnTo>
                    <a:pt x="353695" y="34925"/>
                  </a:lnTo>
                  <a:lnTo>
                    <a:pt x="351917" y="29083"/>
                  </a:lnTo>
                  <a:lnTo>
                    <a:pt x="350139" y="23368"/>
                  </a:lnTo>
                  <a:lnTo>
                    <a:pt x="347345" y="18287"/>
                  </a:lnTo>
                  <a:lnTo>
                    <a:pt x="343881" y="14478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013952" y="3858895"/>
              <a:ext cx="142494" cy="15748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61475" y="3869182"/>
              <a:ext cx="197485" cy="14566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508948" y="3866134"/>
              <a:ext cx="1071167" cy="150241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10678795" y="3859403"/>
              <a:ext cx="599058" cy="19532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1343132" y="3866134"/>
              <a:ext cx="494157" cy="18884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9012428" y="4180204"/>
              <a:ext cx="221106" cy="11048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9325483" y="4133215"/>
              <a:ext cx="228219" cy="15748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9645650" y="4132453"/>
              <a:ext cx="601726" cy="158242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0328402" y="4180204"/>
              <a:ext cx="87375" cy="110489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0514076" y="4133215"/>
              <a:ext cx="134874" cy="157480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10747248" y="4133215"/>
              <a:ext cx="414020" cy="157480"/>
            </a:xfrm>
            <a:custGeom>
              <a:avLst/>
              <a:gdLst/>
              <a:ahLst/>
              <a:cxnLst/>
              <a:rect l="l" t="t" r="r" b="b"/>
              <a:pathLst>
                <a:path w="414020" h="157479">
                  <a:moveTo>
                    <a:pt x="15621" y="155575"/>
                  </a:moveTo>
                  <a:lnTo>
                    <a:pt x="3555" y="155575"/>
                  </a:lnTo>
                  <a:lnTo>
                    <a:pt x="4825" y="155829"/>
                  </a:lnTo>
                  <a:lnTo>
                    <a:pt x="14350" y="155829"/>
                  </a:lnTo>
                  <a:lnTo>
                    <a:pt x="15621" y="155575"/>
                  </a:lnTo>
                  <a:close/>
                </a:path>
                <a:path w="414020" h="157479">
                  <a:moveTo>
                    <a:pt x="87756" y="155575"/>
                  </a:moveTo>
                  <a:lnTo>
                    <a:pt x="75692" y="155575"/>
                  </a:lnTo>
                  <a:lnTo>
                    <a:pt x="76961" y="155829"/>
                  </a:lnTo>
                  <a:lnTo>
                    <a:pt x="86486" y="155829"/>
                  </a:lnTo>
                  <a:lnTo>
                    <a:pt x="87756" y="155575"/>
                  </a:lnTo>
                  <a:close/>
                </a:path>
                <a:path w="414020" h="157479">
                  <a:moveTo>
                    <a:pt x="16636" y="381"/>
                  </a:moveTo>
                  <a:lnTo>
                    <a:pt x="2540" y="381"/>
                  </a:lnTo>
                  <a:lnTo>
                    <a:pt x="1777" y="762"/>
                  </a:lnTo>
                  <a:lnTo>
                    <a:pt x="1016" y="1016"/>
                  </a:lnTo>
                  <a:lnTo>
                    <a:pt x="507" y="1397"/>
                  </a:lnTo>
                  <a:lnTo>
                    <a:pt x="253" y="1778"/>
                  </a:lnTo>
                  <a:lnTo>
                    <a:pt x="0" y="2286"/>
                  </a:lnTo>
                  <a:lnTo>
                    <a:pt x="0" y="153670"/>
                  </a:lnTo>
                  <a:lnTo>
                    <a:pt x="507" y="154432"/>
                  </a:lnTo>
                  <a:lnTo>
                    <a:pt x="1016" y="154812"/>
                  </a:lnTo>
                  <a:lnTo>
                    <a:pt x="1777" y="155067"/>
                  </a:lnTo>
                  <a:lnTo>
                    <a:pt x="2794" y="155575"/>
                  </a:lnTo>
                  <a:lnTo>
                    <a:pt x="16425" y="155575"/>
                  </a:lnTo>
                  <a:lnTo>
                    <a:pt x="17272" y="155067"/>
                  </a:lnTo>
                  <a:lnTo>
                    <a:pt x="18033" y="154812"/>
                  </a:lnTo>
                  <a:lnTo>
                    <a:pt x="18542" y="154432"/>
                  </a:lnTo>
                  <a:lnTo>
                    <a:pt x="18923" y="154051"/>
                  </a:lnTo>
                  <a:lnTo>
                    <a:pt x="19176" y="153670"/>
                  </a:lnTo>
                  <a:lnTo>
                    <a:pt x="19303" y="82296"/>
                  </a:lnTo>
                  <a:lnTo>
                    <a:pt x="24637" y="75946"/>
                  </a:lnTo>
                  <a:lnTo>
                    <a:pt x="29845" y="71247"/>
                  </a:lnTo>
                  <a:lnTo>
                    <a:pt x="34671" y="67945"/>
                  </a:lnTo>
                  <a:lnTo>
                    <a:pt x="39624" y="64643"/>
                  </a:lnTo>
                  <a:lnTo>
                    <a:pt x="42593" y="63627"/>
                  </a:lnTo>
                  <a:lnTo>
                    <a:pt x="19303" y="63627"/>
                  </a:lnTo>
                  <a:lnTo>
                    <a:pt x="19176" y="2286"/>
                  </a:lnTo>
                  <a:lnTo>
                    <a:pt x="17272" y="762"/>
                  </a:lnTo>
                  <a:lnTo>
                    <a:pt x="16636" y="381"/>
                  </a:lnTo>
                  <a:close/>
                </a:path>
                <a:path w="414020" h="157479">
                  <a:moveTo>
                    <a:pt x="85801" y="62992"/>
                  </a:moveTo>
                  <a:lnTo>
                    <a:pt x="53212" y="62992"/>
                  </a:lnTo>
                  <a:lnTo>
                    <a:pt x="56515" y="63627"/>
                  </a:lnTo>
                  <a:lnTo>
                    <a:pt x="59435" y="65024"/>
                  </a:lnTo>
                  <a:lnTo>
                    <a:pt x="72135" y="153670"/>
                  </a:lnTo>
                  <a:lnTo>
                    <a:pt x="72517" y="154051"/>
                  </a:lnTo>
                  <a:lnTo>
                    <a:pt x="72771" y="154432"/>
                  </a:lnTo>
                  <a:lnTo>
                    <a:pt x="73278" y="154812"/>
                  </a:lnTo>
                  <a:lnTo>
                    <a:pt x="74041" y="155067"/>
                  </a:lnTo>
                  <a:lnTo>
                    <a:pt x="74887" y="155575"/>
                  </a:lnTo>
                  <a:lnTo>
                    <a:pt x="88519" y="155575"/>
                  </a:lnTo>
                  <a:lnTo>
                    <a:pt x="89534" y="155067"/>
                  </a:lnTo>
                  <a:lnTo>
                    <a:pt x="90170" y="154812"/>
                  </a:lnTo>
                  <a:lnTo>
                    <a:pt x="90677" y="154432"/>
                  </a:lnTo>
                  <a:lnTo>
                    <a:pt x="91058" y="154051"/>
                  </a:lnTo>
                  <a:lnTo>
                    <a:pt x="91312" y="153670"/>
                  </a:lnTo>
                  <a:lnTo>
                    <a:pt x="91567" y="153162"/>
                  </a:lnTo>
                  <a:lnTo>
                    <a:pt x="91458" y="83312"/>
                  </a:lnTo>
                  <a:lnTo>
                    <a:pt x="90804" y="77978"/>
                  </a:lnTo>
                  <a:lnTo>
                    <a:pt x="88392" y="68326"/>
                  </a:lnTo>
                  <a:lnTo>
                    <a:pt x="88265" y="67818"/>
                  </a:lnTo>
                  <a:lnTo>
                    <a:pt x="86229" y="63627"/>
                  </a:lnTo>
                  <a:lnTo>
                    <a:pt x="86105" y="63373"/>
                  </a:lnTo>
                  <a:lnTo>
                    <a:pt x="85801" y="62992"/>
                  </a:lnTo>
                  <a:close/>
                </a:path>
                <a:path w="414020" h="157479">
                  <a:moveTo>
                    <a:pt x="60451" y="46990"/>
                  </a:moveTo>
                  <a:lnTo>
                    <a:pt x="47625" y="46990"/>
                  </a:lnTo>
                  <a:lnTo>
                    <a:pt x="41909" y="48387"/>
                  </a:lnTo>
                  <a:lnTo>
                    <a:pt x="36195" y="51181"/>
                  </a:lnTo>
                  <a:lnTo>
                    <a:pt x="30606" y="53848"/>
                  </a:lnTo>
                  <a:lnTo>
                    <a:pt x="24892" y="58039"/>
                  </a:lnTo>
                  <a:lnTo>
                    <a:pt x="19303" y="63627"/>
                  </a:lnTo>
                  <a:lnTo>
                    <a:pt x="42593" y="63627"/>
                  </a:lnTo>
                  <a:lnTo>
                    <a:pt x="44450" y="62992"/>
                  </a:lnTo>
                  <a:lnTo>
                    <a:pt x="85801" y="62992"/>
                  </a:lnTo>
                  <a:lnTo>
                    <a:pt x="83057" y="59562"/>
                  </a:lnTo>
                  <a:lnTo>
                    <a:pt x="80136" y="55753"/>
                  </a:lnTo>
                  <a:lnTo>
                    <a:pt x="76200" y="52705"/>
                  </a:lnTo>
                  <a:lnTo>
                    <a:pt x="66548" y="48133"/>
                  </a:lnTo>
                  <a:lnTo>
                    <a:pt x="60451" y="46990"/>
                  </a:lnTo>
                  <a:close/>
                </a:path>
                <a:path w="414020" h="157479">
                  <a:moveTo>
                    <a:pt x="14350" y="0"/>
                  </a:moveTo>
                  <a:lnTo>
                    <a:pt x="4825" y="0"/>
                  </a:lnTo>
                  <a:lnTo>
                    <a:pt x="2921" y="381"/>
                  </a:lnTo>
                  <a:lnTo>
                    <a:pt x="16255" y="381"/>
                  </a:lnTo>
                  <a:lnTo>
                    <a:pt x="14350" y="0"/>
                  </a:lnTo>
                  <a:close/>
                </a:path>
                <a:path w="414020" h="157479">
                  <a:moveTo>
                    <a:pt x="183387" y="46990"/>
                  </a:moveTo>
                  <a:lnTo>
                    <a:pt x="165607" y="46990"/>
                  </a:lnTo>
                  <a:lnTo>
                    <a:pt x="157733" y="48387"/>
                  </a:lnTo>
                  <a:lnTo>
                    <a:pt x="125983" y="73660"/>
                  </a:lnTo>
                  <a:lnTo>
                    <a:pt x="120396" y="94996"/>
                  </a:lnTo>
                  <a:lnTo>
                    <a:pt x="120396" y="111633"/>
                  </a:lnTo>
                  <a:lnTo>
                    <a:pt x="137668" y="147701"/>
                  </a:lnTo>
                  <a:lnTo>
                    <a:pt x="163702" y="157480"/>
                  </a:lnTo>
                  <a:lnTo>
                    <a:pt x="181482" y="157480"/>
                  </a:lnTo>
                  <a:lnTo>
                    <a:pt x="188641" y="156210"/>
                  </a:lnTo>
                  <a:lnTo>
                    <a:pt x="189045" y="156210"/>
                  </a:lnTo>
                  <a:lnTo>
                    <a:pt x="202946" y="150495"/>
                  </a:lnTo>
                  <a:lnTo>
                    <a:pt x="208660" y="146558"/>
                  </a:lnTo>
                  <a:lnTo>
                    <a:pt x="212881" y="141986"/>
                  </a:lnTo>
                  <a:lnTo>
                    <a:pt x="167131" y="141986"/>
                  </a:lnTo>
                  <a:lnTo>
                    <a:pt x="161925" y="140843"/>
                  </a:lnTo>
                  <a:lnTo>
                    <a:pt x="157733" y="138684"/>
                  </a:lnTo>
                  <a:lnTo>
                    <a:pt x="153416" y="136652"/>
                  </a:lnTo>
                  <a:lnTo>
                    <a:pt x="150113" y="133731"/>
                  </a:lnTo>
                  <a:lnTo>
                    <a:pt x="147574" y="130175"/>
                  </a:lnTo>
                  <a:lnTo>
                    <a:pt x="145033" y="126492"/>
                  </a:lnTo>
                  <a:lnTo>
                    <a:pt x="143255" y="122301"/>
                  </a:lnTo>
                  <a:lnTo>
                    <a:pt x="142240" y="117475"/>
                  </a:lnTo>
                  <a:lnTo>
                    <a:pt x="141097" y="112649"/>
                  </a:lnTo>
                  <a:lnTo>
                    <a:pt x="140774" y="109347"/>
                  </a:lnTo>
                  <a:lnTo>
                    <a:pt x="140663" y="108204"/>
                  </a:lnTo>
                  <a:lnTo>
                    <a:pt x="140588" y="96266"/>
                  </a:lnTo>
                  <a:lnTo>
                    <a:pt x="140997" y="92837"/>
                  </a:lnTo>
                  <a:lnTo>
                    <a:pt x="141118" y="91821"/>
                  </a:lnTo>
                  <a:lnTo>
                    <a:pt x="141224" y="90932"/>
                  </a:lnTo>
                  <a:lnTo>
                    <a:pt x="142621" y="86106"/>
                  </a:lnTo>
                  <a:lnTo>
                    <a:pt x="143891" y="81280"/>
                  </a:lnTo>
                  <a:lnTo>
                    <a:pt x="145923" y="77089"/>
                  </a:lnTo>
                  <a:lnTo>
                    <a:pt x="151256" y="69977"/>
                  </a:lnTo>
                  <a:lnTo>
                    <a:pt x="154812" y="67310"/>
                  </a:lnTo>
                  <a:lnTo>
                    <a:pt x="158876" y="65405"/>
                  </a:lnTo>
                  <a:lnTo>
                    <a:pt x="162806" y="63500"/>
                  </a:lnTo>
                  <a:lnTo>
                    <a:pt x="162342" y="63500"/>
                  </a:lnTo>
                  <a:lnTo>
                    <a:pt x="168148" y="62484"/>
                  </a:lnTo>
                  <a:lnTo>
                    <a:pt x="214801" y="62484"/>
                  </a:lnTo>
                  <a:lnTo>
                    <a:pt x="209550" y="56768"/>
                  </a:lnTo>
                  <a:lnTo>
                    <a:pt x="204088" y="53212"/>
                  </a:lnTo>
                  <a:lnTo>
                    <a:pt x="197611" y="50673"/>
                  </a:lnTo>
                  <a:lnTo>
                    <a:pt x="191355" y="48387"/>
                  </a:lnTo>
                  <a:lnTo>
                    <a:pt x="191769" y="48387"/>
                  </a:lnTo>
                  <a:lnTo>
                    <a:pt x="183387" y="46990"/>
                  </a:lnTo>
                  <a:close/>
                </a:path>
                <a:path w="414020" h="157479">
                  <a:moveTo>
                    <a:pt x="214801" y="62484"/>
                  </a:moveTo>
                  <a:lnTo>
                    <a:pt x="180212" y="62484"/>
                  </a:lnTo>
                  <a:lnTo>
                    <a:pt x="185420" y="63500"/>
                  </a:lnTo>
                  <a:lnTo>
                    <a:pt x="189737" y="65659"/>
                  </a:lnTo>
                  <a:lnTo>
                    <a:pt x="193143" y="67310"/>
                  </a:lnTo>
                  <a:lnTo>
                    <a:pt x="194072" y="67818"/>
                  </a:lnTo>
                  <a:lnTo>
                    <a:pt x="197230" y="70612"/>
                  </a:lnTo>
                  <a:lnTo>
                    <a:pt x="199644" y="74295"/>
                  </a:lnTo>
                  <a:lnTo>
                    <a:pt x="202183" y="77978"/>
                  </a:lnTo>
                  <a:lnTo>
                    <a:pt x="203961" y="82168"/>
                  </a:lnTo>
                  <a:lnTo>
                    <a:pt x="204977" y="86995"/>
                  </a:lnTo>
                  <a:lnTo>
                    <a:pt x="206121" y="91821"/>
                  </a:lnTo>
                  <a:lnTo>
                    <a:pt x="206430" y="94996"/>
                  </a:lnTo>
                  <a:lnTo>
                    <a:pt x="206554" y="96266"/>
                  </a:lnTo>
                  <a:lnTo>
                    <a:pt x="206628" y="108204"/>
                  </a:lnTo>
                  <a:lnTo>
                    <a:pt x="206220" y="111633"/>
                  </a:lnTo>
                  <a:lnTo>
                    <a:pt x="206099" y="112649"/>
                  </a:lnTo>
                  <a:lnTo>
                    <a:pt x="205994" y="113537"/>
                  </a:lnTo>
                  <a:lnTo>
                    <a:pt x="179197" y="141986"/>
                  </a:lnTo>
                  <a:lnTo>
                    <a:pt x="212881" y="141986"/>
                  </a:lnTo>
                  <a:lnTo>
                    <a:pt x="217677" y="136652"/>
                  </a:lnTo>
                  <a:lnTo>
                    <a:pt x="221106" y="130683"/>
                  </a:lnTo>
                  <a:lnTo>
                    <a:pt x="225678" y="116967"/>
                  </a:lnTo>
                  <a:lnTo>
                    <a:pt x="226822" y="109347"/>
                  </a:lnTo>
                  <a:lnTo>
                    <a:pt x="226822" y="92837"/>
                  </a:lnTo>
                  <a:lnTo>
                    <a:pt x="226110" y="87503"/>
                  </a:lnTo>
                  <a:lnTo>
                    <a:pt x="226043" y="86995"/>
                  </a:lnTo>
                  <a:lnTo>
                    <a:pt x="225924" y="86106"/>
                  </a:lnTo>
                  <a:lnTo>
                    <a:pt x="225805" y="85217"/>
                  </a:lnTo>
                  <a:lnTo>
                    <a:pt x="223647" y="78486"/>
                  </a:lnTo>
                  <a:lnTo>
                    <a:pt x="221487" y="71882"/>
                  </a:lnTo>
                  <a:lnTo>
                    <a:pt x="218185" y="66167"/>
                  </a:lnTo>
                  <a:lnTo>
                    <a:pt x="214801" y="62484"/>
                  </a:lnTo>
                  <a:close/>
                </a:path>
                <a:path w="414020" h="157479">
                  <a:moveTo>
                    <a:pt x="270128" y="155575"/>
                  </a:moveTo>
                  <a:lnTo>
                    <a:pt x="258063" y="155575"/>
                  </a:lnTo>
                  <a:lnTo>
                    <a:pt x="259333" y="155829"/>
                  </a:lnTo>
                  <a:lnTo>
                    <a:pt x="268858" y="155829"/>
                  </a:lnTo>
                  <a:lnTo>
                    <a:pt x="270128" y="155575"/>
                  </a:lnTo>
                  <a:close/>
                </a:path>
                <a:path w="414020" h="157479">
                  <a:moveTo>
                    <a:pt x="267461" y="48768"/>
                  </a:moveTo>
                  <a:lnTo>
                    <a:pt x="258825" y="48768"/>
                  </a:lnTo>
                  <a:lnTo>
                    <a:pt x="257682" y="48895"/>
                  </a:lnTo>
                  <a:lnTo>
                    <a:pt x="254507" y="153670"/>
                  </a:lnTo>
                  <a:lnTo>
                    <a:pt x="255016" y="154432"/>
                  </a:lnTo>
                  <a:lnTo>
                    <a:pt x="255524" y="154812"/>
                  </a:lnTo>
                  <a:lnTo>
                    <a:pt x="256285" y="155067"/>
                  </a:lnTo>
                  <a:lnTo>
                    <a:pt x="257301" y="155575"/>
                  </a:lnTo>
                  <a:lnTo>
                    <a:pt x="270933" y="155575"/>
                  </a:lnTo>
                  <a:lnTo>
                    <a:pt x="271779" y="155067"/>
                  </a:lnTo>
                  <a:lnTo>
                    <a:pt x="272542" y="154812"/>
                  </a:lnTo>
                  <a:lnTo>
                    <a:pt x="273050" y="154432"/>
                  </a:lnTo>
                  <a:lnTo>
                    <a:pt x="273430" y="154051"/>
                  </a:lnTo>
                  <a:lnTo>
                    <a:pt x="273684" y="153670"/>
                  </a:lnTo>
                  <a:lnTo>
                    <a:pt x="273811" y="86487"/>
                  </a:lnTo>
                  <a:lnTo>
                    <a:pt x="276605" y="82296"/>
                  </a:lnTo>
                  <a:lnTo>
                    <a:pt x="291490" y="66675"/>
                  </a:lnTo>
                  <a:lnTo>
                    <a:pt x="271906" y="66675"/>
                  </a:lnTo>
                  <a:lnTo>
                    <a:pt x="268604" y="48895"/>
                  </a:lnTo>
                  <a:lnTo>
                    <a:pt x="267461" y="48768"/>
                  </a:lnTo>
                  <a:close/>
                </a:path>
                <a:path w="414020" h="157479">
                  <a:moveTo>
                    <a:pt x="316248" y="64643"/>
                  </a:moveTo>
                  <a:lnTo>
                    <a:pt x="302895" y="64643"/>
                  </a:lnTo>
                  <a:lnTo>
                    <a:pt x="305816" y="65151"/>
                  </a:lnTo>
                  <a:lnTo>
                    <a:pt x="307085" y="65532"/>
                  </a:lnTo>
                  <a:lnTo>
                    <a:pt x="308228" y="65912"/>
                  </a:lnTo>
                  <a:lnTo>
                    <a:pt x="309943" y="66293"/>
                  </a:lnTo>
                  <a:lnTo>
                    <a:pt x="309710" y="66293"/>
                  </a:lnTo>
                  <a:lnTo>
                    <a:pt x="310832" y="66675"/>
                  </a:lnTo>
                  <a:lnTo>
                    <a:pt x="311276" y="66802"/>
                  </a:lnTo>
                  <a:lnTo>
                    <a:pt x="312166" y="67183"/>
                  </a:lnTo>
                  <a:lnTo>
                    <a:pt x="314705" y="67183"/>
                  </a:lnTo>
                  <a:lnTo>
                    <a:pt x="315086" y="66802"/>
                  </a:lnTo>
                  <a:lnTo>
                    <a:pt x="315277" y="66675"/>
                  </a:lnTo>
                  <a:lnTo>
                    <a:pt x="315595" y="66293"/>
                  </a:lnTo>
                  <a:lnTo>
                    <a:pt x="315785" y="65912"/>
                  </a:lnTo>
                  <a:lnTo>
                    <a:pt x="316229" y="64770"/>
                  </a:lnTo>
                  <a:lnTo>
                    <a:pt x="316248" y="64643"/>
                  </a:lnTo>
                  <a:close/>
                </a:path>
                <a:path w="414020" h="157479">
                  <a:moveTo>
                    <a:pt x="303275" y="47117"/>
                  </a:moveTo>
                  <a:lnTo>
                    <a:pt x="298069" y="47117"/>
                  </a:lnTo>
                  <a:lnTo>
                    <a:pt x="295783" y="47498"/>
                  </a:lnTo>
                  <a:lnTo>
                    <a:pt x="295973" y="47498"/>
                  </a:lnTo>
                  <a:lnTo>
                    <a:pt x="291973" y="48387"/>
                  </a:lnTo>
                  <a:lnTo>
                    <a:pt x="290258" y="49149"/>
                  </a:lnTo>
                  <a:lnTo>
                    <a:pt x="289496" y="49530"/>
                  </a:lnTo>
                  <a:lnTo>
                    <a:pt x="287193" y="51054"/>
                  </a:lnTo>
                  <a:lnTo>
                    <a:pt x="285115" y="52324"/>
                  </a:lnTo>
                  <a:lnTo>
                    <a:pt x="282701" y="54356"/>
                  </a:lnTo>
                  <a:lnTo>
                    <a:pt x="277622" y="59436"/>
                  </a:lnTo>
                  <a:lnTo>
                    <a:pt x="274827" y="62737"/>
                  </a:lnTo>
                  <a:lnTo>
                    <a:pt x="271906" y="66675"/>
                  </a:lnTo>
                  <a:lnTo>
                    <a:pt x="291490" y="66675"/>
                  </a:lnTo>
                  <a:lnTo>
                    <a:pt x="292100" y="66293"/>
                  </a:lnTo>
                  <a:lnTo>
                    <a:pt x="295909" y="64770"/>
                  </a:lnTo>
                  <a:lnTo>
                    <a:pt x="296862" y="64643"/>
                  </a:lnTo>
                  <a:lnTo>
                    <a:pt x="316248" y="64643"/>
                  </a:lnTo>
                  <a:lnTo>
                    <a:pt x="316229" y="52324"/>
                  </a:lnTo>
                  <a:lnTo>
                    <a:pt x="316102" y="51816"/>
                  </a:lnTo>
                  <a:lnTo>
                    <a:pt x="315975" y="51308"/>
                  </a:lnTo>
                  <a:lnTo>
                    <a:pt x="315849" y="51054"/>
                  </a:lnTo>
                  <a:lnTo>
                    <a:pt x="312420" y="48895"/>
                  </a:lnTo>
                  <a:lnTo>
                    <a:pt x="311276" y="48514"/>
                  </a:lnTo>
                  <a:lnTo>
                    <a:pt x="310006" y="48133"/>
                  </a:lnTo>
                  <a:lnTo>
                    <a:pt x="308609" y="47879"/>
                  </a:lnTo>
                  <a:lnTo>
                    <a:pt x="307212" y="47498"/>
                  </a:lnTo>
                  <a:lnTo>
                    <a:pt x="303275" y="47117"/>
                  </a:lnTo>
                  <a:close/>
                </a:path>
                <a:path w="414020" h="157479">
                  <a:moveTo>
                    <a:pt x="408993" y="61976"/>
                  </a:moveTo>
                  <a:lnTo>
                    <a:pt x="374523" y="61976"/>
                  </a:lnTo>
                  <a:lnTo>
                    <a:pt x="378332" y="62484"/>
                  </a:lnTo>
                  <a:lnTo>
                    <a:pt x="384809" y="64643"/>
                  </a:lnTo>
                  <a:lnTo>
                    <a:pt x="384640" y="64643"/>
                  </a:lnTo>
                  <a:lnTo>
                    <a:pt x="386969" y="66040"/>
                  </a:lnTo>
                  <a:lnTo>
                    <a:pt x="388874" y="67945"/>
                  </a:lnTo>
                  <a:lnTo>
                    <a:pt x="390778" y="69977"/>
                  </a:lnTo>
                  <a:lnTo>
                    <a:pt x="392102" y="72262"/>
                  </a:lnTo>
                  <a:lnTo>
                    <a:pt x="392175" y="72390"/>
                  </a:lnTo>
                  <a:lnTo>
                    <a:pt x="393065" y="75437"/>
                  </a:lnTo>
                  <a:lnTo>
                    <a:pt x="393953" y="78359"/>
                  </a:lnTo>
                  <a:lnTo>
                    <a:pt x="394334" y="81787"/>
                  </a:lnTo>
                  <a:lnTo>
                    <a:pt x="394334" y="93472"/>
                  </a:lnTo>
                  <a:lnTo>
                    <a:pt x="371475" y="93472"/>
                  </a:lnTo>
                  <a:lnTo>
                    <a:pt x="363981" y="94234"/>
                  </a:lnTo>
                  <a:lnTo>
                    <a:pt x="330073" y="112141"/>
                  </a:lnTo>
                  <a:lnTo>
                    <a:pt x="327532" y="116332"/>
                  </a:lnTo>
                  <a:lnTo>
                    <a:pt x="326390" y="121158"/>
                  </a:lnTo>
                  <a:lnTo>
                    <a:pt x="326390" y="131699"/>
                  </a:lnTo>
                  <a:lnTo>
                    <a:pt x="343773" y="154178"/>
                  </a:lnTo>
                  <a:lnTo>
                    <a:pt x="343992" y="154178"/>
                  </a:lnTo>
                  <a:lnTo>
                    <a:pt x="348511" y="155448"/>
                  </a:lnTo>
                  <a:lnTo>
                    <a:pt x="352551" y="156718"/>
                  </a:lnTo>
                  <a:lnTo>
                    <a:pt x="357631" y="157480"/>
                  </a:lnTo>
                  <a:lnTo>
                    <a:pt x="369697" y="157480"/>
                  </a:lnTo>
                  <a:lnTo>
                    <a:pt x="396621" y="143002"/>
                  </a:lnTo>
                  <a:lnTo>
                    <a:pt x="360045" y="143002"/>
                  </a:lnTo>
                  <a:lnTo>
                    <a:pt x="355092" y="141478"/>
                  </a:lnTo>
                  <a:lnTo>
                    <a:pt x="351662" y="138430"/>
                  </a:lnTo>
                  <a:lnTo>
                    <a:pt x="348106" y="135382"/>
                  </a:lnTo>
                  <a:lnTo>
                    <a:pt x="346328" y="131191"/>
                  </a:lnTo>
                  <a:lnTo>
                    <a:pt x="346328" y="122936"/>
                  </a:lnTo>
                  <a:lnTo>
                    <a:pt x="346963" y="120268"/>
                  </a:lnTo>
                  <a:lnTo>
                    <a:pt x="348233" y="117856"/>
                  </a:lnTo>
                  <a:lnTo>
                    <a:pt x="349376" y="115570"/>
                  </a:lnTo>
                  <a:lnTo>
                    <a:pt x="351281" y="113537"/>
                  </a:lnTo>
                  <a:lnTo>
                    <a:pt x="353949" y="111887"/>
                  </a:lnTo>
                  <a:lnTo>
                    <a:pt x="356488" y="110109"/>
                  </a:lnTo>
                  <a:lnTo>
                    <a:pt x="359791" y="108966"/>
                  </a:lnTo>
                  <a:lnTo>
                    <a:pt x="367665" y="107187"/>
                  </a:lnTo>
                  <a:lnTo>
                    <a:pt x="372363" y="106807"/>
                  </a:lnTo>
                  <a:lnTo>
                    <a:pt x="413766" y="106807"/>
                  </a:lnTo>
                  <a:lnTo>
                    <a:pt x="413730" y="78359"/>
                  </a:lnTo>
                  <a:lnTo>
                    <a:pt x="413003" y="73152"/>
                  </a:lnTo>
                  <a:lnTo>
                    <a:pt x="411479" y="68453"/>
                  </a:lnTo>
                  <a:lnTo>
                    <a:pt x="410082" y="63754"/>
                  </a:lnTo>
                  <a:lnTo>
                    <a:pt x="408993" y="61976"/>
                  </a:lnTo>
                  <a:close/>
                </a:path>
                <a:path w="414020" h="157479">
                  <a:moveTo>
                    <a:pt x="413766" y="142621"/>
                  </a:moveTo>
                  <a:lnTo>
                    <a:pt x="397001" y="142621"/>
                  </a:lnTo>
                  <a:lnTo>
                    <a:pt x="397001" y="153543"/>
                  </a:lnTo>
                  <a:lnTo>
                    <a:pt x="400430" y="155702"/>
                  </a:lnTo>
                  <a:lnTo>
                    <a:pt x="410209" y="155702"/>
                  </a:lnTo>
                  <a:lnTo>
                    <a:pt x="413766" y="153543"/>
                  </a:lnTo>
                  <a:lnTo>
                    <a:pt x="413766" y="142621"/>
                  </a:lnTo>
                  <a:close/>
                </a:path>
                <a:path w="414020" h="157479">
                  <a:moveTo>
                    <a:pt x="413766" y="106807"/>
                  </a:moveTo>
                  <a:lnTo>
                    <a:pt x="394334" y="106807"/>
                  </a:lnTo>
                  <a:lnTo>
                    <a:pt x="394334" y="128143"/>
                  </a:lnTo>
                  <a:lnTo>
                    <a:pt x="389635" y="133096"/>
                  </a:lnTo>
                  <a:lnTo>
                    <a:pt x="384936" y="136906"/>
                  </a:lnTo>
                  <a:lnTo>
                    <a:pt x="380619" y="139319"/>
                  </a:lnTo>
                  <a:lnTo>
                    <a:pt x="376174" y="141859"/>
                  </a:lnTo>
                  <a:lnTo>
                    <a:pt x="371475" y="143002"/>
                  </a:lnTo>
                  <a:lnTo>
                    <a:pt x="396621" y="143002"/>
                  </a:lnTo>
                  <a:lnTo>
                    <a:pt x="397001" y="142621"/>
                  </a:lnTo>
                  <a:lnTo>
                    <a:pt x="413766" y="142621"/>
                  </a:lnTo>
                  <a:lnTo>
                    <a:pt x="413766" y="106807"/>
                  </a:lnTo>
                  <a:close/>
                </a:path>
                <a:path w="414020" h="157479">
                  <a:moveTo>
                    <a:pt x="379475" y="46990"/>
                  </a:moveTo>
                  <a:lnTo>
                    <a:pt x="367665" y="46990"/>
                  </a:lnTo>
                  <a:lnTo>
                    <a:pt x="363600" y="47371"/>
                  </a:lnTo>
                  <a:lnTo>
                    <a:pt x="359536" y="48133"/>
                  </a:lnTo>
                  <a:lnTo>
                    <a:pt x="355600" y="48768"/>
                  </a:lnTo>
                  <a:lnTo>
                    <a:pt x="351917" y="49657"/>
                  </a:lnTo>
                  <a:lnTo>
                    <a:pt x="348487" y="50800"/>
                  </a:lnTo>
                  <a:lnTo>
                    <a:pt x="345058" y="51816"/>
                  </a:lnTo>
                  <a:lnTo>
                    <a:pt x="334009" y="57785"/>
                  </a:lnTo>
                  <a:lnTo>
                    <a:pt x="332867" y="58674"/>
                  </a:lnTo>
                  <a:lnTo>
                    <a:pt x="332231" y="59817"/>
                  </a:lnTo>
                  <a:lnTo>
                    <a:pt x="331724" y="61849"/>
                  </a:lnTo>
                  <a:lnTo>
                    <a:pt x="331761" y="63754"/>
                  </a:lnTo>
                  <a:lnTo>
                    <a:pt x="331869" y="68453"/>
                  </a:lnTo>
                  <a:lnTo>
                    <a:pt x="331977" y="69215"/>
                  </a:lnTo>
                  <a:lnTo>
                    <a:pt x="332147" y="69723"/>
                  </a:lnTo>
                  <a:lnTo>
                    <a:pt x="332231" y="69977"/>
                  </a:lnTo>
                  <a:lnTo>
                    <a:pt x="332612" y="70612"/>
                  </a:lnTo>
                  <a:lnTo>
                    <a:pt x="332867" y="71247"/>
                  </a:lnTo>
                  <a:lnTo>
                    <a:pt x="333375" y="71628"/>
                  </a:lnTo>
                  <a:lnTo>
                    <a:pt x="333755" y="71882"/>
                  </a:lnTo>
                  <a:lnTo>
                    <a:pt x="334263" y="72262"/>
                  </a:lnTo>
                  <a:lnTo>
                    <a:pt x="334772" y="72390"/>
                  </a:lnTo>
                  <a:lnTo>
                    <a:pt x="336423" y="72390"/>
                  </a:lnTo>
                  <a:lnTo>
                    <a:pt x="337820" y="71882"/>
                  </a:lnTo>
                  <a:lnTo>
                    <a:pt x="339725" y="70739"/>
                  </a:lnTo>
                  <a:lnTo>
                    <a:pt x="341756" y="69723"/>
                  </a:lnTo>
                  <a:lnTo>
                    <a:pt x="356520" y="63754"/>
                  </a:lnTo>
                  <a:lnTo>
                    <a:pt x="360933" y="62484"/>
                  </a:lnTo>
                  <a:lnTo>
                    <a:pt x="365251" y="61976"/>
                  </a:lnTo>
                  <a:lnTo>
                    <a:pt x="408993" y="61976"/>
                  </a:lnTo>
                  <a:lnTo>
                    <a:pt x="407670" y="59817"/>
                  </a:lnTo>
                  <a:lnTo>
                    <a:pt x="404500" y="56768"/>
                  </a:lnTo>
                  <a:lnTo>
                    <a:pt x="401066" y="53593"/>
                  </a:lnTo>
                  <a:lnTo>
                    <a:pt x="396621" y="51181"/>
                  </a:lnTo>
                  <a:lnTo>
                    <a:pt x="385952" y="47879"/>
                  </a:lnTo>
                  <a:lnTo>
                    <a:pt x="379475" y="46990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1252327" y="4133596"/>
              <a:ext cx="225678" cy="15709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9005443" y="4414773"/>
              <a:ext cx="881525" cy="15024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9953117" y="4456176"/>
              <a:ext cx="112013" cy="14731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10145141" y="4429252"/>
              <a:ext cx="942739" cy="135762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11160379" y="4407534"/>
              <a:ext cx="153416" cy="15786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9003538" y="4680711"/>
              <a:ext cx="1271523" cy="159004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10351389" y="4681854"/>
              <a:ext cx="276225" cy="158115"/>
            </a:xfrm>
            <a:custGeom>
              <a:avLst/>
              <a:gdLst/>
              <a:ahLst/>
              <a:cxnLst/>
              <a:rect l="l" t="t" r="r" b="b"/>
              <a:pathLst>
                <a:path w="276225" h="158114">
                  <a:moveTo>
                    <a:pt x="23113" y="155702"/>
                  </a:moveTo>
                  <a:lnTo>
                    <a:pt x="8000" y="155702"/>
                  </a:lnTo>
                  <a:lnTo>
                    <a:pt x="10032" y="155956"/>
                  </a:lnTo>
                  <a:lnTo>
                    <a:pt x="21208" y="155956"/>
                  </a:lnTo>
                  <a:lnTo>
                    <a:pt x="23113" y="155702"/>
                  </a:lnTo>
                  <a:close/>
                </a:path>
                <a:path w="276225" h="158114">
                  <a:moveTo>
                    <a:pt x="21208" y="0"/>
                  </a:moveTo>
                  <a:lnTo>
                    <a:pt x="10032" y="0"/>
                  </a:lnTo>
                  <a:lnTo>
                    <a:pt x="6095" y="508"/>
                  </a:lnTo>
                  <a:lnTo>
                    <a:pt x="4444" y="762"/>
                  </a:lnTo>
                  <a:lnTo>
                    <a:pt x="3301" y="1270"/>
                  </a:lnTo>
                  <a:lnTo>
                    <a:pt x="2031" y="1651"/>
                  </a:lnTo>
                  <a:lnTo>
                    <a:pt x="1269" y="2159"/>
                  </a:lnTo>
                  <a:lnTo>
                    <a:pt x="761" y="2794"/>
                  </a:lnTo>
                  <a:lnTo>
                    <a:pt x="253" y="3302"/>
                  </a:lnTo>
                  <a:lnTo>
                    <a:pt x="0" y="3937"/>
                  </a:lnTo>
                  <a:lnTo>
                    <a:pt x="0" y="152273"/>
                  </a:lnTo>
                  <a:lnTo>
                    <a:pt x="253" y="152908"/>
                  </a:lnTo>
                  <a:lnTo>
                    <a:pt x="761" y="153416"/>
                  </a:lnTo>
                  <a:lnTo>
                    <a:pt x="1269" y="154051"/>
                  </a:lnTo>
                  <a:lnTo>
                    <a:pt x="2031" y="154559"/>
                  </a:lnTo>
                  <a:lnTo>
                    <a:pt x="3301" y="154813"/>
                  </a:lnTo>
                  <a:lnTo>
                    <a:pt x="4444" y="155194"/>
                  </a:lnTo>
                  <a:lnTo>
                    <a:pt x="6646" y="155702"/>
                  </a:lnTo>
                  <a:lnTo>
                    <a:pt x="24637" y="155702"/>
                  </a:lnTo>
                  <a:lnTo>
                    <a:pt x="26669" y="155194"/>
                  </a:lnTo>
                  <a:lnTo>
                    <a:pt x="27939" y="154813"/>
                  </a:lnTo>
                  <a:lnTo>
                    <a:pt x="29082" y="154559"/>
                  </a:lnTo>
                  <a:lnTo>
                    <a:pt x="29971" y="154051"/>
                  </a:lnTo>
                  <a:lnTo>
                    <a:pt x="30479" y="153416"/>
                  </a:lnTo>
                  <a:lnTo>
                    <a:pt x="30987" y="152908"/>
                  </a:lnTo>
                  <a:lnTo>
                    <a:pt x="31241" y="152273"/>
                  </a:lnTo>
                  <a:lnTo>
                    <a:pt x="31241" y="3937"/>
                  </a:lnTo>
                  <a:lnTo>
                    <a:pt x="30987" y="3302"/>
                  </a:lnTo>
                  <a:lnTo>
                    <a:pt x="30479" y="2794"/>
                  </a:lnTo>
                  <a:lnTo>
                    <a:pt x="29971" y="2159"/>
                  </a:lnTo>
                  <a:lnTo>
                    <a:pt x="29082" y="1651"/>
                  </a:lnTo>
                  <a:lnTo>
                    <a:pt x="27939" y="1270"/>
                  </a:lnTo>
                  <a:lnTo>
                    <a:pt x="26669" y="762"/>
                  </a:lnTo>
                  <a:lnTo>
                    <a:pt x="25145" y="508"/>
                  </a:lnTo>
                  <a:lnTo>
                    <a:pt x="21208" y="0"/>
                  </a:lnTo>
                  <a:close/>
                </a:path>
                <a:path w="276225" h="158114">
                  <a:moveTo>
                    <a:pt x="116331" y="45593"/>
                  </a:moveTo>
                  <a:lnTo>
                    <a:pt x="75945" y="56388"/>
                  </a:lnTo>
                  <a:lnTo>
                    <a:pt x="59562" y="79502"/>
                  </a:lnTo>
                  <a:lnTo>
                    <a:pt x="57022" y="86487"/>
                  </a:lnTo>
                  <a:lnTo>
                    <a:pt x="55752" y="94234"/>
                  </a:lnTo>
                  <a:lnTo>
                    <a:pt x="55808" y="111887"/>
                  </a:lnTo>
                  <a:lnTo>
                    <a:pt x="56877" y="119253"/>
                  </a:lnTo>
                  <a:lnTo>
                    <a:pt x="56895" y="119380"/>
                  </a:lnTo>
                  <a:lnTo>
                    <a:pt x="59308" y="126238"/>
                  </a:lnTo>
                  <a:lnTo>
                    <a:pt x="60875" y="130937"/>
                  </a:lnTo>
                  <a:lnTo>
                    <a:pt x="61674" y="133223"/>
                  </a:lnTo>
                  <a:lnTo>
                    <a:pt x="93680" y="155825"/>
                  </a:lnTo>
                  <a:lnTo>
                    <a:pt x="113664" y="157861"/>
                  </a:lnTo>
                  <a:lnTo>
                    <a:pt x="119863" y="157642"/>
                  </a:lnTo>
                  <a:lnTo>
                    <a:pt x="120674" y="157642"/>
                  </a:lnTo>
                  <a:lnTo>
                    <a:pt x="159257" y="141986"/>
                  </a:lnTo>
                  <a:lnTo>
                    <a:pt x="164337" y="137033"/>
                  </a:lnTo>
                  <a:lnTo>
                    <a:pt x="165258" y="135509"/>
                  </a:lnTo>
                  <a:lnTo>
                    <a:pt x="109600" y="135509"/>
                  </a:lnTo>
                  <a:lnTo>
                    <a:pt x="105899" y="134747"/>
                  </a:lnTo>
                  <a:lnTo>
                    <a:pt x="105546" y="134747"/>
                  </a:lnTo>
                  <a:lnTo>
                    <a:pt x="98425" y="131318"/>
                  </a:lnTo>
                  <a:lnTo>
                    <a:pt x="89280" y="115062"/>
                  </a:lnTo>
                  <a:lnTo>
                    <a:pt x="88487" y="111887"/>
                  </a:lnTo>
                  <a:lnTo>
                    <a:pt x="88391" y="111506"/>
                  </a:lnTo>
                  <a:lnTo>
                    <a:pt x="88264" y="110998"/>
                  </a:lnTo>
                  <a:lnTo>
                    <a:pt x="87947" y="107188"/>
                  </a:lnTo>
                  <a:lnTo>
                    <a:pt x="87883" y="96266"/>
                  </a:lnTo>
                  <a:lnTo>
                    <a:pt x="88295" y="92456"/>
                  </a:lnTo>
                  <a:lnTo>
                    <a:pt x="88391" y="91567"/>
                  </a:lnTo>
                  <a:lnTo>
                    <a:pt x="89534" y="87376"/>
                  </a:lnTo>
                  <a:lnTo>
                    <a:pt x="90677" y="83312"/>
                  </a:lnTo>
                  <a:lnTo>
                    <a:pt x="92328" y="79756"/>
                  </a:lnTo>
                  <a:lnTo>
                    <a:pt x="94614" y="76835"/>
                  </a:lnTo>
                  <a:lnTo>
                    <a:pt x="96774" y="73914"/>
                  </a:lnTo>
                  <a:lnTo>
                    <a:pt x="99694" y="71628"/>
                  </a:lnTo>
                  <a:lnTo>
                    <a:pt x="106267" y="68707"/>
                  </a:lnTo>
                  <a:lnTo>
                    <a:pt x="105875" y="68707"/>
                  </a:lnTo>
                  <a:lnTo>
                    <a:pt x="110616" y="67818"/>
                  </a:lnTo>
                  <a:lnTo>
                    <a:pt x="166911" y="67818"/>
                  </a:lnTo>
                  <a:lnTo>
                    <a:pt x="164972" y="64516"/>
                  </a:lnTo>
                  <a:lnTo>
                    <a:pt x="160146" y="59944"/>
                  </a:lnTo>
                  <a:lnTo>
                    <a:pt x="155447" y="55245"/>
                  </a:lnTo>
                  <a:lnTo>
                    <a:pt x="149351" y="51689"/>
                  </a:lnTo>
                  <a:lnTo>
                    <a:pt x="142112" y="49276"/>
                  </a:lnTo>
                  <a:lnTo>
                    <a:pt x="136423" y="47682"/>
                  </a:lnTo>
                  <a:lnTo>
                    <a:pt x="130820" y="46640"/>
                  </a:lnTo>
                  <a:lnTo>
                    <a:pt x="131285" y="46640"/>
                  </a:lnTo>
                  <a:lnTo>
                    <a:pt x="123768" y="45854"/>
                  </a:lnTo>
                  <a:lnTo>
                    <a:pt x="124306" y="45854"/>
                  </a:lnTo>
                  <a:lnTo>
                    <a:pt x="116331" y="45593"/>
                  </a:lnTo>
                  <a:close/>
                </a:path>
                <a:path w="276225" h="158114">
                  <a:moveTo>
                    <a:pt x="166911" y="67818"/>
                  </a:moveTo>
                  <a:lnTo>
                    <a:pt x="120395" y="67818"/>
                  </a:lnTo>
                  <a:lnTo>
                    <a:pt x="124713" y="68707"/>
                  </a:lnTo>
                  <a:lnTo>
                    <a:pt x="128142" y="70358"/>
                  </a:lnTo>
                  <a:lnTo>
                    <a:pt x="131571" y="72136"/>
                  </a:lnTo>
                  <a:lnTo>
                    <a:pt x="134365" y="74422"/>
                  </a:lnTo>
                  <a:lnTo>
                    <a:pt x="136397" y="77470"/>
                  </a:lnTo>
                  <a:lnTo>
                    <a:pt x="138556" y="80518"/>
                  </a:lnTo>
                  <a:lnTo>
                    <a:pt x="139953" y="84201"/>
                  </a:lnTo>
                  <a:lnTo>
                    <a:pt x="141731" y="92456"/>
                  </a:lnTo>
                  <a:lnTo>
                    <a:pt x="142058" y="96266"/>
                  </a:lnTo>
                  <a:lnTo>
                    <a:pt x="142112" y="107188"/>
                  </a:lnTo>
                  <a:lnTo>
                    <a:pt x="141701" y="110998"/>
                  </a:lnTo>
                  <a:lnTo>
                    <a:pt x="141604" y="111887"/>
                  </a:lnTo>
                  <a:lnTo>
                    <a:pt x="127000" y="133223"/>
                  </a:lnTo>
                  <a:lnTo>
                    <a:pt x="123570" y="134747"/>
                  </a:lnTo>
                  <a:lnTo>
                    <a:pt x="119506" y="135509"/>
                  </a:lnTo>
                  <a:lnTo>
                    <a:pt x="165258" y="135509"/>
                  </a:lnTo>
                  <a:lnTo>
                    <a:pt x="168020" y="130937"/>
                  </a:lnTo>
                  <a:lnTo>
                    <a:pt x="170560" y="123952"/>
                  </a:lnTo>
                  <a:lnTo>
                    <a:pt x="172974" y="116967"/>
                  </a:lnTo>
                  <a:lnTo>
                    <a:pt x="174243" y="109220"/>
                  </a:lnTo>
                  <a:lnTo>
                    <a:pt x="174206" y="91567"/>
                  </a:lnTo>
                  <a:lnTo>
                    <a:pt x="173119" y="84201"/>
                  </a:lnTo>
                  <a:lnTo>
                    <a:pt x="172847" y="83312"/>
                  </a:lnTo>
                  <a:lnTo>
                    <a:pt x="170899" y="77470"/>
                  </a:lnTo>
                  <a:lnTo>
                    <a:pt x="168401" y="70358"/>
                  </a:lnTo>
                  <a:lnTo>
                    <a:pt x="166911" y="67818"/>
                  </a:lnTo>
                  <a:close/>
                </a:path>
                <a:path w="276225" h="158114">
                  <a:moveTo>
                    <a:pt x="196595" y="128397"/>
                  </a:moveTo>
                  <a:lnTo>
                    <a:pt x="194944" y="128397"/>
                  </a:lnTo>
                  <a:lnTo>
                    <a:pt x="194309" y="128524"/>
                  </a:lnTo>
                  <a:lnTo>
                    <a:pt x="193293" y="129032"/>
                  </a:lnTo>
                  <a:lnTo>
                    <a:pt x="192912" y="129540"/>
                  </a:lnTo>
                  <a:lnTo>
                    <a:pt x="192531" y="130429"/>
                  </a:lnTo>
                  <a:lnTo>
                    <a:pt x="192150" y="131191"/>
                  </a:lnTo>
                  <a:lnTo>
                    <a:pt x="191992" y="131826"/>
                  </a:lnTo>
                  <a:lnTo>
                    <a:pt x="191896" y="132207"/>
                  </a:lnTo>
                  <a:lnTo>
                    <a:pt x="191769" y="144399"/>
                  </a:lnTo>
                  <a:lnTo>
                    <a:pt x="192277" y="146050"/>
                  </a:lnTo>
                  <a:lnTo>
                    <a:pt x="192785" y="147828"/>
                  </a:lnTo>
                  <a:lnTo>
                    <a:pt x="193420" y="148971"/>
                  </a:lnTo>
                  <a:lnTo>
                    <a:pt x="194436" y="149733"/>
                  </a:lnTo>
                  <a:lnTo>
                    <a:pt x="195325" y="150622"/>
                  </a:lnTo>
                  <a:lnTo>
                    <a:pt x="196722" y="151384"/>
                  </a:lnTo>
                  <a:lnTo>
                    <a:pt x="198754" y="152273"/>
                  </a:lnTo>
                  <a:lnTo>
                    <a:pt x="200659" y="153162"/>
                  </a:lnTo>
                  <a:lnTo>
                    <a:pt x="203200" y="154051"/>
                  </a:lnTo>
                  <a:lnTo>
                    <a:pt x="223900" y="157861"/>
                  </a:lnTo>
                  <a:lnTo>
                    <a:pt x="234950" y="157861"/>
                  </a:lnTo>
                  <a:lnTo>
                    <a:pt x="270001" y="142621"/>
                  </a:lnTo>
                  <a:lnTo>
                    <a:pt x="272885" y="137414"/>
                  </a:lnTo>
                  <a:lnTo>
                    <a:pt x="223011" y="137414"/>
                  </a:lnTo>
                  <a:lnTo>
                    <a:pt x="220387" y="137160"/>
                  </a:lnTo>
                  <a:lnTo>
                    <a:pt x="219519" y="137160"/>
                  </a:lnTo>
                  <a:lnTo>
                    <a:pt x="211962" y="135001"/>
                  </a:lnTo>
                  <a:lnTo>
                    <a:pt x="208914" y="133985"/>
                  </a:lnTo>
                  <a:lnTo>
                    <a:pt x="206247" y="132842"/>
                  </a:lnTo>
                  <a:lnTo>
                    <a:pt x="203580" y="131826"/>
                  </a:lnTo>
                  <a:lnTo>
                    <a:pt x="201661" y="130810"/>
                  </a:lnTo>
                  <a:lnTo>
                    <a:pt x="198119" y="129032"/>
                  </a:lnTo>
                  <a:lnTo>
                    <a:pt x="196595" y="128397"/>
                  </a:lnTo>
                  <a:close/>
                </a:path>
                <a:path w="276225" h="158114">
                  <a:moveTo>
                    <a:pt x="240664" y="45593"/>
                  </a:moveTo>
                  <a:lnTo>
                    <a:pt x="230250" y="45593"/>
                  </a:lnTo>
                  <a:lnTo>
                    <a:pt x="223900" y="46355"/>
                  </a:lnTo>
                  <a:lnTo>
                    <a:pt x="192499" y="71628"/>
                  </a:lnTo>
                  <a:lnTo>
                    <a:pt x="192383" y="72136"/>
                  </a:lnTo>
                  <a:lnTo>
                    <a:pt x="192325" y="72390"/>
                  </a:lnTo>
                  <a:lnTo>
                    <a:pt x="192238" y="72771"/>
                  </a:lnTo>
                  <a:lnTo>
                    <a:pt x="192150" y="82550"/>
                  </a:lnTo>
                  <a:lnTo>
                    <a:pt x="192793" y="85979"/>
                  </a:lnTo>
                  <a:lnTo>
                    <a:pt x="192912" y="86614"/>
                  </a:lnTo>
                  <a:lnTo>
                    <a:pt x="195960" y="93218"/>
                  </a:lnTo>
                  <a:lnTo>
                    <a:pt x="231775" y="113411"/>
                  </a:lnTo>
                  <a:lnTo>
                    <a:pt x="234695" y="114554"/>
                  </a:lnTo>
                  <a:lnTo>
                    <a:pt x="245617" y="123444"/>
                  </a:lnTo>
                  <a:lnTo>
                    <a:pt x="245617" y="127508"/>
                  </a:lnTo>
                  <a:lnTo>
                    <a:pt x="245182" y="129032"/>
                  </a:lnTo>
                  <a:lnTo>
                    <a:pt x="245109" y="129286"/>
                  </a:lnTo>
                  <a:lnTo>
                    <a:pt x="230250" y="137414"/>
                  </a:lnTo>
                  <a:lnTo>
                    <a:pt x="272885" y="137414"/>
                  </a:lnTo>
                  <a:lnTo>
                    <a:pt x="274700" y="133985"/>
                  </a:lnTo>
                  <a:lnTo>
                    <a:pt x="275840" y="129540"/>
                  </a:lnTo>
                  <a:lnTo>
                    <a:pt x="275905" y="129286"/>
                  </a:lnTo>
                  <a:lnTo>
                    <a:pt x="275970" y="118872"/>
                  </a:lnTo>
                  <a:lnTo>
                    <a:pt x="275081" y="114935"/>
                  </a:lnTo>
                  <a:lnTo>
                    <a:pt x="272033" y="108331"/>
                  </a:lnTo>
                  <a:lnTo>
                    <a:pt x="269875" y="105410"/>
                  </a:lnTo>
                  <a:lnTo>
                    <a:pt x="267334" y="103124"/>
                  </a:lnTo>
                  <a:lnTo>
                    <a:pt x="264928" y="100838"/>
                  </a:lnTo>
                  <a:lnTo>
                    <a:pt x="261874" y="98679"/>
                  </a:lnTo>
                  <a:lnTo>
                    <a:pt x="258571" y="97028"/>
                  </a:lnTo>
                  <a:lnTo>
                    <a:pt x="255396" y="95377"/>
                  </a:lnTo>
                  <a:lnTo>
                    <a:pt x="252094" y="93980"/>
                  </a:lnTo>
                  <a:lnTo>
                    <a:pt x="248665" y="92710"/>
                  </a:lnTo>
                  <a:lnTo>
                    <a:pt x="242061" y="90424"/>
                  </a:lnTo>
                  <a:lnTo>
                    <a:pt x="238759" y="89408"/>
                  </a:lnTo>
                  <a:lnTo>
                    <a:pt x="235584" y="88265"/>
                  </a:lnTo>
                  <a:lnTo>
                    <a:pt x="232663" y="87249"/>
                  </a:lnTo>
                  <a:lnTo>
                    <a:pt x="230124" y="85979"/>
                  </a:lnTo>
                  <a:lnTo>
                    <a:pt x="227456" y="84836"/>
                  </a:lnTo>
                  <a:lnTo>
                    <a:pt x="225425" y="83439"/>
                  </a:lnTo>
                  <a:lnTo>
                    <a:pt x="222250" y="80264"/>
                  </a:lnTo>
                  <a:lnTo>
                    <a:pt x="221487" y="78359"/>
                  </a:lnTo>
                  <a:lnTo>
                    <a:pt x="221487" y="74549"/>
                  </a:lnTo>
                  <a:lnTo>
                    <a:pt x="221868" y="73152"/>
                  </a:lnTo>
                  <a:lnTo>
                    <a:pt x="222948" y="70993"/>
                  </a:lnTo>
                  <a:lnTo>
                    <a:pt x="223011" y="70866"/>
                  </a:lnTo>
                  <a:lnTo>
                    <a:pt x="230631" y="66294"/>
                  </a:lnTo>
                  <a:lnTo>
                    <a:pt x="232155" y="65913"/>
                  </a:lnTo>
                  <a:lnTo>
                    <a:pt x="231859" y="65913"/>
                  </a:lnTo>
                  <a:lnTo>
                    <a:pt x="235076" y="65405"/>
                  </a:lnTo>
                  <a:lnTo>
                    <a:pt x="269197" y="65405"/>
                  </a:lnTo>
                  <a:lnTo>
                    <a:pt x="269112" y="55753"/>
                  </a:lnTo>
                  <a:lnTo>
                    <a:pt x="268985" y="54991"/>
                  </a:lnTo>
                  <a:lnTo>
                    <a:pt x="268782" y="54483"/>
                  </a:lnTo>
                  <a:lnTo>
                    <a:pt x="268350" y="53848"/>
                  </a:lnTo>
                  <a:lnTo>
                    <a:pt x="267969" y="53213"/>
                  </a:lnTo>
                  <a:lnTo>
                    <a:pt x="262762" y="50165"/>
                  </a:lnTo>
                  <a:lnTo>
                    <a:pt x="260984" y="49276"/>
                  </a:lnTo>
                  <a:lnTo>
                    <a:pt x="256031" y="47879"/>
                  </a:lnTo>
                  <a:lnTo>
                    <a:pt x="253491" y="47244"/>
                  </a:lnTo>
                  <a:lnTo>
                    <a:pt x="247268" y="46228"/>
                  </a:lnTo>
                  <a:lnTo>
                    <a:pt x="243966" y="45847"/>
                  </a:lnTo>
                  <a:lnTo>
                    <a:pt x="240664" y="45593"/>
                  </a:lnTo>
                  <a:close/>
                </a:path>
                <a:path w="276225" h="158114">
                  <a:moveTo>
                    <a:pt x="269197" y="65405"/>
                  </a:moveTo>
                  <a:lnTo>
                    <a:pt x="241807" y="65405"/>
                  </a:lnTo>
                  <a:lnTo>
                    <a:pt x="245363" y="65913"/>
                  </a:lnTo>
                  <a:lnTo>
                    <a:pt x="252031" y="67564"/>
                  </a:lnTo>
                  <a:lnTo>
                    <a:pt x="254253" y="68199"/>
                  </a:lnTo>
                  <a:lnTo>
                    <a:pt x="256666" y="69088"/>
                  </a:lnTo>
                  <a:lnTo>
                    <a:pt x="258952" y="70104"/>
                  </a:lnTo>
                  <a:lnTo>
                    <a:pt x="260984" y="70866"/>
                  </a:lnTo>
                  <a:lnTo>
                    <a:pt x="262508" y="71628"/>
                  </a:lnTo>
                  <a:lnTo>
                    <a:pt x="264159" y="72390"/>
                  </a:lnTo>
                  <a:lnTo>
                    <a:pt x="265302" y="72771"/>
                  </a:lnTo>
                  <a:lnTo>
                    <a:pt x="266953" y="72771"/>
                  </a:lnTo>
                  <a:lnTo>
                    <a:pt x="268224" y="72136"/>
                  </a:lnTo>
                  <a:lnTo>
                    <a:pt x="268604" y="71628"/>
                  </a:lnTo>
                  <a:lnTo>
                    <a:pt x="268858" y="70993"/>
                  </a:lnTo>
                  <a:lnTo>
                    <a:pt x="269239" y="70231"/>
                  </a:lnTo>
                  <a:lnTo>
                    <a:pt x="269197" y="65405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4" name="object 54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9003731" y="4956175"/>
              <a:ext cx="1251264" cy="157861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6266688" y="1401952"/>
              <a:ext cx="1870075" cy="194462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9338691" y="1396619"/>
              <a:ext cx="1927352" cy="194462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5732145" y="1023492"/>
              <a:ext cx="564768" cy="163068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398768" y="1011427"/>
              <a:ext cx="285750" cy="175260"/>
            </a:xfrm>
            <a:custGeom>
              <a:avLst/>
              <a:gdLst/>
              <a:ahLst/>
              <a:cxnLst/>
              <a:rect l="l" t="t" r="r" b="b"/>
              <a:pathLst>
                <a:path w="285750" h="175259">
                  <a:moveTo>
                    <a:pt x="16573" y="173227"/>
                  </a:moveTo>
                  <a:lnTo>
                    <a:pt x="5587" y="173227"/>
                  </a:lnTo>
                  <a:lnTo>
                    <a:pt x="6985" y="173355"/>
                  </a:lnTo>
                  <a:lnTo>
                    <a:pt x="15112" y="173355"/>
                  </a:lnTo>
                  <a:lnTo>
                    <a:pt x="16573" y="173227"/>
                  </a:lnTo>
                  <a:close/>
                </a:path>
                <a:path w="285750" h="175259">
                  <a:moveTo>
                    <a:pt x="18034" y="0"/>
                  </a:moveTo>
                  <a:lnTo>
                    <a:pt x="4191" y="0"/>
                  </a:lnTo>
                  <a:lnTo>
                    <a:pt x="3048" y="254"/>
                  </a:lnTo>
                  <a:lnTo>
                    <a:pt x="2159" y="635"/>
                  </a:lnTo>
                  <a:lnTo>
                    <a:pt x="1270" y="888"/>
                  </a:lnTo>
                  <a:lnTo>
                    <a:pt x="635" y="1397"/>
                  </a:lnTo>
                  <a:lnTo>
                    <a:pt x="381" y="1905"/>
                  </a:lnTo>
                  <a:lnTo>
                    <a:pt x="0" y="2286"/>
                  </a:lnTo>
                  <a:lnTo>
                    <a:pt x="0" y="170814"/>
                  </a:lnTo>
                  <a:lnTo>
                    <a:pt x="381" y="171323"/>
                  </a:lnTo>
                  <a:lnTo>
                    <a:pt x="635" y="171704"/>
                  </a:lnTo>
                  <a:lnTo>
                    <a:pt x="1270" y="172085"/>
                  </a:lnTo>
                  <a:lnTo>
                    <a:pt x="3048" y="172847"/>
                  </a:lnTo>
                  <a:lnTo>
                    <a:pt x="4762" y="173227"/>
                  </a:lnTo>
                  <a:lnTo>
                    <a:pt x="17462" y="173227"/>
                  </a:lnTo>
                  <a:lnTo>
                    <a:pt x="22098" y="170814"/>
                  </a:lnTo>
                  <a:lnTo>
                    <a:pt x="22098" y="2286"/>
                  </a:lnTo>
                  <a:lnTo>
                    <a:pt x="21717" y="1905"/>
                  </a:lnTo>
                  <a:lnTo>
                    <a:pt x="21336" y="1397"/>
                  </a:lnTo>
                  <a:lnTo>
                    <a:pt x="20701" y="888"/>
                  </a:lnTo>
                  <a:lnTo>
                    <a:pt x="19939" y="635"/>
                  </a:lnTo>
                  <a:lnTo>
                    <a:pt x="19177" y="254"/>
                  </a:lnTo>
                  <a:lnTo>
                    <a:pt x="18034" y="0"/>
                  </a:lnTo>
                  <a:close/>
                </a:path>
                <a:path w="285750" h="175259">
                  <a:moveTo>
                    <a:pt x="116078" y="52197"/>
                  </a:moveTo>
                  <a:lnTo>
                    <a:pt x="74549" y="64135"/>
                  </a:lnTo>
                  <a:lnTo>
                    <a:pt x="54886" y="101092"/>
                  </a:lnTo>
                  <a:lnTo>
                    <a:pt x="53929" y="112395"/>
                  </a:lnTo>
                  <a:lnTo>
                    <a:pt x="53848" y="114681"/>
                  </a:lnTo>
                  <a:lnTo>
                    <a:pt x="63627" y="153797"/>
                  </a:lnTo>
                  <a:lnTo>
                    <a:pt x="99377" y="174085"/>
                  </a:lnTo>
                  <a:lnTo>
                    <a:pt x="113411" y="175133"/>
                  </a:lnTo>
                  <a:lnTo>
                    <a:pt x="119836" y="174871"/>
                  </a:lnTo>
                  <a:lnTo>
                    <a:pt x="120566" y="174871"/>
                  </a:lnTo>
                  <a:lnTo>
                    <a:pt x="159783" y="157861"/>
                  </a:lnTo>
                  <a:lnTo>
                    <a:pt x="107441" y="157861"/>
                  </a:lnTo>
                  <a:lnTo>
                    <a:pt x="101955" y="156718"/>
                  </a:lnTo>
                  <a:lnTo>
                    <a:pt x="101614" y="156718"/>
                  </a:lnTo>
                  <a:lnTo>
                    <a:pt x="96520" y="154305"/>
                  </a:lnTo>
                  <a:lnTo>
                    <a:pt x="78867" y="130556"/>
                  </a:lnTo>
                  <a:lnTo>
                    <a:pt x="77676" y="125555"/>
                  </a:lnTo>
                  <a:lnTo>
                    <a:pt x="77597" y="125222"/>
                  </a:lnTo>
                  <a:lnTo>
                    <a:pt x="77046" y="120269"/>
                  </a:lnTo>
                  <a:lnTo>
                    <a:pt x="76962" y="106934"/>
                  </a:lnTo>
                  <a:lnTo>
                    <a:pt x="77591" y="102108"/>
                  </a:lnTo>
                  <a:lnTo>
                    <a:pt x="77666" y="101536"/>
                  </a:lnTo>
                  <a:lnTo>
                    <a:pt x="98044" y="72517"/>
                  </a:lnTo>
                  <a:lnTo>
                    <a:pt x="102466" y="70485"/>
                  </a:lnTo>
                  <a:lnTo>
                    <a:pt x="102028" y="70485"/>
                  </a:lnTo>
                  <a:lnTo>
                    <a:pt x="108458" y="69342"/>
                  </a:lnTo>
                  <a:lnTo>
                    <a:pt x="161996" y="69342"/>
                  </a:lnTo>
                  <a:lnTo>
                    <a:pt x="160909" y="68199"/>
                  </a:lnTo>
                  <a:lnTo>
                    <a:pt x="130616" y="53339"/>
                  </a:lnTo>
                  <a:lnTo>
                    <a:pt x="131038" y="53339"/>
                  </a:lnTo>
                  <a:lnTo>
                    <a:pt x="123517" y="52482"/>
                  </a:lnTo>
                  <a:lnTo>
                    <a:pt x="124007" y="52482"/>
                  </a:lnTo>
                  <a:lnTo>
                    <a:pt x="116078" y="52197"/>
                  </a:lnTo>
                  <a:close/>
                </a:path>
                <a:path w="285750" h="175259">
                  <a:moveTo>
                    <a:pt x="161996" y="69342"/>
                  </a:moveTo>
                  <a:lnTo>
                    <a:pt x="122301" y="69342"/>
                  </a:lnTo>
                  <a:lnTo>
                    <a:pt x="128397" y="70485"/>
                  </a:lnTo>
                  <a:lnTo>
                    <a:pt x="133223" y="72898"/>
                  </a:lnTo>
                  <a:lnTo>
                    <a:pt x="152555" y="106934"/>
                  </a:lnTo>
                  <a:lnTo>
                    <a:pt x="152654" y="120269"/>
                  </a:lnTo>
                  <a:lnTo>
                    <a:pt x="152021" y="125222"/>
                  </a:lnTo>
                  <a:lnTo>
                    <a:pt x="151979" y="125555"/>
                  </a:lnTo>
                  <a:lnTo>
                    <a:pt x="151891" y="126237"/>
                  </a:lnTo>
                  <a:lnTo>
                    <a:pt x="150367" y="131572"/>
                  </a:lnTo>
                  <a:lnTo>
                    <a:pt x="148971" y="137033"/>
                  </a:lnTo>
                  <a:lnTo>
                    <a:pt x="121158" y="157861"/>
                  </a:lnTo>
                  <a:lnTo>
                    <a:pt x="159783" y="157861"/>
                  </a:lnTo>
                  <a:lnTo>
                    <a:pt x="175397" y="120269"/>
                  </a:lnTo>
                  <a:lnTo>
                    <a:pt x="175483" y="119507"/>
                  </a:lnTo>
                  <a:lnTo>
                    <a:pt x="175527" y="119112"/>
                  </a:lnTo>
                  <a:lnTo>
                    <a:pt x="175686" y="114681"/>
                  </a:lnTo>
                  <a:lnTo>
                    <a:pt x="175767" y="112395"/>
                  </a:lnTo>
                  <a:lnTo>
                    <a:pt x="175614" y="107965"/>
                  </a:lnTo>
                  <a:lnTo>
                    <a:pt x="165862" y="73406"/>
                  </a:lnTo>
                  <a:lnTo>
                    <a:pt x="161996" y="69342"/>
                  </a:lnTo>
                  <a:close/>
                </a:path>
                <a:path w="285750" h="175259">
                  <a:moveTo>
                    <a:pt x="204012" y="148082"/>
                  </a:moveTo>
                  <a:lnTo>
                    <a:pt x="201549" y="148082"/>
                  </a:lnTo>
                  <a:lnTo>
                    <a:pt x="200787" y="148589"/>
                  </a:lnTo>
                  <a:lnTo>
                    <a:pt x="200533" y="148717"/>
                  </a:lnTo>
                  <a:lnTo>
                    <a:pt x="200152" y="149225"/>
                  </a:lnTo>
                  <a:lnTo>
                    <a:pt x="199643" y="150495"/>
                  </a:lnTo>
                  <a:lnTo>
                    <a:pt x="199571" y="150749"/>
                  </a:lnTo>
                  <a:lnTo>
                    <a:pt x="199498" y="151002"/>
                  </a:lnTo>
                  <a:lnTo>
                    <a:pt x="199389" y="151384"/>
                  </a:lnTo>
                  <a:lnTo>
                    <a:pt x="199262" y="152526"/>
                  </a:lnTo>
                  <a:lnTo>
                    <a:pt x="199136" y="161036"/>
                  </a:lnTo>
                  <a:lnTo>
                    <a:pt x="199675" y="162687"/>
                  </a:lnTo>
                  <a:lnTo>
                    <a:pt x="200025" y="164084"/>
                  </a:lnTo>
                  <a:lnTo>
                    <a:pt x="200787" y="165226"/>
                  </a:lnTo>
                  <a:lnTo>
                    <a:pt x="201803" y="165988"/>
                  </a:lnTo>
                  <a:lnTo>
                    <a:pt x="202818" y="166877"/>
                  </a:lnTo>
                  <a:lnTo>
                    <a:pt x="233045" y="175133"/>
                  </a:lnTo>
                  <a:lnTo>
                    <a:pt x="244475" y="175133"/>
                  </a:lnTo>
                  <a:lnTo>
                    <a:pt x="250952" y="174244"/>
                  </a:lnTo>
                  <a:lnTo>
                    <a:pt x="262636" y="171196"/>
                  </a:lnTo>
                  <a:lnTo>
                    <a:pt x="267715" y="168783"/>
                  </a:lnTo>
                  <a:lnTo>
                    <a:pt x="271907" y="165735"/>
                  </a:lnTo>
                  <a:lnTo>
                    <a:pt x="276225" y="162687"/>
                  </a:lnTo>
                  <a:lnTo>
                    <a:pt x="279400" y="158876"/>
                  </a:lnTo>
                  <a:lnTo>
                    <a:pt x="279537" y="158623"/>
                  </a:lnTo>
                  <a:lnTo>
                    <a:pt x="232790" y="158623"/>
                  </a:lnTo>
                  <a:lnTo>
                    <a:pt x="228218" y="158114"/>
                  </a:lnTo>
                  <a:lnTo>
                    <a:pt x="220472" y="155829"/>
                  </a:lnTo>
                  <a:lnTo>
                    <a:pt x="217170" y="154686"/>
                  </a:lnTo>
                  <a:lnTo>
                    <a:pt x="214249" y="153288"/>
                  </a:lnTo>
                  <a:lnTo>
                    <a:pt x="211455" y="152019"/>
                  </a:lnTo>
                  <a:lnTo>
                    <a:pt x="209041" y="150749"/>
                  </a:lnTo>
                  <a:lnTo>
                    <a:pt x="207137" y="149606"/>
                  </a:lnTo>
                  <a:lnTo>
                    <a:pt x="205232" y="148589"/>
                  </a:lnTo>
                  <a:lnTo>
                    <a:pt x="204012" y="148082"/>
                  </a:lnTo>
                  <a:close/>
                </a:path>
                <a:path w="285750" h="175259">
                  <a:moveTo>
                    <a:pt x="249555" y="52197"/>
                  </a:moveTo>
                  <a:lnTo>
                    <a:pt x="238887" y="52197"/>
                  </a:lnTo>
                  <a:lnTo>
                    <a:pt x="232410" y="53086"/>
                  </a:lnTo>
                  <a:lnTo>
                    <a:pt x="226949" y="54863"/>
                  </a:lnTo>
                  <a:lnTo>
                    <a:pt x="221361" y="56769"/>
                  </a:lnTo>
                  <a:lnTo>
                    <a:pt x="216662" y="59182"/>
                  </a:lnTo>
                  <a:lnTo>
                    <a:pt x="212818" y="62357"/>
                  </a:lnTo>
                  <a:lnTo>
                    <a:pt x="209296" y="65150"/>
                  </a:lnTo>
                  <a:lnTo>
                    <a:pt x="206502" y="68707"/>
                  </a:lnTo>
                  <a:lnTo>
                    <a:pt x="204724" y="72771"/>
                  </a:lnTo>
                  <a:lnTo>
                    <a:pt x="202818" y="76708"/>
                  </a:lnTo>
                  <a:lnTo>
                    <a:pt x="201930" y="81025"/>
                  </a:lnTo>
                  <a:lnTo>
                    <a:pt x="201930" y="90297"/>
                  </a:lnTo>
                  <a:lnTo>
                    <a:pt x="202818" y="94614"/>
                  </a:lnTo>
                  <a:lnTo>
                    <a:pt x="206375" y="101726"/>
                  </a:lnTo>
                  <a:lnTo>
                    <a:pt x="208661" y="104775"/>
                  </a:lnTo>
                  <a:lnTo>
                    <a:pt x="211582" y="107314"/>
                  </a:lnTo>
                  <a:lnTo>
                    <a:pt x="214376" y="109982"/>
                  </a:lnTo>
                  <a:lnTo>
                    <a:pt x="236474" y="120014"/>
                  </a:lnTo>
                  <a:lnTo>
                    <a:pt x="240157" y="121412"/>
                  </a:lnTo>
                  <a:lnTo>
                    <a:pt x="243712" y="122682"/>
                  </a:lnTo>
                  <a:lnTo>
                    <a:pt x="247396" y="123951"/>
                  </a:lnTo>
                  <a:lnTo>
                    <a:pt x="250571" y="125475"/>
                  </a:lnTo>
                  <a:lnTo>
                    <a:pt x="256412" y="128777"/>
                  </a:lnTo>
                  <a:lnTo>
                    <a:pt x="258699" y="130683"/>
                  </a:lnTo>
                  <a:lnTo>
                    <a:pt x="262255" y="135000"/>
                  </a:lnTo>
                  <a:lnTo>
                    <a:pt x="263143" y="137668"/>
                  </a:lnTo>
                  <a:lnTo>
                    <a:pt x="263143" y="143891"/>
                  </a:lnTo>
                  <a:lnTo>
                    <a:pt x="250909" y="156972"/>
                  </a:lnTo>
                  <a:lnTo>
                    <a:pt x="250698" y="156972"/>
                  </a:lnTo>
                  <a:lnTo>
                    <a:pt x="248158" y="157607"/>
                  </a:lnTo>
                  <a:lnTo>
                    <a:pt x="244983" y="158242"/>
                  </a:lnTo>
                  <a:lnTo>
                    <a:pt x="241554" y="158623"/>
                  </a:lnTo>
                  <a:lnTo>
                    <a:pt x="279537" y="158623"/>
                  </a:lnTo>
                  <a:lnTo>
                    <a:pt x="281813" y="154432"/>
                  </a:lnTo>
                  <a:lnTo>
                    <a:pt x="284099" y="149987"/>
                  </a:lnTo>
                  <a:lnTo>
                    <a:pt x="285241" y="144907"/>
                  </a:lnTo>
                  <a:lnTo>
                    <a:pt x="285241" y="134366"/>
                  </a:lnTo>
                  <a:lnTo>
                    <a:pt x="284460" y="130683"/>
                  </a:lnTo>
                  <a:lnTo>
                    <a:pt x="284353" y="130175"/>
                  </a:lnTo>
                  <a:lnTo>
                    <a:pt x="265684" y="111506"/>
                  </a:lnTo>
                  <a:lnTo>
                    <a:pt x="261874" y="109727"/>
                  </a:lnTo>
                  <a:lnTo>
                    <a:pt x="258063" y="108076"/>
                  </a:lnTo>
                  <a:lnTo>
                    <a:pt x="250443" y="105283"/>
                  </a:lnTo>
                  <a:lnTo>
                    <a:pt x="246634" y="104012"/>
                  </a:lnTo>
                  <a:lnTo>
                    <a:pt x="242951" y="102616"/>
                  </a:lnTo>
                  <a:lnTo>
                    <a:pt x="226060" y="92329"/>
                  </a:lnTo>
                  <a:lnTo>
                    <a:pt x="224267" y="90297"/>
                  </a:lnTo>
                  <a:lnTo>
                    <a:pt x="223265" y="87502"/>
                  </a:lnTo>
                  <a:lnTo>
                    <a:pt x="223265" y="81914"/>
                  </a:lnTo>
                  <a:lnTo>
                    <a:pt x="223774" y="79756"/>
                  </a:lnTo>
                  <a:lnTo>
                    <a:pt x="224789" y="77724"/>
                  </a:lnTo>
                  <a:lnTo>
                    <a:pt x="225501" y="76200"/>
                  </a:lnTo>
                  <a:lnTo>
                    <a:pt x="228807" y="72771"/>
                  </a:lnTo>
                  <a:lnTo>
                    <a:pt x="230759" y="71120"/>
                  </a:lnTo>
                  <a:lnTo>
                    <a:pt x="233172" y="70104"/>
                  </a:lnTo>
                  <a:lnTo>
                    <a:pt x="236092" y="69214"/>
                  </a:lnTo>
                  <a:lnTo>
                    <a:pt x="238887" y="68452"/>
                  </a:lnTo>
                  <a:lnTo>
                    <a:pt x="242315" y="68072"/>
                  </a:lnTo>
                  <a:lnTo>
                    <a:pt x="278570" y="68072"/>
                  </a:lnTo>
                  <a:lnTo>
                    <a:pt x="278511" y="63500"/>
                  </a:lnTo>
                  <a:lnTo>
                    <a:pt x="275843" y="59562"/>
                  </a:lnTo>
                  <a:lnTo>
                    <a:pt x="274828" y="58800"/>
                  </a:lnTo>
                  <a:lnTo>
                    <a:pt x="252857" y="52450"/>
                  </a:lnTo>
                  <a:lnTo>
                    <a:pt x="249555" y="52197"/>
                  </a:lnTo>
                  <a:close/>
                </a:path>
                <a:path w="285750" h="175259">
                  <a:moveTo>
                    <a:pt x="278570" y="68072"/>
                  </a:moveTo>
                  <a:lnTo>
                    <a:pt x="250316" y="68072"/>
                  </a:lnTo>
                  <a:lnTo>
                    <a:pt x="255079" y="68707"/>
                  </a:lnTo>
                  <a:lnTo>
                    <a:pt x="254598" y="68707"/>
                  </a:lnTo>
                  <a:lnTo>
                    <a:pt x="260731" y="70358"/>
                  </a:lnTo>
                  <a:lnTo>
                    <a:pt x="263525" y="71374"/>
                  </a:lnTo>
                  <a:lnTo>
                    <a:pt x="265938" y="72389"/>
                  </a:lnTo>
                  <a:lnTo>
                    <a:pt x="268478" y="73406"/>
                  </a:lnTo>
                  <a:lnTo>
                    <a:pt x="270383" y="74422"/>
                  </a:lnTo>
                  <a:lnTo>
                    <a:pt x="273431" y="76200"/>
                  </a:lnTo>
                  <a:lnTo>
                    <a:pt x="274701" y="76708"/>
                  </a:lnTo>
                  <a:lnTo>
                    <a:pt x="275971" y="76708"/>
                  </a:lnTo>
                  <a:lnTo>
                    <a:pt x="276987" y="76200"/>
                  </a:lnTo>
                  <a:lnTo>
                    <a:pt x="277367" y="75946"/>
                  </a:lnTo>
                  <a:lnTo>
                    <a:pt x="277749" y="75437"/>
                  </a:lnTo>
                  <a:lnTo>
                    <a:pt x="278130" y="74802"/>
                  </a:lnTo>
                  <a:lnTo>
                    <a:pt x="278282" y="74422"/>
                  </a:lnTo>
                  <a:lnTo>
                    <a:pt x="278384" y="74168"/>
                  </a:lnTo>
                  <a:lnTo>
                    <a:pt x="278601" y="73406"/>
                  </a:lnTo>
                  <a:lnTo>
                    <a:pt x="278570" y="68072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9" name="object 59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6768794" y="1011555"/>
              <a:ext cx="109895" cy="175006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43" cstate="print"/>
            <a:stretch>
              <a:fillRect/>
            </a:stretch>
          </p:blipFill>
          <p:spPr>
            <a:xfrm>
              <a:off x="6917309" y="1019302"/>
              <a:ext cx="1102614" cy="16725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10749915" y="201295"/>
              <a:ext cx="1176655" cy="280035"/>
            </a:xfrm>
            <a:custGeom>
              <a:avLst/>
              <a:gdLst/>
              <a:ahLst/>
              <a:cxnLst/>
              <a:rect l="l" t="t" r="r" b="b"/>
              <a:pathLst>
                <a:path w="1176654" h="280034">
                  <a:moveTo>
                    <a:pt x="1176654" y="0"/>
                  </a:moveTo>
                  <a:lnTo>
                    <a:pt x="0" y="0"/>
                  </a:lnTo>
                  <a:lnTo>
                    <a:pt x="0" y="280034"/>
                  </a:lnTo>
                  <a:lnTo>
                    <a:pt x="1176654" y="280034"/>
                  </a:lnTo>
                  <a:lnTo>
                    <a:pt x="1176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0749915" y="201295"/>
              <a:ext cx="1176655" cy="280035"/>
            </a:xfrm>
            <a:custGeom>
              <a:avLst/>
              <a:gdLst/>
              <a:ahLst/>
              <a:cxnLst/>
              <a:rect l="l" t="t" r="r" b="b"/>
              <a:pathLst>
                <a:path w="1176654" h="280034">
                  <a:moveTo>
                    <a:pt x="0" y="280034"/>
                  </a:moveTo>
                  <a:lnTo>
                    <a:pt x="1176654" y="280034"/>
                  </a:lnTo>
                  <a:lnTo>
                    <a:pt x="1176654" y="0"/>
                  </a:lnTo>
                  <a:lnTo>
                    <a:pt x="0" y="0"/>
                  </a:lnTo>
                  <a:lnTo>
                    <a:pt x="0" y="280034"/>
                  </a:lnTo>
                  <a:close/>
                </a:path>
              </a:pathLst>
            </a:custGeom>
            <a:ln w="127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object 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439928"/>
            <a:ext cx="1711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GEN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AI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CUSTOMER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OPORTUNITY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15364" y="1549624"/>
            <a:ext cx="3231515" cy="4243705"/>
            <a:chOff x="1015364" y="1549624"/>
            <a:chExt cx="3231515" cy="4243705"/>
          </a:xfrm>
        </p:grpSpPr>
        <p:sp>
          <p:nvSpPr>
            <p:cNvPr id="4" name="object 4"/>
            <p:cNvSpPr/>
            <p:nvPr/>
          </p:nvSpPr>
          <p:spPr>
            <a:xfrm>
              <a:off x="1021714" y="1678305"/>
              <a:ext cx="3218815" cy="4108450"/>
            </a:xfrm>
            <a:custGeom>
              <a:avLst/>
              <a:gdLst/>
              <a:ahLst/>
              <a:cxnLst/>
              <a:rect l="l" t="t" r="r" b="b"/>
              <a:pathLst>
                <a:path w="3218815" h="4108450">
                  <a:moveTo>
                    <a:pt x="536447" y="0"/>
                  </a:moveTo>
                  <a:lnTo>
                    <a:pt x="3218434" y="0"/>
                  </a:lnTo>
                  <a:lnTo>
                    <a:pt x="3218434" y="3572002"/>
                  </a:lnTo>
                  <a:lnTo>
                    <a:pt x="3216243" y="3620832"/>
                  </a:lnTo>
                  <a:lnTo>
                    <a:pt x="3209796" y="3668434"/>
                  </a:lnTo>
                  <a:lnTo>
                    <a:pt x="3199282" y="3714617"/>
                  </a:lnTo>
                  <a:lnTo>
                    <a:pt x="3184890" y="3759193"/>
                  </a:lnTo>
                  <a:lnTo>
                    <a:pt x="3166810" y="3801972"/>
                  </a:lnTo>
                  <a:lnTo>
                    <a:pt x="3145230" y="3842766"/>
                  </a:lnTo>
                  <a:lnTo>
                    <a:pt x="3120339" y="3881383"/>
                  </a:lnTo>
                  <a:lnTo>
                    <a:pt x="3092327" y="3917636"/>
                  </a:lnTo>
                  <a:lnTo>
                    <a:pt x="3061382" y="3951335"/>
                  </a:lnTo>
                  <a:lnTo>
                    <a:pt x="3027694" y="3982290"/>
                  </a:lnTo>
                  <a:lnTo>
                    <a:pt x="2991451" y="4010312"/>
                  </a:lnTo>
                  <a:lnTo>
                    <a:pt x="2952844" y="4035213"/>
                  </a:lnTo>
                  <a:lnTo>
                    <a:pt x="2912059" y="4056802"/>
                  </a:lnTo>
                  <a:lnTo>
                    <a:pt x="2869288" y="4074890"/>
                  </a:lnTo>
                  <a:lnTo>
                    <a:pt x="2824719" y="4089288"/>
                  </a:lnTo>
                  <a:lnTo>
                    <a:pt x="2778540" y="4099807"/>
                  </a:lnTo>
                  <a:lnTo>
                    <a:pt x="2730942" y="4106257"/>
                  </a:lnTo>
                  <a:lnTo>
                    <a:pt x="2682113" y="4108450"/>
                  </a:lnTo>
                  <a:lnTo>
                    <a:pt x="0" y="4108450"/>
                  </a:lnTo>
                  <a:lnTo>
                    <a:pt x="0" y="536448"/>
                  </a:lnTo>
                  <a:lnTo>
                    <a:pt x="2192" y="487617"/>
                  </a:lnTo>
                  <a:lnTo>
                    <a:pt x="8642" y="440015"/>
                  </a:lnTo>
                  <a:lnTo>
                    <a:pt x="19162" y="393832"/>
                  </a:lnTo>
                  <a:lnTo>
                    <a:pt x="33560" y="349256"/>
                  </a:lnTo>
                  <a:lnTo>
                    <a:pt x="51649" y="306477"/>
                  </a:lnTo>
                  <a:lnTo>
                    <a:pt x="73239" y="265684"/>
                  </a:lnTo>
                  <a:lnTo>
                    <a:pt x="98140" y="227066"/>
                  </a:lnTo>
                  <a:lnTo>
                    <a:pt x="126163" y="190813"/>
                  </a:lnTo>
                  <a:lnTo>
                    <a:pt x="157119" y="157114"/>
                  </a:lnTo>
                  <a:lnTo>
                    <a:pt x="190818" y="126159"/>
                  </a:lnTo>
                  <a:lnTo>
                    <a:pt x="227071" y="98137"/>
                  </a:lnTo>
                  <a:lnTo>
                    <a:pt x="265689" y="73236"/>
                  </a:lnTo>
                  <a:lnTo>
                    <a:pt x="306482" y="51647"/>
                  </a:lnTo>
                  <a:lnTo>
                    <a:pt x="349261" y="33559"/>
                  </a:lnTo>
                  <a:lnTo>
                    <a:pt x="393836" y="19161"/>
                  </a:lnTo>
                  <a:lnTo>
                    <a:pt x="440019" y="8642"/>
                  </a:lnTo>
                  <a:lnTo>
                    <a:pt x="487619" y="2192"/>
                  </a:lnTo>
                  <a:lnTo>
                    <a:pt x="536447" y="0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274697" y="1555114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10" h="715010">
                  <a:moveTo>
                    <a:pt x="714883" y="357378"/>
                  </a:moveTo>
                  <a:lnTo>
                    <a:pt x="711619" y="308889"/>
                  </a:lnTo>
                  <a:lnTo>
                    <a:pt x="702119" y="262382"/>
                  </a:lnTo>
                  <a:lnTo>
                    <a:pt x="686803" y="218287"/>
                  </a:lnTo>
                  <a:lnTo>
                    <a:pt x="671664" y="188087"/>
                  </a:lnTo>
                  <a:lnTo>
                    <a:pt x="666115" y="177012"/>
                  </a:lnTo>
                  <a:lnTo>
                    <a:pt x="640461" y="139014"/>
                  </a:lnTo>
                  <a:lnTo>
                    <a:pt x="610260" y="104686"/>
                  </a:lnTo>
                  <a:lnTo>
                    <a:pt x="575957" y="74472"/>
                  </a:lnTo>
                  <a:lnTo>
                    <a:pt x="537959" y="48806"/>
                  </a:lnTo>
                  <a:lnTo>
                    <a:pt x="496709" y="28092"/>
                  </a:lnTo>
                  <a:lnTo>
                    <a:pt x="452615" y="12776"/>
                  </a:lnTo>
                  <a:lnTo>
                    <a:pt x="406107" y="3263"/>
                  </a:lnTo>
                  <a:lnTo>
                    <a:pt x="396621" y="2628"/>
                  </a:lnTo>
                  <a:lnTo>
                    <a:pt x="396621" y="188087"/>
                  </a:lnTo>
                  <a:lnTo>
                    <a:pt x="396621" y="509143"/>
                  </a:lnTo>
                  <a:lnTo>
                    <a:pt x="342265" y="509143"/>
                  </a:lnTo>
                  <a:lnTo>
                    <a:pt x="342265" y="249428"/>
                  </a:lnTo>
                  <a:lnTo>
                    <a:pt x="334391" y="254381"/>
                  </a:lnTo>
                  <a:lnTo>
                    <a:pt x="299974" y="270764"/>
                  </a:lnTo>
                  <a:lnTo>
                    <a:pt x="272288" y="278511"/>
                  </a:lnTo>
                  <a:lnTo>
                    <a:pt x="272288" y="235077"/>
                  </a:lnTo>
                  <a:lnTo>
                    <a:pt x="277495" y="233680"/>
                  </a:lnTo>
                  <a:lnTo>
                    <a:pt x="299085" y="226314"/>
                  </a:lnTo>
                  <a:lnTo>
                    <a:pt x="324104" y="216027"/>
                  </a:lnTo>
                  <a:lnTo>
                    <a:pt x="334391" y="210693"/>
                  </a:lnTo>
                  <a:lnTo>
                    <a:pt x="336169" y="209804"/>
                  </a:lnTo>
                  <a:lnTo>
                    <a:pt x="340233" y="207645"/>
                  </a:lnTo>
                  <a:lnTo>
                    <a:pt x="344170" y="205486"/>
                  </a:lnTo>
                  <a:lnTo>
                    <a:pt x="348234" y="203200"/>
                  </a:lnTo>
                  <a:lnTo>
                    <a:pt x="352552" y="200914"/>
                  </a:lnTo>
                  <a:lnTo>
                    <a:pt x="356870" y="198374"/>
                  </a:lnTo>
                  <a:lnTo>
                    <a:pt x="361188" y="195707"/>
                  </a:lnTo>
                  <a:lnTo>
                    <a:pt x="365379" y="192913"/>
                  </a:lnTo>
                  <a:lnTo>
                    <a:pt x="369697" y="190373"/>
                  </a:lnTo>
                  <a:lnTo>
                    <a:pt x="374142" y="188087"/>
                  </a:lnTo>
                  <a:lnTo>
                    <a:pt x="396621" y="188087"/>
                  </a:lnTo>
                  <a:lnTo>
                    <a:pt x="396621" y="2628"/>
                  </a:lnTo>
                  <a:lnTo>
                    <a:pt x="357632" y="0"/>
                  </a:lnTo>
                  <a:lnTo>
                    <a:pt x="357378" y="0"/>
                  </a:lnTo>
                  <a:lnTo>
                    <a:pt x="285369" y="7239"/>
                  </a:lnTo>
                  <a:lnTo>
                    <a:pt x="237782" y="20497"/>
                  </a:lnTo>
                  <a:lnTo>
                    <a:pt x="193116" y="39903"/>
                  </a:lnTo>
                  <a:lnTo>
                    <a:pt x="151866" y="64960"/>
                  </a:lnTo>
                  <a:lnTo>
                    <a:pt x="114528" y="95173"/>
                  </a:lnTo>
                  <a:lnTo>
                    <a:pt x="81572" y="130073"/>
                  </a:lnTo>
                  <a:lnTo>
                    <a:pt x="53517" y="169138"/>
                  </a:lnTo>
                  <a:lnTo>
                    <a:pt x="30835" y="211899"/>
                  </a:lnTo>
                  <a:lnTo>
                    <a:pt x="14033" y="257848"/>
                  </a:lnTo>
                  <a:lnTo>
                    <a:pt x="3581" y="306514"/>
                  </a:lnTo>
                  <a:lnTo>
                    <a:pt x="0" y="357378"/>
                  </a:lnTo>
                  <a:lnTo>
                    <a:pt x="3581" y="408292"/>
                  </a:lnTo>
                  <a:lnTo>
                    <a:pt x="14033" y="456984"/>
                  </a:lnTo>
                  <a:lnTo>
                    <a:pt x="30835" y="502958"/>
                  </a:lnTo>
                  <a:lnTo>
                    <a:pt x="53517" y="545731"/>
                  </a:lnTo>
                  <a:lnTo>
                    <a:pt x="81572" y="584809"/>
                  </a:lnTo>
                  <a:lnTo>
                    <a:pt x="114528" y="619709"/>
                  </a:lnTo>
                  <a:lnTo>
                    <a:pt x="151866" y="649935"/>
                  </a:lnTo>
                  <a:lnTo>
                    <a:pt x="193116" y="674992"/>
                  </a:lnTo>
                  <a:lnTo>
                    <a:pt x="237782" y="694397"/>
                  </a:lnTo>
                  <a:lnTo>
                    <a:pt x="285369" y="707644"/>
                  </a:lnTo>
                  <a:lnTo>
                    <a:pt x="334391" y="712597"/>
                  </a:lnTo>
                  <a:lnTo>
                    <a:pt x="357378" y="714883"/>
                  </a:lnTo>
                  <a:lnTo>
                    <a:pt x="405892" y="711631"/>
                  </a:lnTo>
                  <a:lnTo>
                    <a:pt x="452424" y="702119"/>
                  </a:lnTo>
                  <a:lnTo>
                    <a:pt x="496544" y="686803"/>
                  </a:lnTo>
                  <a:lnTo>
                    <a:pt x="537832" y="666089"/>
                  </a:lnTo>
                  <a:lnTo>
                    <a:pt x="575843" y="640410"/>
                  </a:lnTo>
                  <a:lnTo>
                    <a:pt x="610184" y="610196"/>
                  </a:lnTo>
                  <a:lnTo>
                    <a:pt x="640397" y="575856"/>
                  </a:lnTo>
                  <a:lnTo>
                    <a:pt x="666076" y="537845"/>
                  </a:lnTo>
                  <a:lnTo>
                    <a:pt x="680466" y="509143"/>
                  </a:lnTo>
                  <a:lnTo>
                    <a:pt x="686790" y="496557"/>
                  </a:lnTo>
                  <a:lnTo>
                    <a:pt x="702106" y="452437"/>
                  </a:lnTo>
                  <a:lnTo>
                    <a:pt x="711619" y="405904"/>
                  </a:lnTo>
                  <a:lnTo>
                    <a:pt x="714883" y="357378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274697" y="1555115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10" h="715010">
                  <a:moveTo>
                    <a:pt x="357377" y="0"/>
                  </a:moveTo>
                  <a:lnTo>
                    <a:pt x="308887" y="3262"/>
                  </a:lnTo>
                  <a:lnTo>
                    <a:pt x="262378" y="12767"/>
                  </a:lnTo>
                  <a:lnTo>
                    <a:pt x="218277" y="28086"/>
                  </a:lnTo>
                  <a:lnTo>
                    <a:pt x="177009" y="48796"/>
                  </a:lnTo>
                  <a:lnTo>
                    <a:pt x="139001" y="74469"/>
                  </a:lnTo>
                  <a:lnTo>
                    <a:pt x="104679" y="104679"/>
                  </a:lnTo>
                  <a:lnTo>
                    <a:pt x="74469" y="139001"/>
                  </a:lnTo>
                  <a:lnTo>
                    <a:pt x="48796" y="177009"/>
                  </a:lnTo>
                  <a:lnTo>
                    <a:pt x="28086" y="218277"/>
                  </a:lnTo>
                  <a:lnTo>
                    <a:pt x="12767" y="262378"/>
                  </a:lnTo>
                  <a:lnTo>
                    <a:pt x="3262" y="308887"/>
                  </a:lnTo>
                  <a:lnTo>
                    <a:pt x="0" y="357377"/>
                  </a:lnTo>
                  <a:lnTo>
                    <a:pt x="3262" y="405897"/>
                  </a:lnTo>
                  <a:lnTo>
                    <a:pt x="12767" y="452431"/>
                  </a:lnTo>
                  <a:lnTo>
                    <a:pt x="28086" y="496552"/>
                  </a:lnTo>
                  <a:lnTo>
                    <a:pt x="48796" y="537835"/>
                  </a:lnTo>
                  <a:lnTo>
                    <a:pt x="74469" y="575855"/>
                  </a:lnTo>
                  <a:lnTo>
                    <a:pt x="104679" y="610187"/>
                  </a:lnTo>
                  <a:lnTo>
                    <a:pt x="139001" y="640404"/>
                  </a:lnTo>
                  <a:lnTo>
                    <a:pt x="177009" y="666082"/>
                  </a:lnTo>
                  <a:lnTo>
                    <a:pt x="218277" y="686794"/>
                  </a:lnTo>
                  <a:lnTo>
                    <a:pt x="262378" y="702115"/>
                  </a:lnTo>
                  <a:lnTo>
                    <a:pt x="308887" y="711620"/>
                  </a:lnTo>
                  <a:lnTo>
                    <a:pt x="357377" y="714883"/>
                  </a:lnTo>
                  <a:lnTo>
                    <a:pt x="405897" y="711620"/>
                  </a:lnTo>
                  <a:lnTo>
                    <a:pt x="452431" y="702115"/>
                  </a:lnTo>
                  <a:lnTo>
                    <a:pt x="496552" y="686794"/>
                  </a:lnTo>
                  <a:lnTo>
                    <a:pt x="537835" y="666082"/>
                  </a:lnTo>
                  <a:lnTo>
                    <a:pt x="575855" y="640404"/>
                  </a:lnTo>
                  <a:lnTo>
                    <a:pt x="610187" y="610187"/>
                  </a:lnTo>
                  <a:lnTo>
                    <a:pt x="640404" y="575855"/>
                  </a:lnTo>
                  <a:lnTo>
                    <a:pt x="666082" y="537835"/>
                  </a:lnTo>
                  <a:lnTo>
                    <a:pt x="686794" y="496552"/>
                  </a:lnTo>
                  <a:lnTo>
                    <a:pt x="702115" y="452431"/>
                  </a:lnTo>
                  <a:lnTo>
                    <a:pt x="711620" y="405897"/>
                  </a:lnTo>
                  <a:lnTo>
                    <a:pt x="714882" y="357377"/>
                  </a:lnTo>
                  <a:lnTo>
                    <a:pt x="711622" y="308887"/>
                  </a:lnTo>
                  <a:lnTo>
                    <a:pt x="702125" y="262378"/>
                  </a:lnTo>
                  <a:lnTo>
                    <a:pt x="686816" y="218277"/>
                  </a:lnTo>
                  <a:lnTo>
                    <a:pt x="666119" y="177009"/>
                  </a:lnTo>
                  <a:lnTo>
                    <a:pt x="640461" y="139001"/>
                  </a:lnTo>
                  <a:lnTo>
                    <a:pt x="610266" y="104679"/>
                  </a:lnTo>
                  <a:lnTo>
                    <a:pt x="575960" y="74469"/>
                  </a:lnTo>
                  <a:lnTo>
                    <a:pt x="537967" y="48796"/>
                  </a:lnTo>
                  <a:lnTo>
                    <a:pt x="496712" y="28086"/>
                  </a:lnTo>
                  <a:lnTo>
                    <a:pt x="452622" y="12767"/>
                  </a:lnTo>
                  <a:lnTo>
                    <a:pt x="406120" y="3262"/>
                  </a:lnTo>
                  <a:lnTo>
                    <a:pt x="357631" y="0"/>
                  </a:lnTo>
                  <a:lnTo>
                    <a:pt x="357504" y="0"/>
                  </a:lnTo>
                  <a:close/>
                </a:path>
                <a:path w="715010" h="715010">
                  <a:moveTo>
                    <a:pt x="396620" y="509143"/>
                  </a:moveTo>
                  <a:lnTo>
                    <a:pt x="342264" y="509143"/>
                  </a:lnTo>
                  <a:lnTo>
                    <a:pt x="342264" y="249427"/>
                  </a:lnTo>
                  <a:lnTo>
                    <a:pt x="337692" y="252602"/>
                  </a:lnTo>
                  <a:lnTo>
                    <a:pt x="332739" y="255650"/>
                  </a:lnTo>
                  <a:lnTo>
                    <a:pt x="327659" y="258572"/>
                  </a:lnTo>
                  <a:lnTo>
                    <a:pt x="322579" y="261493"/>
                  </a:lnTo>
                  <a:lnTo>
                    <a:pt x="279907" y="276606"/>
                  </a:lnTo>
                  <a:lnTo>
                    <a:pt x="272288" y="278511"/>
                  </a:lnTo>
                  <a:lnTo>
                    <a:pt x="272288" y="235076"/>
                  </a:lnTo>
                  <a:lnTo>
                    <a:pt x="277494" y="233680"/>
                  </a:lnTo>
                  <a:lnTo>
                    <a:pt x="282194" y="232156"/>
                  </a:lnTo>
                  <a:lnTo>
                    <a:pt x="286384" y="230759"/>
                  </a:lnTo>
                  <a:lnTo>
                    <a:pt x="290702" y="229235"/>
                  </a:lnTo>
                  <a:lnTo>
                    <a:pt x="294894" y="227837"/>
                  </a:lnTo>
                  <a:lnTo>
                    <a:pt x="315721" y="219456"/>
                  </a:lnTo>
                  <a:lnTo>
                    <a:pt x="319913" y="217677"/>
                  </a:lnTo>
                  <a:lnTo>
                    <a:pt x="324103" y="216026"/>
                  </a:lnTo>
                  <a:lnTo>
                    <a:pt x="328040" y="213995"/>
                  </a:lnTo>
                  <a:lnTo>
                    <a:pt x="332104" y="211836"/>
                  </a:lnTo>
                  <a:lnTo>
                    <a:pt x="336169" y="209804"/>
                  </a:lnTo>
                  <a:lnTo>
                    <a:pt x="340232" y="207645"/>
                  </a:lnTo>
                  <a:lnTo>
                    <a:pt x="344169" y="205486"/>
                  </a:lnTo>
                  <a:lnTo>
                    <a:pt x="348233" y="203200"/>
                  </a:lnTo>
                  <a:lnTo>
                    <a:pt x="352551" y="200913"/>
                  </a:lnTo>
                  <a:lnTo>
                    <a:pt x="356869" y="198374"/>
                  </a:lnTo>
                  <a:lnTo>
                    <a:pt x="361188" y="195707"/>
                  </a:lnTo>
                  <a:lnTo>
                    <a:pt x="365378" y="192912"/>
                  </a:lnTo>
                  <a:lnTo>
                    <a:pt x="369696" y="190373"/>
                  </a:lnTo>
                  <a:lnTo>
                    <a:pt x="374141" y="188087"/>
                  </a:lnTo>
                  <a:lnTo>
                    <a:pt x="396620" y="188087"/>
                  </a:lnTo>
                  <a:lnTo>
                    <a:pt x="396620" y="509143"/>
                  </a:lnTo>
                  <a:close/>
                </a:path>
              </a:pathLst>
            </a:custGeom>
            <a:ln w="10981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4480686" y="1549624"/>
            <a:ext cx="3231515" cy="4243705"/>
            <a:chOff x="4480686" y="1549624"/>
            <a:chExt cx="3231515" cy="4243705"/>
          </a:xfrm>
        </p:grpSpPr>
        <p:sp>
          <p:nvSpPr>
            <p:cNvPr id="8" name="object 8"/>
            <p:cNvSpPr/>
            <p:nvPr/>
          </p:nvSpPr>
          <p:spPr>
            <a:xfrm>
              <a:off x="4487036" y="1678305"/>
              <a:ext cx="3218815" cy="4108450"/>
            </a:xfrm>
            <a:custGeom>
              <a:avLst/>
              <a:gdLst/>
              <a:ahLst/>
              <a:cxnLst/>
              <a:rect l="l" t="t" r="r" b="b"/>
              <a:pathLst>
                <a:path w="3218815" h="4108450">
                  <a:moveTo>
                    <a:pt x="536448" y="0"/>
                  </a:moveTo>
                  <a:lnTo>
                    <a:pt x="3218561" y="0"/>
                  </a:lnTo>
                  <a:lnTo>
                    <a:pt x="3218561" y="3572002"/>
                  </a:lnTo>
                  <a:lnTo>
                    <a:pt x="3216368" y="3620832"/>
                  </a:lnTo>
                  <a:lnTo>
                    <a:pt x="3209918" y="3668434"/>
                  </a:lnTo>
                  <a:lnTo>
                    <a:pt x="3199399" y="3714617"/>
                  </a:lnTo>
                  <a:lnTo>
                    <a:pt x="3185001" y="3759193"/>
                  </a:lnTo>
                  <a:lnTo>
                    <a:pt x="3166913" y="3801972"/>
                  </a:lnTo>
                  <a:lnTo>
                    <a:pt x="3145324" y="3842766"/>
                  </a:lnTo>
                  <a:lnTo>
                    <a:pt x="3120423" y="3881383"/>
                  </a:lnTo>
                  <a:lnTo>
                    <a:pt x="3092401" y="3917636"/>
                  </a:lnTo>
                  <a:lnTo>
                    <a:pt x="3061446" y="3951335"/>
                  </a:lnTo>
                  <a:lnTo>
                    <a:pt x="3027747" y="3982290"/>
                  </a:lnTo>
                  <a:lnTo>
                    <a:pt x="2991494" y="4010312"/>
                  </a:lnTo>
                  <a:lnTo>
                    <a:pt x="2952877" y="4035213"/>
                  </a:lnTo>
                  <a:lnTo>
                    <a:pt x="2912083" y="4056802"/>
                  </a:lnTo>
                  <a:lnTo>
                    <a:pt x="2869304" y="4074890"/>
                  </a:lnTo>
                  <a:lnTo>
                    <a:pt x="2824728" y="4089288"/>
                  </a:lnTo>
                  <a:lnTo>
                    <a:pt x="2778545" y="4099807"/>
                  </a:lnTo>
                  <a:lnTo>
                    <a:pt x="2730943" y="4106257"/>
                  </a:lnTo>
                  <a:lnTo>
                    <a:pt x="2682113" y="4108450"/>
                  </a:lnTo>
                  <a:lnTo>
                    <a:pt x="0" y="4108450"/>
                  </a:lnTo>
                  <a:lnTo>
                    <a:pt x="0" y="536448"/>
                  </a:lnTo>
                  <a:lnTo>
                    <a:pt x="2192" y="487617"/>
                  </a:lnTo>
                  <a:lnTo>
                    <a:pt x="8642" y="440015"/>
                  </a:lnTo>
                  <a:lnTo>
                    <a:pt x="19161" y="393832"/>
                  </a:lnTo>
                  <a:lnTo>
                    <a:pt x="33559" y="349256"/>
                  </a:lnTo>
                  <a:lnTo>
                    <a:pt x="51647" y="306477"/>
                  </a:lnTo>
                  <a:lnTo>
                    <a:pt x="73236" y="265684"/>
                  </a:lnTo>
                  <a:lnTo>
                    <a:pt x="98137" y="227066"/>
                  </a:lnTo>
                  <a:lnTo>
                    <a:pt x="126159" y="190813"/>
                  </a:lnTo>
                  <a:lnTo>
                    <a:pt x="157114" y="157114"/>
                  </a:lnTo>
                  <a:lnTo>
                    <a:pt x="190813" y="126159"/>
                  </a:lnTo>
                  <a:lnTo>
                    <a:pt x="227066" y="98137"/>
                  </a:lnTo>
                  <a:lnTo>
                    <a:pt x="265684" y="73236"/>
                  </a:lnTo>
                  <a:lnTo>
                    <a:pt x="306477" y="51647"/>
                  </a:lnTo>
                  <a:lnTo>
                    <a:pt x="349256" y="33559"/>
                  </a:lnTo>
                  <a:lnTo>
                    <a:pt x="393832" y="19161"/>
                  </a:lnTo>
                  <a:lnTo>
                    <a:pt x="440015" y="8642"/>
                  </a:lnTo>
                  <a:lnTo>
                    <a:pt x="487617" y="2192"/>
                  </a:lnTo>
                  <a:lnTo>
                    <a:pt x="536448" y="0"/>
                  </a:lnTo>
                  <a:close/>
                </a:path>
              </a:pathLst>
            </a:custGeom>
            <a:ln w="12699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740019" y="1555114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10" h="715010">
                  <a:moveTo>
                    <a:pt x="714883" y="357378"/>
                  </a:moveTo>
                  <a:lnTo>
                    <a:pt x="711644" y="308889"/>
                  </a:lnTo>
                  <a:lnTo>
                    <a:pt x="702157" y="262382"/>
                  </a:lnTo>
                  <a:lnTo>
                    <a:pt x="686866" y="218287"/>
                  </a:lnTo>
                  <a:lnTo>
                    <a:pt x="666178" y="177012"/>
                  </a:lnTo>
                  <a:lnTo>
                    <a:pt x="640524" y="139014"/>
                  </a:lnTo>
                  <a:lnTo>
                    <a:pt x="610323" y="104686"/>
                  </a:lnTo>
                  <a:lnTo>
                    <a:pt x="576021" y="74472"/>
                  </a:lnTo>
                  <a:lnTo>
                    <a:pt x="538022" y="48806"/>
                  </a:lnTo>
                  <a:lnTo>
                    <a:pt x="496773" y="28092"/>
                  </a:lnTo>
                  <a:lnTo>
                    <a:pt x="459613" y="15189"/>
                  </a:lnTo>
                  <a:lnTo>
                    <a:pt x="459613" y="475234"/>
                  </a:lnTo>
                  <a:lnTo>
                    <a:pt x="459613" y="517779"/>
                  </a:lnTo>
                  <a:lnTo>
                    <a:pt x="357378" y="517779"/>
                  </a:lnTo>
                  <a:lnTo>
                    <a:pt x="255270" y="517779"/>
                  </a:lnTo>
                  <a:lnTo>
                    <a:pt x="255270" y="487680"/>
                  </a:lnTo>
                  <a:lnTo>
                    <a:pt x="265899" y="442937"/>
                  </a:lnTo>
                  <a:lnTo>
                    <a:pt x="294347" y="407339"/>
                  </a:lnTo>
                  <a:lnTo>
                    <a:pt x="325577" y="383527"/>
                  </a:lnTo>
                  <a:lnTo>
                    <a:pt x="343408" y="372110"/>
                  </a:lnTo>
                  <a:lnTo>
                    <a:pt x="357378" y="362077"/>
                  </a:lnTo>
                  <a:lnTo>
                    <a:pt x="386626" y="336677"/>
                  </a:lnTo>
                  <a:lnTo>
                    <a:pt x="402463" y="296164"/>
                  </a:lnTo>
                  <a:lnTo>
                    <a:pt x="402463" y="282067"/>
                  </a:lnTo>
                  <a:lnTo>
                    <a:pt x="380492" y="244094"/>
                  </a:lnTo>
                  <a:lnTo>
                    <a:pt x="352425" y="237363"/>
                  </a:lnTo>
                  <a:lnTo>
                    <a:pt x="341414" y="237934"/>
                  </a:lnTo>
                  <a:lnTo>
                    <a:pt x="299707" y="252958"/>
                  </a:lnTo>
                  <a:lnTo>
                    <a:pt x="272161" y="274193"/>
                  </a:lnTo>
                  <a:lnTo>
                    <a:pt x="272161" y="225425"/>
                  </a:lnTo>
                  <a:lnTo>
                    <a:pt x="310134" y="203581"/>
                  </a:lnTo>
                  <a:lnTo>
                    <a:pt x="357378" y="196977"/>
                  </a:lnTo>
                  <a:lnTo>
                    <a:pt x="394589" y="202692"/>
                  </a:lnTo>
                  <a:lnTo>
                    <a:pt x="431571" y="224853"/>
                  </a:lnTo>
                  <a:lnTo>
                    <a:pt x="451688" y="263842"/>
                  </a:lnTo>
                  <a:lnTo>
                    <a:pt x="453390" y="282575"/>
                  </a:lnTo>
                  <a:lnTo>
                    <a:pt x="453212" y="291122"/>
                  </a:lnTo>
                  <a:lnTo>
                    <a:pt x="444220" y="331495"/>
                  </a:lnTo>
                  <a:lnTo>
                    <a:pt x="419836" y="366077"/>
                  </a:lnTo>
                  <a:lnTo>
                    <a:pt x="387451" y="392049"/>
                  </a:lnTo>
                  <a:lnTo>
                    <a:pt x="357378" y="411734"/>
                  </a:lnTo>
                  <a:lnTo>
                    <a:pt x="348361" y="417703"/>
                  </a:lnTo>
                  <a:lnTo>
                    <a:pt x="315595" y="447167"/>
                  </a:lnTo>
                  <a:lnTo>
                    <a:pt x="307340" y="467868"/>
                  </a:lnTo>
                  <a:lnTo>
                    <a:pt x="307340" y="475234"/>
                  </a:lnTo>
                  <a:lnTo>
                    <a:pt x="357378" y="475234"/>
                  </a:lnTo>
                  <a:lnTo>
                    <a:pt x="459613" y="475234"/>
                  </a:lnTo>
                  <a:lnTo>
                    <a:pt x="459613" y="15189"/>
                  </a:lnTo>
                  <a:lnTo>
                    <a:pt x="452704" y="12776"/>
                  </a:lnTo>
                  <a:lnTo>
                    <a:pt x="406209" y="3263"/>
                  </a:lnTo>
                  <a:lnTo>
                    <a:pt x="357632" y="0"/>
                  </a:lnTo>
                  <a:lnTo>
                    <a:pt x="357378" y="0"/>
                  </a:lnTo>
                  <a:lnTo>
                    <a:pt x="285369" y="7239"/>
                  </a:lnTo>
                  <a:lnTo>
                    <a:pt x="237807" y="20497"/>
                  </a:lnTo>
                  <a:lnTo>
                    <a:pt x="193167" y="39903"/>
                  </a:lnTo>
                  <a:lnTo>
                    <a:pt x="151917" y="64960"/>
                  </a:lnTo>
                  <a:lnTo>
                    <a:pt x="114579" y="95173"/>
                  </a:lnTo>
                  <a:lnTo>
                    <a:pt x="81622" y="130073"/>
                  </a:lnTo>
                  <a:lnTo>
                    <a:pt x="53555" y="169138"/>
                  </a:lnTo>
                  <a:lnTo>
                    <a:pt x="30861" y="211899"/>
                  </a:lnTo>
                  <a:lnTo>
                    <a:pt x="14046" y="257848"/>
                  </a:lnTo>
                  <a:lnTo>
                    <a:pt x="3594" y="306514"/>
                  </a:lnTo>
                  <a:lnTo>
                    <a:pt x="0" y="357378"/>
                  </a:lnTo>
                  <a:lnTo>
                    <a:pt x="3594" y="408292"/>
                  </a:lnTo>
                  <a:lnTo>
                    <a:pt x="14046" y="456984"/>
                  </a:lnTo>
                  <a:lnTo>
                    <a:pt x="30861" y="502958"/>
                  </a:lnTo>
                  <a:lnTo>
                    <a:pt x="53555" y="545731"/>
                  </a:lnTo>
                  <a:lnTo>
                    <a:pt x="81622" y="584809"/>
                  </a:lnTo>
                  <a:lnTo>
                    <a:pt x="114579" y="619709"/>
                  </a:lnTo>
                  <a:lnTo>
                    <a:pt x="151917" y="649935"/>
                  </a:lnTo>
                  <a:lnTo>
                    <a:pt x="193167" y="674992"/>
                  </a:lnTo>
                  <a:lnTo>
                    <a:pt x="237807" y="694397"/>
                  </a:lnTo>
                  <a:lnTo>
                    <a:pt x="285369" y="707644"/>
                  </a:lnTo>
                  <a:lnTo>
                    <a:pt x="357378" y="714883"/>
                  </a:lnTo>
                  <a:lnTo>
                    <a:pt x="405892" y="711631"/>
                  </a:lnTo>
                  <a:lnTo>
                    <a:pt x="452424" y="702119"/>
                  </a:lnTo>
                  <a:lnTo>
                    <a:pt x="496544" y="686803"/>
                  </a:lnTo>
                  <a:lnTo>
                    <a:pt x="537832" y="666089"/>
                  </a:lnTo>
                  <a:lnTo>
                    <a:pt x="575843" y="640410"/>
                  </a:lnTo>
                  <a:lnTo>
                    <a:pt x="610184" y="610196"/>
                  </a:lnTo>
                  <a:lnTo>
                    <a:pt x="640397" y="575856"/>
                  </a:lnTo>
                  <a:lnTo>
                    <a:pt x="666076" y="537845"/>
                  </a:lnTo>
                  <a:lnTo>
                    <a:pt x="686790" y="496557"/>
                  </a:lnTo>
                  <a:lnTo>
                    <a:pt x="702106" y="452437"/>
                  </a:lnTo>
                  <a:lnTo>
                    <a:pt x="711619" y="405904"/>
                  </a:lnTo>
                  <a:lnTo>
                    <a:pt x="714883" y="357378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40019" y="1555115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10" h="715010">
                  <a:moveTo>
                    <a:pt x="357377" y="0"/>
                  </a:moveTo>
                  <a:lnTo>
                    <a:pt x="308887" y="3262"/>
                  </a:lnTo>
                  <a:lnTo>
                    <a:pt x="262378" y="12767"/>
                  </a:lnTo>
                  <a:lnTo>
                    <a:pt x="218277" y="28086"/>
                  </a:lnTo>
                  <a:lnTo>
                    <a:pt x="177009" y="48796"/>
                  </a:lnTo>
                  <a:lnTo>
                    <a:pt x="139001" y="74469"/>
                  </a:lnTo>
                  <a:lnTo>
                    <a:pt x="104679" y="104679"/>
                  </a:lnTo>
                  <a:lnTo>
                    <a:pt x="74469" y="139001"/>
                  </a:lnTo>
                  <a:lnTo>
                    <a:pt x="48796" y="177009"/>
                  </a:lnTo>
                  <a:lnTo>
                    <a:pt x="28086" y="218277"/>
                  </a:lnTo>
                  <a:lnTo>
                    <a:pt x="12767" y="262378"/>
                  </a:lnTo>
                  <a:lnTo>
                    <a:pt x="3262" y="308887"/>
                  </a:lnTo>
                  <a:lnTo>
                    <a:pt x="0" y="357377"/>
                  </a:lnTo>
                  <a:lnTo>
                    <a:pt x="3262" y="405897"/>
                  </a:lnTo>
                  <a:lnTo>
                    <a:pt x="12767" y="452431"/>
                  </a:lnTo>
                  <a:lnTo>
                    <a:pt x="28086" y="496552"/>
                  </a:lnTo>
                  <a:lnTo>
                    <a:pt x="48796" y="537835"/>
                  </a:lnTo>
                  <a:lnTo>
                    <a:pt x="74469" y="575855"/>
                  </a:lnTo>
                  <a:lnTo>
                    <a:pt x="104679" y="610187"/>
                  </a:lnTo>
                  <a:lnTo>
                    <a:pt x="139001" y="640404"/>
                  </a:lnTo>
                  <a:lnTo>
                    <a:pt x="177009" y="666082"/>
                  </a:lnTo>
                  <a:lnTo>
                    <a:pt x="218277" y="686794"/>
                  </a:lnTo>
                  <a:lnTo>
                    <a:pt x="262378" y="702115"/>
                  </a:lnTo>
                  <a:lnTo>
                    <a:pt x="308887" y="711620"/>
                  </a:lnTo>
                  <a:lnTo>
                    <a:pt x="357377" y="714883"/>
                  </a:lnTo>
                  <a:lnTo>
                    <a:pt x="405897" y="711620"/>
                  </a:lnTo>
                  <a:lnTo>
                    <a:pt x="452431" y="702115"/>
                  </a:lnTo>
                  <a:lnTo>
                    <a:pt x="496552" y="686794"/>
                  </a:lnTo>
                  <a:lnTo>
                    <a:pt x="537835" y="666082"/>
                  </a:lnTo>
                  <a:lnTo>
                    <a:pt x="575855" y="640404"/>
                  </a:lnTo>
                  <a:lnTo>
                    <a:pt x="610187" y="610187"/>
                  </a:lnTo>
                  <a:lnTo>
                    <a:pt x="640404" y="575855"/>
                  </a:lnTo>
                  <a:lnTo>
                    <a:pt x="666082" y="537835"/>
                  </a:lnTo>
                  <a:lnTo>
                    <a:pt x="686794" y="496552"/>
                  </a:lnTo>
                  <a:lnTo>
                    <a:pt x="702115" y="452431"/>
                  </a:lnTo>
                  <a:lnTo>
                    <a:pt x="711620" y="405897"/>
                  </a:lnTo>
                  <a:lnTo>
                    <a:pt x="714882" y="357377"/>
                  </a:lnTo>
                  <a:lnTo>
                    <a:pt x="711649" y="308887"/>
                  </a:lnTo>
                  <a:lnTo>
                    <a:pt x="702170" y="262378"/>
                  </a:lnTo>
                  <a:lnTo>
                    <a:pt x="686871" y="218277"/>
                  </a:lnTo>
                  <a:lnTo>
                    <a:pt x="666180" y="177009"/>
                  </a:lnTo>
                  <a:lnTo>
                    <a:pt x="640524" y="139001"/>
                  </a:lnTo>
                  <a:lnTo>
                    <a:pt x="610330" y="104679"/>
                  </a:lnTo>
                  <a:lnTo>
                    <a:pt x="576024" y="74469"/>
                  </a:lnTo>
                  <a:lnTo>
                    <a:pt x="538033" y="48796"/>
                  </a:lnTo>
                  <a:lnTo>
                    <a:pt x="496784" y="28086"/>
                  </a:lnTo>
                  <a:lnTo>
                    <a:pt x="452704" y="12767"/>
                  </a:lnTo>
                  <a:lnTo>
                    <a:pt x="406220" y="3262"/>
                  </a:lnTo>
                  <a:lnTo>
                    <a:pt x="357758" y="0"/>
                  </a:lnTo>
                  <a:lnTo>
                    <a:pt x="357504" y="0"/>
                  </a:lnTo>
                  <a:close/>
                </a:path>
                <a:path w="715010" h="715010">
                  <a:moveTo>
                    <a:pt x="459613" y="517779"/>
                  </a:moveTo>
                  <a:lnTo>
                    <a:pt x="255269" y="517779"/>
                  </a:lnTo>
                  <a:lnTo>
                    <a:pt x="255269" y="487680"/>
                  </a:lnTo>
                  <a:lnTo>
                    <a:pt x="265906" y="442934"/>
                  </a:lnTo>
                  <a:lnTo>
                    <a:pt x="294354" y="407336"/>
                  </a:lnTo>
                  <a:lnTo>
                    <a:pt x="325580" y="383524"/>
                  </a:lnTo>
                  <a:lnTo>
                    <a:pt x="351024" y="367371"/>
                  </a:lnTo>
                  <a:lnTo>
                    <a:pt x="358425" y="362299"/>
                  </a:lnTo>
                  <a:lnTo>
                    <a:pt x="386635" y="336671"/>
                  </a:lnTo>
                  <a:lnTo>
                    <a:pt x="402463" y="296163"/>
                  </a:lnTo>
                  <a:lnTo>
                    <a:pt x="402463" y="288671"/>
                  </a:lnTo>
                  <a:lnTo>
                    <a:pt x="402463" y="282067"/>
                  </a:lnTo>
                  <a:lnTo>
                    <a:pt x="401446" y="275463"/>
                  </a:lnTo>
                  <a:lnTo>
                    <a:pt x="399288" y="269239"/>
                  </a:lnTo>
                  <a:lnTo>
                    <a:pt x="397382" y="263271"/>
                  </a:lnTo>
                  <a:lnTo>
                    <a:pt x="394207" y="257683"/>
                  </a:lnTo>
                  <a:lnTo>
                    <a:pt x="390016" y="252857"/>
                  </a:lnTo>
                  <a:lnTo>
                    <a:pt x="385825" y="247904"/>
                  </a:lnTo>
                  <a:lnTo>
                    <a:pt x="380491" y="244094"/>
                  </a:lnTo>
                  <a:lnTo>
                    <a:pt x="374395" y="241554"/>
                  </a:lnTo>
                  <a:lnTo>
                    <a:pt x="367538" y="238633"/>
                  </a:lnTo>
                  <a:lnTo>
                    <a:pt x="360044" y="237109"/>
                  </a:lnTo>
                  <a:lnTo>
                    <a:pt x="352425" y="237362"/>
                  </a:lnTo>
                  <a:lnTo>
                    <a:pt x="341419" y="237928"/>
                  </a:lnTo>
                  <a:lnTo>
                    <a:pt x="299718" y="252958"/>
                  </a:lnTo>
                  <a:lnTo>
                    <a:pt x="272160" y="274193"/>
                  </a:lnTo>
                  <a:lnTo>
                    <a:pt x="272160" y="225425"/>
                  </a:lnTo>
                  <a:lnTo>
                    <a:pt x="310133" y="203581"/>
                  </a:lnTo>
                  <a:lnTo>
                    <a:pt x="357123" y="196976"/>
                  </a:lnTo>
                  <a:lnTo>
                    <a:pt x="366639" y="197262"/>
                  </a:lnTo>
                  <a:lnTo>
                    <a:pt x="410717" y="209407"/>
                  </a:lnTo>
                  <a:lnTo>
                    <a:pt x="441932" y="238309"/>
                  </a:lnTo>
                  <a:lnTo>
                    <a:pt x="453389" y="282575"/>
                  </a:lnTo>
                  <a:lnTo>
                    <a:pt x="453221" y="291121"/>
                  </a:lnTo>
                  <a:lnTo>
                    <a:pt x="444230" y="331485"/>
                  </a:lnTo>
                  <a:lnTo>
                    <a:pt x="419838" y="366069"/>
                  </a:lnTo>
                  <a:lnTo>
                    <a:pt x="387453" y="392041"/>
                  </a:lnTo>
                  <a:lnTo>
                    <a:pt x="370167" y="403254"/>
                  </a:lnTo>
                  <a:lnTo>
                    <a:pt x="362442" y="408289"/>
                  </a:lnTo>
                  <a:lnTo>
                    <a:pt x="331323" y="430883"/>
                  </a:lnTo>
                  <a:lnTo>
                    <a:pt x="326008" y="435737"/>
                  </a:lnTo>
                  <a:lnTo>
                    <a:pt x="320293" y="440944"/>
                  </a:lnTo>
                  <a:lnTo>
                    <a:pt x="315594" y="447167"/>
                  </a:lnTo>
                  <a:lnTo>
                    <a:pt x="312038" y="454151"/>
                  </a:lnTo>
                  <a:lnTo>
                    <a:pt x="308863" y="460756"/>
                  </a:lnTo>
                  <a:lnTo>
                    <a:pt x="307339" y="467868"/>
                  </a:lnTo>
                  <a:lnTo>
                    <a:pt x="307339" y="475234"/>
                  </a:lnTo>
                  <a:lnTo>
                    <a:pt x="459613" y="475234"/>
                  </a:lnTo>
                  <a:lnTo>
                    <a:pt x="459613" y="517779"/>
                  </a:lnTo>
                  <a:close/>
                </a:path>
              </a:pathLst>
            </a:custGeom>
            <a:ln w="10981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7946135" y="1549624"/>
            <a:ext cx="3231515" cy="4243705"/>
            <a:chOff x="7946135" y="1549624"/>
            <a:chExt cx="3231515" cy="4243705"/>
          </a:xfrm>
        </p:grpSpPr>
        <p:sp>
          <p:nvSpPr>
            <p:cNvPr id="12" name="object 12"/>
            <p:cNvSpPr/>
            <p:nvPr/>
          </p:nvSpPr>
          <p:spPr>
            <a:xfrm>
              <a:off x="7952485" y="1678305"/>
              <a:ext cx="3218815" cy="4108450"/>
            </a:xfrm>
            <a:custGeom>
              <a:avLst/>
              <a:gdLst/>
              <a:ahLst/>
              <a:cxnLst/>
              <a:rect l="l" t="t" r="r" b="b"/>
              <a:pathLst>
                <a:path w="3218815" h="4108450">
                  <a:moveTo>
                    <a:pt x="536321" y="0"/>
                  </a:moveTo>
                  <a:lnTo>
                    <a:pt x="3218434" y="0"/>
                  </a:lnTo>
                  <a:lnTo>
                    <a:pt x="3218434" y="3572002"/>
                  </a:lnTo>
                  <a:lnTo>
                    <a:pt x="3216241" y="3620832"/>
                  </a:lnTo>
                  <a:lnTo>
                    <a:pt x="3209791" y="3668434"/>
                  </a:lnTo>
                  <a:lnTo>
                    <a:pt x="3199272" y="3714617"/>
                  </a:lnTo>
                  <a:lnTo>
                    <a:pt x="3184874" y="3759193"/>
                  </a:lnTo>
                  <a:lnTo>
                    <a:pt x="3166786" y="3801972"/>
                  </a:lnTo>
                  <a:lnTo>
                    <a:pt x="3145197" y="3842766"/>
                  </a:lnTo>
                  <a:lnTo>
                    <a:pt x="3120296" y="3881383"/>
                  </a:lnTo>
                  <a:lnTo>
                    <a:pt x="3092274" y="3917636"/>
                  </a:lnTo>
                  <a:lnTo>
                    <a:pt x="3061319" y="3951335"/>
                  </a:lnTo>
                  <a:lnTo>
                    <a:pt x="3027620" y="3982290"/>
                  </a:lnTo>
                  <a:lnTo>
                    <a:pt x="2991367" y="4010312"/>
                  </a:lnTo>
                  <a:lnTo>
                    <a:pt x="2952750" y="4035213"/>
                  </a:lnTo>
                  <a:lnTo>
                    <a:pt x="2911956" y="4056802"/>
                  </a:lnTo>
                  <a:lnTo>
                    <a:pt x="2869177" y="4074890"/>
                  </a:lnTo>
                  <a:lnTo>
                    <a:pt x="2824601" y="4089288"/>
                  </a:lnTo>
                  <a:lnTo>
                    <a:pt x="2778418" y="4099807"/>
                  </a:lnTo>
                  <a:lnTo>
                    <a:pt x="2730816" y="4106257"/>
                  </a:lnTo>
                  <a:lnTo>
                    <a:pt x="2681986" y="4108450"/>
                  </a:lnTo>
                  <a:lnTo>
                    <a:pt x="0" y="4108450"/>
                  </a:lnTo>
                  <a:lnTo>
                    <a:pt x="0" y="536448"/>
                  </a:lnTo>
                  <a:lnTo>
                    <a:pt x="2190" y="487617"/>
                  </a:lnTo>
                  <a:lnTo>
                    <a:pt x="8637" y="440015"/>
                  </a:lnTo>
                  <a:lnTo>
                    <a:pt x="19151" y="393832"/>
                  </a:lnTo>
                  <a:lnTo>
                    <a:pt x="33543" y="349256"/>
                  </a:lnTo>
                  <a:lnTo>
                    <a:pt x="51623" y="306477"/>
                  </a:lnTo>
                  <a:lnTo>
                    <a:pt x="73203" y="265684"/>
                  </a:lnTo>
                  <a:lnTo>
                    <a:pt x="98094" y="227066"/>
                  </a:lnTo>
                  <a:lnTo>
                    <a:pt x="126106" y="190813"/>
                  </a:lnTo>
                  <a:lnTo>
                    <a:pt x="157051" y="157114"/>
                  </a:lnTo>
                  <a:lnTo>
                    <a:pt x="190739" y="126159"/>
                  </a:lnTo>
                  <a:lnTo>
                    <a:pt x="226982" y="98137"/>
                  </a:lnTo>
                  <a:lnTo>
                    <a:pt x="265589" y="73236"/>
                  </a:lnTo>
                  <a:lnTo>
                    <a:pt x="306374" y="51647"/>
                  </a:lnTo>
                  <a:lnTo>
                    <a:pt x="349145" y="33559"/>
                  </a:lnTo>
                  <a:lnTo>
                    <a:pt x="393714" y="19161"/>
                  </a:lnTo>
                  <a:lnTo>
                    <a:pt x="439893" y="8642"/>
                  </a:lnTo>
                  <a:lnTo>
                    <a:pt x="487491" y="2192"/>
                  </a:lnTo>
                  <a:lnTo>
                    <a:pt x="536321" y="0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9205341" y="1555114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09" h="715010">
                  <a:moveTo>
                    <a:pt x="408432" y="428625"/>
                  </a:moveTo>
                  <a:lnTo>
                    <a:pt x="391541" y="389255"/>
                  </a:lnTo>
                  <a:lnTo>
                    <a:pt x="348983" y="373761"/>
                  </a:lnTo>
                  <a:lnTo>
                    <a:pt x="294640" y="372110"/>
                  </a:lnTo>
                  <a:lnTo>
                    <a:pt x="294640" y="332105"/>
                  </a:lnTo>
                  <a:lnTo>
                    <a:pt x="322199" y="332105"/>
                  </a:lnTo>
                  <a:lnTo>
                    <a:pt x="329717" y="331939"/>
                  </a:lnTo>
                  <a:lnTo>
                    <a:pt x="337210" y="331431"/>
                  </a:lnTo>
                  <a:lnTo>
                    <a:pt x="344665" y="330555"/>
                  </a:lnTo>
                  <a:lnTo>
                    <a:pt x="352044" y="329311"/>
                  </a:lnTo>
                  <a:lnTo>
                    <a:pt x="357632" y="327025"/>
                  </a:lnTo>
                  <a:lnTo>
                    <a:pt x="375412" y="320040"/>
                  </a:lnTo>
                  <a:lnTo>
                    <a:pt x="396494" y="287655"/>
                  </a:lnTo>
                  <a:lnTo>
                    <a:pt x="396240" y="279273"/>
                  </a:lnTo>
                  <a:lnTo>
                    <a:pt x="396621" y="271526"/>
                  </a:lnTo>
                  <a:lnTo>
                    <a:pt x="372618" y="240538"/>
                  </a:lnTo>
                  <a:lnTo>
                    <a:pt x="342519" y="235204"/>
                  </a:lnTo>
                  <a:lnTo>
                    <a:pt x="332651" y="235635"/>
                  </a:lnTo>
                  <a:lnTo>
                    <a:pt x="293966" y="243865"/>
                  </a:lnTo>
                  <a:lnTo>
                    <a:pt x="266827" y="257683"/>
                  </a:lnTo>
                  <a:lnTo>
                    <a:pt x="266827" y="213360"/>
                  </a:lnTo>
                  <a:lnTo>
                    <a:pt x="303911" y="199771"/>
                  </a:lnTo>
                  <a:lnTo>
                    <a:pt x="346964" y="195199"/>
                  </a:lnTo>
                  <a:lnTo>
                    <a:pt x="357632" y="196469"/>
                  </a:lnTo>
                  <a:lnTo>
                    <a:pt x="357505" y="0"/>
                  </a:lnTo>
                  <a:lnTo>
                    <a:pt x="308978" y="3263"/>
                  </a:lnTo>
                  <a:lnTo>
                    <a:pt x="262445" y="12776"/>
                  </a:lnTo>
                  <a:lnTo>
                    <a:pt x="218325" y="28092"/>
                  </a:lnTo>
                  <a:lnTo>
                    <a:pt x="177038" y="48806"/>
                  </a:lnTo>
                  <a:lnTo>
                    <a:pt x="139026" y="74472"/>
                  </a:lnTo>
                  <a:lnTo>
                    <a:pt x="104686" y="104686"/>
                  </a:lnTo>
                  <a:lnTo>
                    <a:pt x="74472" y="139014"/>
                  </a:lnTo>
                  <a:lnTo>
                    <a:pt x="48793" y="177012"/>
                  </a:lnTo>
                  <a:lnTo>
                    <a:pt x="28079" y="218287"/>
                  </a:lnTo>
                  <a:lnTo>
                    <a:pt x="12763" y="262382"/>
                  </a:lnTo>
                  <a:lnTo>
                    <a:pt x="3251" y="308889"/>
                  </a:lnTo>
                  <a:lnTo>
                    <a:pt x="0" y="357378"/>
                  </a:lnTo>
                  <a:lnTo>
                    <a:pt x="3251" y="405904"/>
                  </a:lnTo>
                  <a:lnTo>
                    <a:pt x="12763" y="452437"/>
                  </a:lnTo>
                  <a:lnTo>
                    <a:pt x="28079" y="496557"/>
                  </a:lnTo>
                  <a:lnTo>
                    <a:pt x="48793" y="537845"/>
                  </a:lnTo>
                  <a:lnTo>
                    <a:pt x="74472" y="575856"/>
                  </a:lnTo>
                  <a:lnTo>
                    <a:pt x="104686" y="610196"/>
                  </a:lnTo>
                  <a:lnTo>
                    <a:pt x="139026" y="640410"/>
                  </a:lnTo>
                  <a:lnTo>
                    <a:pt x="177038" y="666089"/>
                  </a:lnTo>
                  <a:lnTo>
                    <a:pt x="218325" y="686803"/>
                  </a:lnTo>
                  <a:lnTo>
                    <a:pt x="262445" y="702119"/>
                  </a:lnTo>
                  <a:lnTo>
                    <a:pt x="308978" y="711631"/>
                  </a:lnTo>
                  <a:lnTo>
                    <a:pt x="357505" y="714883"/>
                  </a:lnTo>
                  <a:lnTo>
                    <a:pt x="357632" y="517144"/>
                  </a:lnTo>
                  <a:lnTo>
                    <a:pt x="339090" y="519557"/>
                  </a:lnTo>
                  <a:lnTo>
                    <a:pt x="327012" y="519366"/>
                  </a:lnTo>
                  <a:lnTo>
                    <a:pt x="281393" y="513372"/>
                  </a:lnTo>
                  <a:lnTo>
                    <a:pt x="253365" y="502793"/>
                  </a:lnTo>
                  <a:lnTo>
                    <a:pt x="253365" y="454533"/>
                  </a:lnTo>
                  <a:lnTo>
                    <a:pt x="263067" y="460679"/>
                  </a:lnTo>
                  <a:lnTo>
                    <a:pt x="273265" y="465924"/>
                  </a:lnTo>
                  <a:lnTo>
                    <a:pt x="317512" y="478282"/>
                  </a:lnTo>
                  <a:lnTo>
                    <a:pt x="340614" y="479933"/>
                  </a:lnTo>
                  <a:lnTo>
                    <a:pt x="357632" y="478155"/>
                  </a:lnTo>
                  <a:lnTo>
                    <a:pt x="362839" y="477647"/>
                  </a:lnTo>
                  <a:lnTo>
                    <a:pt x="397383" y="460502"/>
                  </a:lnTo>
                  <a:lnTo>
                    <a:pt x="408190" y="435279"/>
                  </a:lnTo>
                  <a:lnTo>
                    <a:pt x="408432" y="428625"/>
                  </a:lnTo>
                  <a:close/>
                </a:path>
                <a:path w="715009" h="715010">
                  <a:moveTo>
                    <a:pt x="714883" y="357378"/>
                  </a:moveTo>
                  <a:lnTo>
                    <a:pt x="711644" y="308902"/>
                  </a:lnTo>
                  <a:lnTo>
                    <a:pt x="702221" y="262623"/>
                  </a:lnTo>
                  <a:lnTo>
                    <a:pt x="702170" y="262394"/>
                  </a:lnTo>
                  <a:lnTo>
                    <a:pt x="686968" y="218567"/>
                  </a:lnTo>
                  <a:lnTo>
                    <a:pt x="686879" y="218300"/>
                  </a:lnTo>
                  <a:lnTo>
                    <a:pt x="666203" y="177050"/>
                  </a:lnTo>
                  <a:lnTo>
                    <a:pt x="640562" y="139052"/>
                  </a:lnTo>
                  <a:lnTo>
                    <a:pt x="610374" y="104736"/>
                  </a:lnTo>
                  <a:lnTo>
                    <a:pt x="576072" y="74523"/>
                  </a:lnTo>
                  <a:lnTo>
                    <a:pt x="538086" y="48856"/>
                  </a:lnTo>
                  <a:lnTo>
                    <a:pt x="496836" y="28143"/>
                  </a:lnTo>
                  <a:lnTo>
                    <a:pt x="452742" y="12814"/>
                  </a:lnTo>
                  <a:lnTo>
                    <a:pt x="406234" y="3302"/>
                  </a:lnTo>
                  <a:lnTo>
                    <a:pt x="357632" y="0"/>
                  </a:lnTo>
                  <a:lnTo>
                    <a:pt x="357632" y="196469"/>
                  </a:lnTo>
                  <a:lnTo>
                    <a:pt x="385191" y="199771"/>
                  </a:lnTo>
                  <a:lnTo>
                    <a:pt x="393839" y="202158"/>
                  </a:lnTo>
                  <a:lnTo>
                    <a:pt x="430949" y="224205"/>
                  </a:lnTo>
                  <a:lnTo>
                    <a:pt x="449262" y="262394"/>
                  </a:lnTo>
                  <a:lnTo>
                    <a:pt x="449707" y="271526"/>
                  </a:lnTo>
                  <a:lnTo>
                    <a:pt x="448945" y="285407"/>
                  </a:lnTo>
                  <a:lnTo>
                    <a:pt x="431800" y="322707"/>
                  </a:lnTo>
                  <a:lnTo>
                    <a:pt x="396290" y="346049"/>
                  </a:lnTo>
                  <a:lnTo>
                    <a:pt x="382524" y="349885"/>
                  </a:lnTo>
                  <a:lnTo>
                    <a:pt x="390105" y="350989"/>
                  </a:lnTo>
                  <a:lnTo>
                    <a:pt x="431812" y="368477"/>
                  </a:lnTo>
                  <a:lnTo>
                    <a:pt x="458216" y="403364"/>
                  </a:lnTo>
                  <a:lnTo>
                    <a:pt x="461899" y="425577"/>
                  </a:lnTo>
                  <a:lnTo>
                    <a:pt x="461416" y="436181"/>
                  </a:lnTo>
                  <a:lnTo>
                    <a:pt x="446646" y="474662"/>
                  </a:lnTo>
                  <a:lnTo>
                    <a:pt x="416115" y="501345"/>
                  </a:lnTo>
                  <a:lnTo>
                    <a:pt x="357632" y="517144"/>
                  </a:lnTo>
                  <a:lnTo>
                    <a:pt x="357632" y="714883"/>
                  </a:lnTo>
                  <a:lnTo>
                    <a:pt x="429514" y="707644"/>
                  </a:lnTo>
                  <a:lnTo>
                    <a:pt x="477062" y="694423"/>
                  </a:lnTo>
                  <a:lnTo>
                    <a:pt x="521703" y="675043"/>
                  </a:lnTo>
                  <a:lnTo>
                    <a:pt x="562952" y="649986"/>
                  </a:lnTo>
                  <a:lnTo>
                    <a:pt x="600290" y="619772"/>
                  </a:lnTo>
                  <a:lnTo>
                    <a:pt x="633247" y="584873"/>
                  </a:lnTo>
                  <a:lnTo>
                    <a:pt x="661314" y="545795"/>
                  </a:lnTo>
                  <a:lnTo>
                    <a:pt x="684009" y="503021"/>
                  </a:lnTo>
                  <a:lnTo>
                    <a:pt x="700824" y="457060"/>
                  </a:lnTo>
                  <a:lnTo>
                    <a:pt x="711276" y="408393"/>
                  </a:lnTo>
                  <a:lnTo>
                    <a:pt x="714883" y="357378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9205340" y="1555115"/>
              <a:ext cx="715010" cy="715010"/>
            </a:xfrm>
            <a:custGeom>
              <a:avLst/>
              <a:gdLst/>
              <a:ahLst/>
              <a:cxnLst/>
              <a:rect l="l" t="t" r="r" b="b"/>
              <a:pathLst>
                <a:path w="715009" h="715010">
                  <a:moveTo>
                    <a:pt x="357504" y="0"/>
                  </a:moveTo>
                  <a:lnTo>
                    <a:pt x="308985" y="3262"/>
                  </a:lnTo>
                  <a:lnTo>
                    <a:pt x="262451" y="12767"/>
                  </a:lnTo>
                  <a:lnTo>
                    <a:pt x="218330" y="28086"/>
                  </a:lnTo>
                  <a:lnTo>
                    <a:pt x="177047" y="48796"/>
                  </a:lnTo>
                  <a:lnTo>
                    <a:pt x="139027" y="74469"/>
                  </a:lnTo>
                  <a:lnTo>
                    <a:pt x="104695" y="104679"/>
                  </a:lnTo>
                  <a:lnTo>
                    <a:pt x="74478" y="139001"/>
                  </a:lnTo>
                  <a:lnTo>
                    <a:pt x="48800" y="177009"/>
                  </a:lnTo>
                  <a:lnTo>
                    <a:pt x="28088" y="218277"/>
                  </a:lnTo>
                  <a:lnTo>
                    <a:pt x="12767" y="262378"/>
                  </a:lnTo>
                  <a:lnTo>
                    <a:pt x="3262" y="308887"/>
                  </a:lnTo>
                  <a:lnTo>
                    <a:pt x="0" y="357377"/>
                  </a:lnTo>
                  <a:lnTo>
                    <a:pt x="3262" y="405897"/>
                  </a:lnTo>
                  <a:lnTo>
                    <a:pt x="12767" y="452431"/>
                  </a:lnTo>
                  <a:lnTo>
                    <a:pt x="28088" y="496552"/>
                  </a:lnTo>
                  <a:lnTo>
                    <a:pt x="48800" y="537835"/>
                  </a:lnTo>
                  <a:lnTo>
                    <a:pt x="74478" y="575855"/>
                  </a:lnTo>
                  <a:lnTo>
                    <a:pt x="104695" y="610187"/>
                  </a:lnTo>
                  <a:lnTo>
                    <a:pt x="139027" y="640404"/>
                  </a:lnTo>
                  <a:lnTo>
                    <a:pt x="177047" y="666082"/>
                  </a:lnTo>
                  <a:lnTo>
                    <a:pt x="218330" y="686794"/>
                  </a:lnTo>
                  <a:lnTo>
                    <a:pt x="262451" y="702115"/>
                  </a:lnTo>
                  <a:lnTo>
                    <a:pt x="308985" y="711620"/>
                  </a:lnTo>
                  <a:lnTo>
                    <a:pt x="357504" y="714883"/>
                  </a:lnTo>
                  <a:lnTo>
                    <a:pt x="405995" y="711620"/>
                  </a:lnTo>
                  <a:lnTo>
                    <a:pt x="452504" y="702115"/>
                  </a:lnTo>
                  <a:lnTo>
                    <a:pt x="496605" y="686796"/>
                  </a:lnTo>
                  <a:lnTo>
                    <a:pt x="537873" y="666086"/>
                  </a:lnTo>
                  <a:lnTo>
                    <a:pt x="575881" y="640413"/>
                  </a:lnTo>
                  <a:lnTo>
                    <a:pt x="610203" y="610203"/>
                  </a:lnTo>
                  <a:lnTo>
                    <a:pt x="640413" y="575881"/>
                  </a:lnTo>
                  <a:lnTo>
                    <a:pt x="666086" y="537873"/>
                  </a:lnTo>
                  <a:lnTo>
                    <a:pt x="686796" y="496605"/>
                  </a:lnTo>
                  <a:lnTo>
                    <a:pt x="702115" y="452504"/>
                  </a:lnTo>
                  <a:lnTo>
                    <a:pt x="711620" y="405995"/>
                  </a:lnTo>
                  <a:lnTo>
                    <a:pt x="714882" y="357505"/>
                  </a:lnTo>
                  <a:lnTo>
                    <a:pt x="714882" y="357377"/>
                  </a:lnTo>
                  <a:lnTo>
                    <a:pt x="711651" y="308889"/>
                  </a:lnTo>
                  <a:lnTo>
                    <a:pt x="702178" y="262387"/>
                  </a:lnTo>
                  <a:lnTo>
                    <a:pt x="686889" y="218295"/>
                  </a:lnTo>
                  <a:lnTo>
                    <a:pt x="666209" y="177037"/>
                  </a:lnTo>
                  <a:lnTo>
                    <a:pt x="640563" y="139040"/>
                  </a:lnTo>
                  <a:lnTo>
                    <a:pt x="610377" y="104727"/>
                  </a:lnTo>
                  <a:lnTo>
                    <a:pt x="576078" y="74523"/>
                  </a:lnTo>
                  <a:lnTo>
                    <a:pt x="538089" y="48852"/>
                  </a:lnTo>
                  <a:lnTo>
                    <a:pt x="496837" y="28140"/>
                  </a:lnTo>
                  <a:lnTo>
                    <a:pt x="452748" y="12811"/>
                  </a:lnTo>
                  <a:lnTo>
                    <a:pt x="406247" y="3289"/>
                  </a:lnTo>
                  <a:lnTo>
                    <a:pt x="357758" y="0"/>
                  </a:lnTo>
                  <a:lnTo>
                    <a:pt x="357504" y="0"/>
                  </a:lnTo>
                  <a:close/>
                </a:path>
                <a:path w="715009" h="715010">
                  <a:moveTo>
                    <a:pt x="451992" y="466217"/>
                  </a:moveTo>
                  <a:lnTo>
                    <a:pt x="425323" y="495554"/>
                  </a:lnTo>
                  <a:lnTo>
                    <a:pt x="386079" y="513461"/>
                  </a:lnTo>
                  <a:lnTo>
                    <a:pt x="339089" y="519557"/>
                  </a:lnTo>
                  <a:lnTo>
                    <a:pt x="327019" y="519366"/>
                  </a:lnTo>
                  <a:lnTo>
                    <a:pt x="281404" y="513365"/>
                  </a:lnTo>
                  <a:lnTo>
                    <a:pt x="253364" y="502793"/>
                  </a:lnTo>
                  <a:lnTo>
                    <a:pt x="253364" y="454533"/>
                  </a:lnTo>
                  <a:lnTo>
                    <a:pt x="263068" y="460670"/>
                  </a:lnTo>
                  <a:lnTo>
                    <a:pt x="273272" y="465915"/>
                  </a:lnTo>
                  <a:lnTo>
                    <a:pt x="317515" y="478282"/>
                  </a:lnTo>
                  <a:lnTo>
                    <a:pt x="340613" y="479933"/>
                  </a:lnTo>
                  <a:lnTo>
                    <a:pt x="348106" y="479806"/>
                  </a:lnTo>
                  <a:lnTo>
                    <a:pt x="355473" y="479044"/>
                  </a:lnTo>
                  <a:lnTo>
                    <a:pt x="362838" y="477647"/>
                  </a:lnTo>
                  <a:lnTo>
                    <a:pt x="370585" y="476250"/>
                  </a:lnTo>
                  <a:lnTo>
                    <a:pt x="401700" y="453898"/>
                  </a:lnTo>
                  <a:lnTo>
                    <a:pt x="408431" y="428625"/>
                  </a:lnTo>
                  <a:lnTo>
                    <a:pt x="408172" y="421806"/>
                  </a:lnTo>
                  <a:lnTo>
                    <a:pt x="384175" y="385063"/>
                  </a:lnTo>
                  <a:lnTo>
                    <a:pt x="340598" y="372776"/>
                  </a:lnTo>
                  <a:lnTo>
                    <a:pt x="323723" y="372110"/>
                  </a:lnTo>
                  <a:lnTo>
                    <a:pt x="294639" y="372110"/>
                  </a:lnTo>
                  <a:lnTo>
                    <a:pt x="294639" y="332105"/>
                  </a:lnTo>
                  <a:lnTo>
                    <a:pt x="322199" y="332105"/>
                  </a:lnTo>
                  <a:lnTo>
                    <a:pt x="329719" y="331936"/>
                  </a:lnTo>
                  <a:lnTo>
                    <a:pt x="368300" y="324612"/>
                  </a:lnTo>
                  <a:lnTo>
                    <a:pt x="375411" y="320039"/>
                  </a:lnTo>
                  <a:lnTo>
                    <a:pt x="381888" y="315975"/>
                  </a:lnTo>
                  <a:lnTo>
                    <a:pt x="387095" y="310261"/>
                  </a:lnTo>
                  <a:lnTo>
                    <a:pt x="390778" y="303657"/>
                  </a:lnTo>
                  <a:lnTo>
                    <a:pt x="394588" y="296037"/>
                  </a:lnTo>
                  <a:lnTo>
                    <a:pt x="396493" y="287655"/>
                  </a:lnTo>
                  <a:lnTo>
                    <a:pt x="396239" y="279273"/>
                  </a:lnTo>
                  <a:lnTo>
                    <a:pt x="396620" y="271525"/>
                  </a:lnTo>
                  <a:lnTo>
                    <a:pt x="377951" y="243839"/>
                  </a:lnTo>
                  <a:lnTo>
                    <a:pt x="372617" y="240537"/>
                  </a:lnTo>
                  <a:lnTo>
                    <a:pt x="366649" y="238251"/>
                  </a:lnTo>
                  <a:lnTo>
                    <a:pt x="360552" y="237109"/>
                  </a:lnTo>
                  <a:lnTo>
                    <a:pt x="354583" y="235838"/>
                  </a:lnTo>
                  <a:lnTo>
                    <a:pt x="348487" y="235204"/>
                  </a:lnTo>
                  <a:lnTo>
                    <a:pt x="342518" y="235204"/>
                  </a:lnTo>
                  <a:lnTo>
                    <a:pt x="303656" y="240792"/>
                  </a:lnTo>
                  <a:lnTo>
                    <a:pt x="266826" y="257683"/>
                  </a:lnTo>
                  <a:lnTo>
                    <a:pt x="266826" y="213360"/>
                  </a:lnTo>
                  <a:lnTo>
                    <a:pt x="303910" y="199771"/>
                  </a:lnTo>
                  <a:lnTo>
                    <a:pt x="346963" y="195199"/>
                  </a:lnTo>
                  <a:lnTo>
                    <a:pt x="356580" y="195484"/>
                  </a:lnTo>
                  <a:lnTo>
                    <a:pt x="402256" y="205263"/>
                  </a:lnTo>
                  <a:lnTo>
                    <a:pt x="436389" y="230491"/>
                  </a:lnTo>
                  <a:lnTo>
                    <a:pt x="449706" y="271525"/>
                  </a:lnTo>
                  <a:lnTo>
                    <a:pt x="448944" y="285398"/>
                  </a:lnTo>
                  <a:lnTo>
                    <a:pt x="431800" y="322707"/>
                  </a:lnTo>
                  <a:lnTo>
                    <a:pt x="396295" y="346049"/>
                  </a:lnTo>
                  <a:lnTo>
                    <a:pt x="382524" y="349885"/>
                  </a:lnTo>
                  <a:lnTo>
                    <a:pt x="390114" y="350984"/>
                  </a:lnTo>
                  <a:lnTo>
                    <a:pt x="431815" y="368468"/>
                  </a:lnTo>
                  <a:lnTo>
                    <a:pt x="458219" y="403359"/>
                  </a:lnTo>
                  <a:lnTo>
                    <a:pt x="461899" y="425576"/>
                  </a:lnTo>
                  <a:lnTo>
                    <a:pt x="461422" y="436177"/>
                  </a:lnTo>
                  <a:lnTo>
                    <a:pt x="459612" y="446563"/>
                  </a:lnTo>
                  <a:lnTo>
                    <a:pt x="456469" y="456616"/>
                  </a:lnTo>
                  <a:lnTo>
                    <a:pt x="451992" y="466217"/>
                  </a:lnTo>
                  <a:close/>
                </a:path>
              </a:pathLst>
            </a:custGeom>
            <a:ln w="10981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xfrm>
            <a:off x="299720" y="1011682"/>
            <a:ext cx="45618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173961"/>
                </a:solidFill>
              </a:rPr>
              <a:t>El</a:t>
            </a:r>
            <a:r>
              <a:rPr sz="3200" spc="-114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recorrido</a:t>
            </a:r>
            <a:r>
              <a:rPr sz="3200" spc="-105" dirty="0">
                <a:solidFill>
                  <a:srgbClr val="173961"/>
                </a:solidFill>
              </a:rPr>
              <a:t> </a:t>
            </a:r>
            <a:r>
              <a:rPr sz="3200" dirty="0">
                <a:solidFill>
                  <a:srgbClr val="173961"/>
                </a:solidFill>
              </a:rPr>
              <a:t>comienza</a:t>
            </a:r>
            <a:r>
              <a:rPr sz="3200" spc="-110" dirty="0">
                <a:solidFill>
                  <a:srgbClr val="173961"/>
                </a:solidFill>
              </a:rPr>
              <a:t> </a:t>
            </a:r>
            <a:r>
              <a:rPr sz="3200" spc="-20" dirty="0">
                <a:solidFill>
                  <a:srgbClr val="173961"/>
                </a:solidFill>
              </a:rPr>
              <a:t>con…</a:t>
            </a:r>
            <a:endParaRPr sz="3200"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1136396" y="2394331"/>
            <a:ext cx="2961640" cy="2345690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271780">
              <a:lnSpc>
                <a:spcPct val="100000"/>
              </a:lnSpc>
              <a:spcBef>
                <a:spcPts val="219"/>
              </a:spcBef>
            </a:pP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Exploración</a:t>
            </a:r>
            <a:r>
              <a:rPr sz="1800" b="1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–</a:t>
            </a:r>
            <a:r>
              <a:rPr sz="1800" b="1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Sesión</a:t>
            </a:r>
            <a:r>
              <a:rPr sz="1800" b="1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spc="-25" dirty="0">
                <a:solidFill>
                  <a:srgbClr val="173961"/>
                </a:solidFill>
                <a:latin typeface="Calibri"/>
                <a:cs typeface="Calibri"/>
              </a:rPr>
              <a:t>de</a:t>
            </a:r>
            <a:endParaRPr sz="1800">
              <a:latin typeface="Calibri"/>
              <a:cs typeface="Calibri"/>
            </a:endParaRPr>
          </a:p>
          <a:p>
            <a:pPr marL="12700" marR="5080">
              <a:lnSpc>
                <a:spcPct val="105000"/>
              </a:lnSpc>
              <a:spcBef>
                <a:spcPts val="10"/>
              </a:spcBef>
            </a:pP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búsqueda</a:t>
            </a:r>
            <a:r>
              <a:rPr sz="1800" b="1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y</a:t>
            </a:r>
            <a:r>
              <a:rPr sz="1800" b="1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definición</a:t>
            </a:r>
            <a:r>
              <a:rPr sz="1800" b="1" spc="-2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de</a:t>
            </a:r>
            <a:r>
              <a:rPr sz="1800" b="1" spc="-2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73961"/>
                </a:solidFill>
                <a:latin typeface="Calibri"/>
                <a:cs typeface="Calibri"/>
              </a:rPr>
              <a:t>casos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de</a:t>
            </a:r>
            <a:r>
              <a:rPr sz="1800" b="1" spc="-1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uso</a:t>
            </a:r>
            <a:r>
              <a:rPr sz="1800" b="1" spc="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Determinar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las</a:t>
            </a:r>
            <a:endParaRPr sz="1800">
              <a:latin typeface="Calibri"/>
              <a:cs typeface="Calibri"/>
            </a:endParaRPr>
          </a:p>
          <a:p>
            <a:pPr marL="12700" marR="458470">
              <a:lnSpc>
                <a:spcPts val="2270"/>
              </a:lnSpc>
              <a:spcBef>
                <a:spcPts val="90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oportunidades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negocio,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definir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los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casos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uso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concentrarse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aplicación</a:t>
            </a:r>
            <a:endParaRPr sz="1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piloto.</a:t>
            </a:r>
            <a:endParaRPr sz="1800">
              <a:latin typeface="Calibri"/>
              <a:cs typeface="Calibri"/>
            </a:endParaRPr>
          </a:p>
          <a:p>
            <a:pPr marL="41275">
              <a:lnSpc>
                <a:spcPct val="100000"/>
              </a:lnSpc>
              <a:spcBef>
                <a:spcPts val="195"/>
              </a:spcBef>
            </a:pPr>
            <a:r>
              <a:rPr sz="1800" b="1" spc="-10" dirty="0">
                <a:solidFill>
                  <a:srgbClr val="173961"/>
                </a:solidFill>
                <a:latin typeface="Calibri"/>
                <a:cs typeface="Calibri"/>
              </a:rPr>
              <a:t>PoC/PoV</a:t>
            </a:r>
            <a:r>
              <a:rPr sz="1800" b="1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73961"/>
                </a:solidFill>
                <a:latin typeface="Calibri"/>
                <a:cs typeface="Calibri"/>
              </a:rPr>
              <a:t>Implementación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305813" y="4985766"/>
            <a:ext cx="2299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Crear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Mínimo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Product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081142" y="2409571"/>
            <a:ext cx="2021205" cy="8636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237490">
              <a:lnSpc>
                <a:spcPct val="102800"/>
              </a:lnSpc>
              <a:spcBef>
                <a:spcPts val="4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Viable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mediante funcionalidades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IA</a:t>
            </a:r>
            <a:endParaRPr sz="1800">
              <a:latin typeface="Calibri"/>
              <a:cs typeface="Calibri"/>
            </a:endParaRPr>
          </a:p>
          <a:p>
            <a:pPr marL="475615">
              <a:lnSpc>
                <a:spcPct val="100000"/>
              </a:lnSpc>
              <a:spcBef>
                <a:spcPts val="60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Generativa.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997322" y="3430904"/>
            <a:ext cx="2181225" cy="862330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 algn="ctr">
              <a:lnSpc>
                <a:spcPct val="102499"/>
              </a:lnSpc>
              <a:spcBef>
                <a:spcPts val="45"/>
              </a:spcBef>
            </a:pP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Presentar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defender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la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solución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ante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cliente (stakeholders).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73295" y="4450460"/>
            <a:ext cx="2628900" cy="86296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algn="ctr">
              <a:lnSpc>
                <a:spcPct val="102600"/>
              </a:lnSpc>
              <a:spcBef>
                <a:spcPts val="4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Planificar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las</a:t>
            </a:r>
            <a:r>
              <a:rPr sz="1800" spc="-5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etapas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seguir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hacia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producción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Despliegue</a:t>
            </a:r>
            <a:r>
              <a:rPr sz="1800" b="1" spc="-35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173961"/>
                </a:solidFill>
                <a:latin typeface="Calibri"/>
                <a:cs typeface="Calibri"/>
              </a:rPr>
              <a:t>de</a:t>
            </a:r>
            <a:r>
              <a:rPr sz="1800" b="1" spc="-30" dirty="0">
                <a:solidFill>
                  <a:srgbClr val="17396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173961"/>
                </a:solidFill>
                <a:latin typeface="Calibri"/>
                <a:cs typeface="Calibri"/>
              </a:rPr>
              <a:t>producción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06181" y="2409571"/>
            <a:ext cx="2532380" cy="58166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65405">
              <a:lnSpc>
                <a:spcPct val="102800"/>
              </a:lnSpc>
              <a:spcBef>
                <a:spcPts val="4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Poner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producción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en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funcionamiento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solución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20836" y="3247771"/>
            <a:ext cx="2702560" cy="114427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47625" marR="39370" indent="158115">
              <a:lnSpc>
                <a:spcPct val="102299"/>
              </a:lnSpc>
              <a:spcBef>
                <a:spcPts val="50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Alcanzar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los</a:t>
            </a:r>
            <a:r>
              <a:rPr sz="1800" spc="-5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objetivos</a:t>
            </a:r>
            <a:r>
              <a:rPr sz="1800" spc="-6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de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negocio</a:t>
            </a:r>
            <a:r>
              <a:rPr sz="1800" spc="-3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y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los</a:t>
            </a:r>
            <a:r>
              <a:rPr sz="1800" spc="-3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indicadores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de</a:t>
            </a:r>
            <a:endParaRPr sz="1800">
              <a:latin typeface="Calibri"/>
              <a:cs typeface="Calibri"/>
            </a:endParaRPr>
          </a:p>
          <a:p>
            <a:pPr marL="641985" marR="5080" indent="-629920">
              <a:lnSpc>
                <a:spcPct val="102800"/>
              </a:lnSpc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éxitos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establecidos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en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la</a:t>
            </a:r>
            <a:r>
              <a:rPr sz="1800" spc="-20" dirty="0">
                <a:solidFill>
                  <a:srgbClr val="374151"/>
                </a:solidFill>
                <a:latin typeface="Calibri"/>
                <a:cs typeface="Calibri"/>
              </a:rPr>
              <a:t> fase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1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exploración.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479917" y="4640960"/>
            <a:ext cx="2179320" cy="582295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327660" marR="5080" indent="-315595">
              <a:lnSpc>
                <a:spcPct val="102899"/>
              </a:lnSpc>
              <a:spcBef>
                <a:spcPts val="35"/>
              </a:spcBef>
            </a:pP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Detectar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el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caso</a:t>
            </a:r>
            <a:r>
              <a:rPr sz="1800" spc="-45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374151"/>
                </a:solidFill>
                <a:latin typeface="Calibri"/>
                <a:cs typeface="Calibri"/>
              </a:rPr>
              <a:t>de</a:t>
            </a:r>
            <a:r>
              <a:rPr sz="1800" spc="-40" dirty="0">
                <a:solidFill>
                  <a:srgbClr val="374151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374151"/>
                </a:solidFill>
                <a:latin typeface="Calibri"/>
                <a:cs typeface="Calibri"/>
              </a:rPr>
              <a:t>uso </a:t>
            </a:r>
            <a:r>
              <a:rPr sz="1800" spc="-10" dirty="0">
                <a:solidFill>
                  <a:srgbClr val="374151"/>
                </a:solidFill>
                <a:latin typeface="Calibri"/>
                <a:cs typeface="Calibri"/>
              </a:rPr>
              <a:t>correspondiente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439928"/>
            <a:ext cx="17113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GEN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AI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CUSTOMER</a:t>
            </a:r>
            <a:r>
              <a:rPr sz="1000" spc="-15" dirty="0">
                <a:solidFill>
                  <a:srgbClr val="777777"/>
                </a:solidFill>
                <a:latin typeface="Calibri"/>
                <a:cs typeface="Calibri"/>
              </a:rPr>
              <a:t> 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OPORTUNITY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95147" y="6250635"/>
            <a:ext cx="53721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10" dirty="0">
                <a:solidFill>
                  <a:srgbClr val="AAAAAA"/>
                </a:solidFill>
                <a:latin typeface="Calibri"/>
                <a:cs typeface="Calibri"/>
              </a:rPr>
              <a:t>hiberus.com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95147" y="885190"/>
            <a:ext cx="3173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173961"/>
                </a:solidFill>
              </a:rPr>
              <a:t>Guiando</a:t>
            </a:r>
            <a:r>
              <a:rPr sz="2800" spc="-50" dirty="0">
                <a:solidFill>
                  <a:srgbClr val="173961"/>
                </a:solidFill>
              </a:rPr>
              <a:t> </a:t>
            </a:r>
            <a:r>
              <a:rPr sz="2800" dirty="0">
                <a:solidFill>
                  <a:srgbClr val="173961"/>
                </a:solidFill>
              </a:rPr>
              <a:t>a</a:t>
            </a:r>
            <a:r>
              <a:rPr sz="2800" spc="-35" dirty="0">
                <a:solidFill>
                  <a:srgbClr val="173961"/>
                </a:solidFill>
              </a:rPr>
              <a:t> </a:t>
            </a:r>
            <a:r>
              <a:rPr sz="2800" dirty="0">
                <a:solidFill>
                  <a:srgbClr val="173961"/>
                </a:solidFill>
              </a:rPr>
              <a:t>los</a:t>
            </a:r>
            <a:r>
              <a:rPr sz="2800" spc="-50" dirty="0">
                <a:solidFill>
                  <a:srgbClr val="173961"/>
                </a:solidFill>
              </a:rPr>
              <a:t> </a:t>
            </a:r>
            <a:r>
              <a:rPr sz="2800" spc="-10" dirty="0">
                <a:solidFill>
                  <a:srgbClr val="173961"/>
                </a:solidFill>
              </a:rPr>
              <a:t>clientes</a:t>
            </a:r>
            <a:endParaRPr sz="2800"/>
          </a:p>
        </p:txBody>
      </p:sp>
      <p:grpSp>
        <p:nvGrpSpPr>
          <p:cNvPr id="5" name="object 5"/>
          <p:cNvGrpSpPr/>
          <p:nvPr/>
        </p:nvGrpSpPr>
        <p:grpSpPr>
          <a:xfrm>
            <a:off x="4861559" y="1533271"/>
            <a:ext cx="4140200" cy="1188720"/>
            <a:chOff x="4861559" y="1533271"/>
            <a:chExt cx="4140200" cy="1188720"/>
          </a:xfrm>
        </p:grpSpPr>
        <p:sp>
          <p:nvSpPr>
            <p:cNvPr id="6" name="object 6"/>
            <p:cNvSpPr/>
            <p:nvPr/>
          </p:nvSpPr>
          <p:spPr>
            <a:xfrm>
              <a:off x="4861559" y="1533271"/>
              <a:ext cx="4140200" cy="1188720"/>
            </a:xfrm>
            <a:custGeom>
              <a:avLst/>
              <a:gdLst/>
              <a:ahLst/>
              <a:cxnLst/>
              <a:rect l="l" t="t" r="r" b="b"/>
              <a:pathLst>
                <a:path w="4140200" h="1188720">
                  <a:moveTo>
                    <a:pt x="4140199" y="0"/>
                  </a:moveTo>
                  <a:lnTo>
                    <a:pt x="0" y="0"/>
                  </a:lnTo>
                  <a:lnTo>
                    <a:pt x="297179" y="1188592"/>
                  </a:lnTo>
                  <a:lnTo>
                    <a:pt x="3843019" y="1188592"/>
                  </a:lnTo>
                  <a:lnTo>
                    <a:pt x="4140199" y="0"/>
                  </a:lnTo>
                  <a:close/>
                </a:path>
              </a:pathLst>
            </a:custGeom>
            <a:solidFill>
              <a:srgbClr val="8B0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61253" y="2050796"/>
              <a:ext cx="75565" cy="15455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2886" y="2035810"/>
              <a:ext cx="1192657" cy="188722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6841032" y="2028571"/>
              <a:ext cx="488950" cy="157480"/>
            </a:xfrm>
            <a:custGeom>
              <a:avLst/>
              <a:gdLst/>
              <a:ahLst/>
              <a:cxnLst/>
              <a:rect l="l" t="t" r="r" b="b"/>
              <a:pathLst>
                <a:path w="488950" h="157480">
                  <a:moveTo>
                    <a:pt x="41478" y="155066"/>
                  </a:moveTo>
                  <a:lnTo>
                    <a:pt x="38684" y="155066"/>
                  </a:lnTo>
                  <a:lnTo>
                    <a:pt x="46304" y="155828"/>
                  </a:lnTo>
                  <a:lnTo>
                    <a:pt x="43510" y="155828"/>
                  </a:lnTo>
                  <a:lnTo>
                    <a:pt x="41478" y="155066"/>
                  </a:lnTo>
                  <a:close/>
                </a:path>
                <a:path w="488950" h="157480">
                  <a:moveTo>
                    <a:pt x="61925" y="155066"/>
                  </a:moveTo>
                  <a:lnTo>
                    <a:pt x="41478" y="155066"/>
                  </a:lnTo>
                  <a:lnTo>
                    <a:pt x="43510" y="155828"/>
                  </a:lnTo>
                  <a:lnTo>
                    <a:pt x="58877" y="155828"/>
                  </a:lnTo>
                  <a:lnTo>
                    <a:pt x="61925" y="155066"/>
                  </a:lnTo>
                  <a:close/>
                </a:path>
                <a:path w="488950" h="157480">
                  <a:moveTo>
                    <a:pt x="62306" y="155066"/>
                  </a:moveTo>
                  <a:lnTo>
                    <a:pt x="61925" y="155066"/>
                  </a:lnTo>
                  <a:lnTo>
                    <a:pt x="58877" y="155828"/>
                  </a:lnTo>
                  <a:lnTo>
                    <a:pt x="58496" y="155828"/>
                  </a:lnTo>
                  <a:lnTo>
                    <a:pt x="62306" y="155066"/>
                  </a:lnTo>
                  <a:close/>
                </a:path>
                <a:path w="488950" h="157480">
                  <a:moveTo>
                    <a:pt x="19295" y="49783"/>
                  </a:moveTo>
                  <a:lnTo>
                    <a:pt x="584" y="49783"/>
                  </a:lnTo>
                  <a:lnTo>
                    <a:pt x="0" y="50545"/>
                  </a:lnTo>
                  <a:lnTo>
                    <a:pt x="76" y="53848"/>
                  </a:lnTo>
                  <a:lnTo>
                    <a:pt x="203" y="54228"/>
                  </a:lnTo>
                  <a:lnTo>
                    <a:pt x="279" y="54609"/>
                  </a:lnTo>
                  <a:lnTo>
                    <a:pt x="330" y="54863"/>
                  </a:lnTo>
                  <a:lnTo>
                    <a:pt x="584" y="55625"/>
                  </a:lnTo>
                  <a:lnTo>
                    <a:pt x="965" y="56514"/>
                  </a:lnTo>
                  <a:lnTo>
                    <a:pt x="37795" y="152018"/>
                  </a:lnTo>
                  <a:lnTo>
                    <a:pt x="40970" y="155066"/>
                  </a:lnTo>
                  <a:lnTo>
                    <a:pt x="62136" y="155066"/>
                  </a:lnTo>
                  <a:lnTo>
                    <a:pt x="63322" y="154558"/>
                  </a:lnTo>
                  <a:lnTo>
                    <a:pt x="63830" y="153924"/>
                  </a:lnTo>
                  <a:lnTo>
                    <a:pt x="64338" y="153415"/>
                  </a:lnTo>
                  <a:lnTo>
                    <a:pt x="64719" y="152780"/>
                  </a:lnTo>
                  <a:lnTo>
                    <a:pt x="65100" y="152018"/>
                  </a:lnTo>
                  <a:lnTo>
                    <a:pt x="71145" y="136398"/>
                  </a:lnTo>
                  <a:lnTo>
                    <a:pt x="52146" y="136398"/>
                  </a:lnTo>
                  <a:lnTo>
                    <a:pt x="20878" y="51815"/>
                  </a:lnTo>
                  <a:lnTo>
                    <a:pt x="20777" y="51562"/>
                  </a:lnTo>
                  <a:lnTo>
                    <a:pt x="20396" y="50926"/>
                  </a:lnTo>
                  <a:lnTo>
                    <a:pt x="20015" y="50545"/>
                  </a:lnTo>
                  <a:lnTo>
                    <a:pt x="19634" y="50037"/>
                  </a:lnTo>
                  <a:lnTo>
                    <a:pt x="19295" y="49783"/>
                  </a:lnTo>
                  <a:close/>
                </a:path>
                <a:path w="488950" h="157480">
                  <a:moveTo>
                    <a:pt x="102141" y="49783"/>
                  </a:moveTo>
                  <a:lnTo>
                    <a:pt x="84446" y="49783"/>
                  </a:lnTo>
                  <a:lnTo>
                    <a:pt x="84023" y="50037"/>
                  </a:lnTo>
                  <a:lnTo>
                    <a:pt x="83642" y="50545"/>
                  </a:lnTo>
                  <a:lnTo>
                    <a:pt x="83261" y="50926"/>
                  </a:lnTo>
                  <a:lnTo>
                    <a:pt x="82753" y="52196"/>
                  </a:lnTo>
                  <a:lnTo>
                    <a:pt x="52527" y="135000"/>
                  </a:lnTo>
                  <a:lnTo>
                    <a:pt x="52146" y="136398"/>
                  </a:lnTo>
                  <a:lnTo>
                    <a:pt x="71145" y="136398"/>
                  </a:lnTo>
                  <a:lnTo>
                    <a:pt x="102057" y="56514"/>
                  </a:lnTo>
                  <a:lnTo>
                    <a:pt x="102184" y="56006"/>
                  </a:lnTo>
                  <a:lnTo>
                    <a:pt x="102374" y="55625"/>
                  </a:lnTo>
                  <a:lnTo>
                    <a:pt x="102528" y="54863"/>
                  </a:lnTo>
                  <a:lnTo>
                    <a:pt x="102565" y="54609"/>
                  </a:lnTo>
                  <a:lnTo>
                    <a:pt x="102692" y="54228"/>
                  </a:lnTo>
                  <a:lnTo>
                    <a:pt x="102819" y="53848"/>
                  </a:lnTo>
                  <a:lnTo>
                    <a:pt x="102946" y="53086"/>
                  </a:lnTo>
                  <a:lnTo>
                    <a:pt x="102962" y="50926"/>
                  </a:lnTo>
                  <a:lnTo>
                    <a:pt x="102755" y="50545"/>
                  </a:lnTo>
                  <a:lnTo>
                    <a:pt x="102395" y="50037"/>
                  </a:lnTo>
                  <a:lnTo>
                    <a:pt x="102141" y="49783"/>
                  </a:lnTo>
                  <a:close/>
                </a:path>
                <a:path w="488950" h="157480">
                  <a:moveTo>
                    <a:pt x="17030" y="49021"/>
                  </a:moveTo>
                  <a:lnTo>
                    <a:pt x="2616" y="49021"/>
                  </a:lnTo>
                  <a:lnTo>
                    <a:pt x="330" y="49783"/>
                  </a:lnTo>
                  <a:lnTo>
                    <a:pt x="19507" y="49783"/>
                  </a:lnTo>
                  <a:lnTo>
                    <a:pt x="17602" y="49149"/>
                  </a:lnTo>
                  <a:lnTo>
                    <a:pt x="17030" y="49021"/>
                  </a:lnTo>
                  <a:close/>
                </a:path>
                <a:path w="488950" h="157480">
                  <a:moveTo>
                    <a:pt x="100533" y="49021"/>
                  </a:moveTo>
                  <a:lnTo>
                    <a:pt x="86690" y="49021"/>
                  </a:lnTo>
                  <a:lnTo>
                    <a:pt x="86182" y="49149"/>
                  </a:lnTo>
                  <a:lnTo>
                    <a:pt x="84277" y="49783"/>
                  </a:lnTo>
                  <a:lnTo>
                    <a:pt x="102438" y="49783"/>
                  </a:lnTo>
                  <a:lnTo>
                    <a:pt x="100533" y="49021"/>
                  </a:lnTo>
                  <a:close/>
                </a:path>
                <a:path w="488950" h="157480">
                  <a:moveTo>
                    <a:pt x="199081" y="61975"/>
                  </a:moveTo>
                  <a:lnTo>
                    <a:pt x="164033" y="61975"/>
                  </a:lnTo>
                  <a:lnTo>
                    <a:pt x="167843" y="62483"/>
                  </a:lnTo>
                  <a:lnTo>
                    <a:pt x="171780" y="63753"/>
                  </a:lnTo>
                  <a:lnTo>
                    <a:pt x="174447" y="64642"/>
                  </a:lnTo>
                  <a:lnTo>
                    <a:pt x="174277" y="64642"/>
                  </a:lnTo>
                  <a:lnTo>
                    <a:pt x="176606" y="66039"/>
                  </a:lnTo>
                  <a:lnTo>
                    <a:pt x="178638" y="67944"/>
                  </a:lnTo>
                  <a:lnTo>
                    <a:pt x="180543" y="69976"/>
                  </a:lnTo>
                  <a:lnTo>
                    <a:pt x="182067" y="72389"/>
                  </a:lnTo>
                  <a:lnTo>
                    <a:pt x="182956" y="75437"/>
                  </a:lnTo>
                  <a:lnTo>
                    <a:pt x="183845" y="78358"/>
                  </a:lnTo>
                  <a:lnTo>
                    <a:pt x="184226" y="81787"/>
                  </a:lnTo>
                  <a:lnTo>
                    <a:pt x="184226" y="93471"/>
                  </a:lnTo>
                  <a:lnTo>
                    <a:pt x="160858" y="93471"/>
                  </a:lnTo>
                  <a:lnTo>
                    <a:pt x="153238" y="94233"/>
                  </a:lnTo>
                  <a:lnTo>
                    <a:pt x="118694" y="112140"/>
                  </a:lnTo>
                  <a:lnTo>
                    <a:pt x="116154" y="116331"/>
                  </a:lnTo>
                  <a:lnTo>
                    <a:pt x="114884" y="121157"/>
                  </a:lnTo>
                  <a:lnTo>
                    <a:pt x="114884" y="131699"/>
                  </a:lnTo>
                  <a:lnTo>
                    <a:pt x="115773" y="136016"/>
                  </a:lnTo>
                  <a:lnTo>
                    <a:pt x="117678" y="139826"/>
                  </a:lnTo>
                  <a:lnTo>
                    <a:pt x="119456" y="143637"/>
                  </a:lnTo>
                  <a:lnTo>
                    <a:pt x="121996" y="146812"/>
                  </a:lnTo>
                  <a:lnTo>
                    <a:pt x="128473" y="152018"/>
                  </a:lnTo>
                  <a:lnTo>
                    <a:pt x="132656" y="154177"/>
                  </a:lnTo>
                  <a:lnTo>
                    <a:pt x="132880" y="154177"/>
                  </a:lnTo>
                  <a:lnTo>
                    <a:pt x="137109" y="155320"/>
                  </a:lnTo>
                  <a:lnTo>
                    <a:pt x="141681" y="156717"/>
                  </a:lnTo>
                  <a:lnTo>
                    <a:pt x="146888" y="157479"/>
                  </a:lnTo>
                  <a:lnTo>
                    <a:pt x="159080" y="157479"/>
                  </a:lnTo>
                  <a:lnTo>
                    <a:pt x="186512" y="143001"/>
                  </a:lnTo>
                  <a:lnTo>
                    <a:pt x="149301" y="143001"/>
                  </a:lnTo>
                  <a:lnTo>
                    <a:pt x="144221" y="141477"/>
                  </a:lnTo>
                  <a:lnTo>
                    <a:pt x="137109" y="135381"/>
                  </a:lnTo>
                  <a:lnTo>
                    <a:pt x="135331" y="131190"/>
                  </a:lnTo>
                  <a:lnTo>
                    <a:pt x="135331" y="122936"/>
                  </a:lnTo>
                  <a:lnTo>
                    <a:pt x="142951" y="111887"/>
                  </a:lnTo>
                  <a:lnTo>
                    <a:pt x="145618" y="110108"/>
                  </a:lnTo>
                  <a:lnTo>
                    <a:pt x="149047" y="108965"/>
                  </a:lnTo>
                  <a:lnTo>
                    <a:pt x="157048" y="107187"/>
                  </a:lnTo>
                  <a:lnTo>
                    <a:pt x="161747" y="106806"/>
                  </a:lnTo>
                  <a:lnTo>
                    <a:pt x="204038" y="106806"/>
                  </a:lnTo>
                  <a:lnTo>
                    <a:pt x="204002" y="78358"/>
                  </a:lnTo>
                  <a:lnTo>
                    <a:pt x="203276" y="73151"/>
                  </a:lnTo>
                  <a:lnTo>
                    <a:pt x="200228" y="63753"/>
                  </a:lnTo>
                  <a:lnTo>
                    <a:pt x="199081" y="61975"/>
                  </a:lnTo>
                  <a:close/>
                </a:path>
                <a:path w="488950" h="157480">
                  <a:moveTo>
                    <a:pt x="204038" y="142620"/>
                  </a:moveTo>
                  <a:lnTo>
                    <a:pt x="186893" y="142620"/>
                  </a:lnTo>
                  <a:lnTo>
                    <a:pt x="186893" y="153542"/>
                  </a:lnTo>
                  <a:lnTo>
                    <a:pt x="187147" y="154177"/>
                  </a:lnTo>
                  <a:lnTo>
                    <a:pt x="188290" y="155066"/>
                  </a:lnTo>
                  <a:lnTo>
                    <a:pt x="189179" y="155448"/>
                  </a:lnTo>
                  <a:lnTo>
                    <a:pt x="190449" y="155701"/>
                  </a:lnTo>
                  <a:lnTo>
                    <a:pt x="200355" y="155701"/>
                  </a:lnTo>
                  <a:lnTo>
                    <a:pt x="204038" y="153542"/>
                  </a:lnTo>
                  <a:lnTo>
                    <a:pt x="204038" y="142620"/>
                  </a:lnTo>
                  <a:close/>
                </a:path>
                <a:path w="488950" h="157480">
                  <a:moveTo>
                    <a:pt x="204038" y="106806"/>
                  </a:moveTo>
                  <a:lnTo>
                    <a:pt x="184226" y="106806"/>
                  </a:lnTo>
                  <a:lnTo>
                    <a:pt x="184226" y="128142"/>
                  </a:lnTo>
                  <a:lnTo>
                    <a:pt x="179400" y="133095"/>
                  </a:lnTo>
                  <a:lnTo>
                    <a:pt x="174701" y="136905"/>
                  </a:lnTo>
                  <a:lnTo>
                    <a:pt x="170256" y="139318"/>
                  </a:lnTo>
                  <a:lnTo>
                    <a:pt x="165684" y="141858"/>
                  </a:lnTo>
                  <a:lnTo>
                    <a:pt x="160858" y="143001"/>
                  </a:lnTo>
                  <a:lnTo>
                    <a:pt x="186512" y="143001"/>
                  </a:lnTo>
                  <a:lnTo>
                    <a:pt x="186893" y="142620"/>
                  </a:lnTo>
                  <a:lnTo>
                    <a:pt x="204038" y="142620"/>
                  </a:lnTo>
                  <a:lnTo>
                    <a:pt x="204038" y="106806"/>
                  </a:lnTo>
                  <a:close/>
                </a:path>
                <a:path w="488950" h="157480">
                  <a:moveTo>
                    <a:pt x="168986" y="46989"/>
                  </a:moveTo>
                  <a:lnTo>
                    <a:pt x="157048" y="46989"/>
                  </a:lnTo>
                  <a:lnTo>
                    <a:pt x="152857" y="47370"/>
                  </a:lnTo>
                  <a:lnTo>
                    <a:pt x="148793" y="48132"/>
                  </a:lnTo>
                  <a:lnTo>
                    <a:pt x="144729" y="48767"/>
                  </a:lnTo>
                  <a:lnTo>
                    <a:pt x="140919" y="49656"/>
                  </a:lnTo>
                  <a:lnTo>
                    <a:pt x="137490" y="50800"/>
                  </a:lnTo>
                  <a:lnTo>
                    <a:pt x="134061" y="51815"/>
                  </a:lnTo>
                  <a:lnTo>
                    <a:pt x="131013" y="53086"/>
                  </a:lnTo>
                  <a:lnTo>
                    <a:pt x="125679" y="55625"/>
                  </a:lnTo>
                  <a:lnTo>
                    <a:pt x="123774" y="56768"/>
                  </a:lnTo>
                  <a:lnTo>
                    <a:pt x="122758" y="57784"/>
                  </a:lnTo>
                  <a:lnTo>
                    <a:pt x="121615" y="58674"/>
                  </a:lnTo>
                  <a:lnTo>
                    <a:pt x="120980" y="59816"/>
                  </a:lnTo>
                  <a:lnTo>
                    <a:pt x="120599" y="60832"/>
                  </a:lnTo>
                  <a:lnTo>
                    <a:pt x="120345" y="61975"/>
                  </a:lnTo>
                  <a:lnTo>
                    <a:pt x="120380" y="63753"/>
                  </a:lnTo>
                  <a:lnTo>
                    <a:pt x="122504" y="71881"/>
                  </a:lnTo>
                  <a:lnTo>
                    <a:pt x="123181" y="72389"/>
                  </a:lnTo>
                  <a:lnTo>
                    <a:pt x="125171" y="72389"/>
                  </a:lnTo>
                  <a:lnTo>
                    <a:pt x="126695" y="71881"/>
                  </a:lnTo>
                  <a:lnTo>
                    <a:pt x="128600" y="70738"/>
                  </a:lnTo>
                  <a:lnTo>
                    <a:pt x="130632" y="69723"/>
                  </a:lnTo>
                  <a:lnTo>
                    <a:pt x="133045" y="68452"/>
                  </a:lnTo>
                  <a:lnTo>
                    <a:pt x="138595" y="66039"/>
                  </a:lnTo>
                  <a:lnTo>
                    <a:pt x="142316" y="64642"/>
                  </a:lnTo>
                  <a:lnTo>
                    <a:pt x="145761" y="63753"/>
                  </a:lnTo>
                  <a:lnTo>
                    <a:pt x="150063" y="62483"/>
                  </a:lnTo>
                  <a:lnTo>
                    <a:pt x="154508" y="61975"/>
                  </a:lnTo>
                  <a:lnTo>
                    <a:pt x="199081" y="61975"/>
                  </a:lnTo>
                  <a:lnTo>
                    <a:pt x="197688" y="59816"/>
                  </a:lnTo>
                  <a:lnTo>
                    <a:pt x="194518" y="56768"/>
                  </a:lnTo>
                  <a:lnTo>
                    <a:pt x="190957" y="53593"/>
                  </a:lnTo>
                  <a:lnTo>
                    <a:pt x="186512" y="51180"/>
                  </a:lnTo>
                  <a:lnTo>
                    <a:pt x="175590" y="47878"/>
                  </a:lnTo>
                  <a:lnTo>
                    <a:pt x="168986" y="46989"/>
                  </a:lnTo>
                  <a:close/>
                </a:path>
                <a:path w="488950" h="157480">
                  <a:moveTo>
                    <a:pt x="255727" y="155575"/>
                  </a:moveTo>
                  <a:lnTo>
                    <a:pt x="243408" y="155575"/>
                  </a:lnTo>
                  <a:lnTo>
                    <a:pt x="244678" y="155828"/>
                  </a:lnTo>
                  <a:lnTo>
                    <a:pt x="254457" y="155828"/>
                  </a:lnTo>
                  <a:lnTo>
                    <a:pt x="255727" y="155575"/>
                  </a:lnTo>
                  <a:close/>
                </a:path>
                <a:path w="488950" h="157480">
                  <a:moveTo>
                    <a:pt x="256743" y="380"/>
                  </a:moveTo>
                  <a:lnTo>
                    <a:pt x="242392" y="380"/>
                  </a:lnTo>
                  <a:lnTo>
                    <a:pt x="241630" y="762"/>
                  </a:lnTo>
                  <a:lnTo>
                    <a:pt x="240868" y="1015"/>
                  </a:lnTo>
                  <a:lnTo>
                    <a:pt x="240360" y="1396"/>
                  </a:lnTo>
                  <a:lnTo>
                    <a:pt x="240106" y="1904"/>
                  </a:lnTo>
                  <a:lnTo>
                    <a:pt x="239725" y="2286"/>
                  </a:lnTo>
                  <a:lnTo>
                    <a:pt x="239725" y="153669"/>
                  </a:lnTo>
                  <a:lnTo>
                    <a:pt x="240106" y="154050"/>
                  </a:lnTo>
                  <a:lnTo>
                    <a:pt x="240360" y="154431"/>
                  </a:lnTo>
                  <a:lnTo>
                    <a:pt x="240868" y="154812"/>
                  </a:lnTo>
                  <a:lnTo>
                    <a:pt x="241630" y="155066"/>
                  </a:lnTo>
                  <a:lnTo>
                    <a:pt x="242646" y="155575"/>
                  </a:lnTo>
                  <a:lnTo>
                    <a:pt x="256489" y="155575"/>
                  </a:lnTo>
                  <a:lnTo>
                    <a:pt x="257505" y="155066"/>
                  </a:lnTo>
                  <a:lnTo>
                    <a:pt x="258140" y="154812"/>
                  </a:lnTo>
                  <a:lnTo>
                    <a:pt x="258775" y="154431"/>
                  </a:lnTo>
                  <a:lnTo>
                    <a:pt x="259029" y="154050"/>
                  </a:lnTo>
                  <a:lnTo>
                    <a:pt x="259410" y="153669"/>
                  </a:lnTo>
                  <a:lnTo>
                    <a:pt x="259410" y="2286"/>
                  </a:lnTo>
                  <a:lnTo>
                    <a:pt x="259029" y="1904"/>
                  </a:lnTo>
                  <a:lnTo>
                    <a:pt x="258775" y="1396"/>
                  </a:lnTo>
                  <a:lnTo>
                    <a:pt x="258140" y="1015"/>
                  </a:lnTo>
                  <a:lnTo>
                    <a:pt x="257505" y="762"/>
                  </a:lnTo>
                  <a:lnTo>
                    <a:pt x="256743" y="380"/>
                  </a:lnTo>
                  <a:close/>
                </a:path>
                <a:path w="488950" h="157480">
                  <a:moveTo>
                    <a:pt x="254457" y="0"/>
                  </a:moveTo>
                  <a:lnTo>
                    <a:pt x="244678" y="0"/>
                  </a:lnTo>
                  <a:lnTo>
                    <a:pt x="242773" y="380"/>
                  </a:lnTo>
                  <a:lnTo>
                    <a:pt x="256362" y="380"/>
                  </a:lnTo>
                  <a:lnTo>
                    <a:pt x="254457" y="0"/>
                  </a:lnTo>
                  <a:close/>
                </a:path>
                <a:path w="488950" h="157480">
                  <a:moveTo>
                    <a:pt x="352628" y="46989"/>
                  </a:moveTo>
                  <a:lnTo>
                    <a:pt x="334467" y="46989"/>
                  </a:lnTo>
                  <a:lnTo>
                    <a:pt x="326466" y="48387"/>
                  </a:lnTo>
                  <a:lnTo>
                    <a:pt x="294208" y="73659"/>
                  </a:lnTo>
                  <a:lnTo>
                    <a:pt x="288366" y="94995"/>
                  </a:lnTo>
                  <a:lnTo>
                    <a:pt x="288366" y="111632"/>
                  </a:lnTo>
                  <a:lnTo>
                    <a:pt x="306019" y="147700"/>
                  </a:lnTo>
                  <a:lnTo>
                    <a:pt x="332562" y="157479"/>
                  </a:lnTo>
                  <a:lnTo>
                    <a:pt x="350596" y="157479"/>
                  </a:lnTo>
                  <a:lnTo>
                    <a:pt x="357985" y="156209"/>
                  </a:lnTo>
                  <a:lnTo>
                    <a:pt x="358412" y="156209"/>
                  </a:lnTo>
                  <a:lnTo>
                    <a:pt x="372567" y="150494"/>
                  </a:lnTo>
                  <a:lnTo>
                    <a:pt x="378409" y="146557"/>
                  </a:lnTo>
                  <a:lnTo>
                    <a:pt x="382629" y="141986"/>
                  </a:lnTo>
                  <a:lnTo>
                    <a:pt x="336118" y="141986"/>
                  </a:lnTo>
                  <a:lnTo>
                    <a:pt x="331376" y="140969"/>
                  </a:lnTo>
                  <a:lnTo>
                    <a:pt x="331038" y="140969"/>
                  </a:lnTo>
                  <a:lnTo>
                    <a:pt x="326466" y="138683"/>
                  </a:lnTo>
                  <a:lnTo>
                    <a:pt x="322148" y="136651"/>
                  </a:lnTo>
                  <a:lnTo>
                    <a:pt x="310718" y="117475"/>
                  </a:lnTo>
                  <a:lnTo>
                    <a:pt x="309575" y="112649"/>
                  </a:lnTo>
                  <a:lnTo>
                    <a:pt x="309253" y="109346"/>
                  </a:lnTo>
                  <a:lnTo>
                    <a:pt x="309141" y="108203"/>
                  </a:lnTo>
                  <a:lnTo>
                    <a:pt x="309067" y="96265"/>
                  </a:lnTo>
                  <a:lnTo>
                    <a:pt x="309475" y="92837"/>
                  </a:lnTo>
                  <a:lnTo>
                    <a:pt x="309596" y="91820"/>
                  </a:lnTo>
                  <a:lnTo>
                    <a:pt x="309702" y="90931"/>
                  </a:lnTo>
                  <a:lnTo>
                    <a:pt x="311099" y="86105"/>
                  </a:lnTo>
                  <a:lnTo>
                    <a:pt x="312369" y="81279"/>
                  </a:lnTo>
                  <a:lnTo>
                    <a:pt x="314401" y="77088"/>
                  </a:lnTo>
                  <a:lnTo>
                    <a:pt x="319989" y="69976"/>
                  </a:lnTo>
                  <a:lnTo>
                    <a:pt x="323418" y="67309"/>
                  </a:lnTo>
                  <a:lnTo>
                    <a:pt x="327736" y="65404"/>
                  </a:lnTo>
                  <a:lnTo>
                    <a:pt x="331665" y="63500"/>
                  </a:lnTo>
                  <a:lnTo>
                    <a:pt x="331201" y="63500"/>
                  </a:lnTo>
                  <a:lnTo>
                    <a:pt x="337007" y="62483"/>
                  </a:lnTo>
                  <a:lnTo>
                    <a:pt x="384577" y="62483"/>
                  </a:lnTo>
                  <a:lnTo>
                    <a:pt x="383616" y="61467"/>
                  </a:lnTo>
                  <a:lnTo>
                    <a:pt x="379298" y="56768"/>
                  </a:lnTo>
                  <a:lnTo>
                    <a:pt x="373710" y="53212"/>
                  </a:lnTo>
                  <a:lnTo>
                    <a:pt x="367106" y="50673"/>
                  </a:lnTo>
                  <a:lnTo>
                    <a:pt x="360502" y="48259"/>
                  </a:lnTo>
                  <a:lnTo>
                    <a:pt x="352628" y="46989"/>
                  </a:lnTo>
                  <a:close/>
                </a:path>
                <a:path w="488950" h="157480">
                  <a:moveTo>
                    <a:pt x="384577" y="62483"/>
                  </a:moveTo>
                  <a:lnTo>
                    <a:pt x="349326" y="62483"/>
                  </a:lnTo>
                  <a:lnTo>
                    <a:pt x="354787" y="63500"/>
                  </a:lnTo>
                  <a:lnTo>
                    <a:pt x="358978" y="65658"/>
                  </a:lnTo>
                  <a:lnTo>
                    <a:pt x="374599" y="86994"/>
                  </a:lnTo>
                  <a:lnTo>
                    <a:pt x="375742" y="91820"/>
                  </a:lnTo>
                  <a:lnTo>
                    <a:pt x="376051" y="94995"/>
                  </a:lnTo>
                  <a:lnTo>
                    <a:pt x="376175" y="96265"/>
                  </a:lnTo>
                  <a:lnTo>
                    <a:pt x="376250" y="108203"/>
                  </a:lnTo>
                  <a:lnTo>
                    <a:pt x="375841" y="111632"/>
                  </a:lnTo>
                  <a:lnTo>
                    <a:pt x="375721" y="112649"/>
                  </a:lnTo>
                  <a:lnTo>
                    <a:pt x="348310" y="141986"/>
                  </a:lnTo>
                  <a:lnTo>
                    <a:pt x="382629" y="141986"/>
                  </a:lnTo>
                  <a:lnTo>
                    <a:pt x="387553" y="136651"/>
                  </a:lnTo>
                  <a:lnTo>
                    <a:pt x="391109" y="130682"/>
                  </a:lnTo>
                  <a:lnTo>
                    <a:pt x="393395" y="123825"/>
                  </a:lnTo>
                  <a:lnTo>
                    <a:pt x="395808" y="116966"/>
                  </a:lnTo>
                  <a:lnTo>
                    <a:pt x="396951" y="109346"/>
                  </a:lnTo>
                  <a:lnTo>
                    <a:pt x="396951" y="92837"/>
                  </a:lnTo>
                  <a:lnTo>
                    <a:pt x="395808" y="85216"/>
                  </a:lnTo>
                  <a:lnTo>
                    <a:pt x="393649" y="78486"/>
                  </a:lnTo>
                  <a:lnTo>
                    <a:pt x="391363" y="71881"/>
                  </a:lnTo>
                  <a:lnTo>
                    <a:pt x="388061" y="66166"/>
                  </a:lnTo>
                  <a:lnTo>
                    <a:pt x="384577" y="62483"/>
                  </a:lnTo>
                  <a:close/>
                </a:path>
                <a:path w="488950" h="157480">
                  <a:moveTo>
                    <a:pt x="441655" y="155575"/>
                  </a:moveTo>
                  <a:lnTo>
                    <a:pt x="429336" y="155575"/>
                  </a:lnTo>
                  <a:lnTo>
                    <a:pt x="430606" y="155828"/>
                  </a:lnTo>
                  <a:lnTo>
                    <a:pt x="440385" y="155828"/>
                  </a:lnTo>
                  <a:lnTo>
                    <a:pt x="441655" y="155575"/>
                  </a:lnTo>
                  <a:close/>
                </a:path>
                <a:path w="488950" h="157480">
                  <a:moveTo>
                    <a:pt x="440131" y="48894"/>
                  </a:moveTo>
                  <a:lnTo>
                    <a:pt x="428955" y="48894"/>
                  </a:lnTo>
                  <a:lnTo>
                    <a:pt x="428066" y="49149"/>
                  </a:lnTo>
                  <a:lnTo>
                    <a:pt x="426923" y="49529"/>
                  </a:lnTo>
                  <a:lnTo>
                    <a:pt x="427092" y="49529"/>
                  </a:lnTo>
                  <a:lnTo>
                    <a:pt x="426669" y="49783"/>
                  </a:lnTo>
                  <a:lnTo>
                    <a:pt x="426076" y="50291"/>
                  </a:lnTo>
                  <a:lnTo>
                    <a:pt x="425907" y="50545"/>
                  </a:lnTo>
                  <a:lnTo>
                    <a:pt x="425822" y="50673"/>
                  </a:lnTo>
                  <a:lnTo>
                    <a:pt x="425653" y="51053"/>
                  </a:lnTo>
                  <a:lnTo>
                    <a:pt x="425653" y="153669"/>
                  </a:lnTo>
                  <a:lnTo>
                    <a:pt x="426034" y="154050"/>
                  </a:lnTo>
                  <a:lnTo>
                    <a:pt x="426288" y="154431"/>
                  </a:lnTo>
                  <a:lnTo>
                    <a:pt x="426796" y="154812"/>
                  </a:lnTo>
                  <a:lnTo>
                    <a:pt x="427558" y="155066"/>
                  </a:lnTo>
                  <a:lnTo>
                    <a:pt x="428574" y="155575"/>
                  </a:lnTo>
                  <a:lnTo>
                    <a:pt x="442417" y="155575"/>
                  </a:lnTo>
                  <a:lnTo>
                    <a:pt x="443433" y="155066"/>
                  </a:lnTo>
                  <a:lnTo>
                    <a:pt x="444068" y="154812"/>
                  </a:lnTo>
                  <a:lnTo>
                    <a:pt x="444703" y="154431"/>
                  </a:lnTo>
                  <a:lnTo>
                    <a:pt x="444957" y="154050"/>
                  </a:lnTo>
                  <a:lnTo>
                    <a:pt x="445338" y="153669"/>
                  </a:lnTo>
                  <a:lnTo>
                    <a:pt x="445465" y="86487"/>
                  </a:lnTo>
                  <a:lnTo>
                    <a:pt x="448259" y="82295"/>
                  </a:lnTo>
                  <a:lnTo>
                    <a:pt x="450799" y="78866"/>
                  </a:lnTo>
                  <a:lnTo>
                    <a:pt x="453212" y="76073"/>
                  </a:lnTo>
                  <a:lnTo>
                    <a:pt x="455498" y="73278"/>
                  </a:lnTo>
                  <a:lnTo>
                    <a:pt x="457784" y="70992"/>
                  </a:lnTo>
                  <a:lnTo>
                    <a:pt x="459816" y="69214"/>
                  </a:lnTo>
                  <a:lnTo>
                    <a:pt x="461975" y="67563"/>
                  </a:lnTo>
                  <a:lnTo>
                    <a:pt x="463194" y="66801"/>
                  </a:lnTo>
                  <a:lnTo>
                    <a:pt x="443561" y="66801"/>
                  </a:lnTo>
                  <a:lnTo>
                    <a:pt x="443434" y="51053"/>
                  </a:lnTo>
                  <a:lnTo>
                    <a:pt x="443179" y="50673"/>
                  </a:lnTo>
                  <a:lnTo>
                    <a:pt x="443052" y="50545"/>
                  </a:lnTo>
                  <a:lnTo>
                    <a:pt x="442882" y="50291"/>
                  </a:lnTo>
                  <a:lnTo>
                    <a:pt x="442290" y="49783"/>
                  </a:lnTo>
                  <a:lnTo>
                    <a:pt x="441866" y="49529"/>
                  </a:lnTo>
                  <a:lnTo>
                    <a:pt x="441020" y="49149"/>
                  </a:lnTo>
                  <a:lnTo>
                    <a:pt x="440131" y="48894"/>
                  </a:lnTo>
                  <a:close/>
                </a:path>
                <a:path w="488950" h="157480">
                  <a:moveTo>
                    <a:pt x="488645" y="64769"/>
                  </a:moveTo>
                  <a:lnTo>
                    <a:pt x="475786" y="64769"/>
                  </a:lnTo>
                  <a:lnTo>
                    <a:pt x="477977" y="65150"/>
                  </a:lnTo>
                  <a:lnTo>
                    <a:pt x="481787" y="66293"/>
                  </a:lnTo>
                  <a:lnTo>
                    <a:pt x="483565" y="66801"/>
                  </a:lnTo>
                  <a:lnTo>
                    <a:pt x="484581" y="67182"/>
                  </a:lnTo>
                  <a:lnTo>
                    <a:pt x="487121" y="67182"/>
                  </a:lnTo>
                  <a:lnTo>
                    <a:pt x="487502" y="66801"/>
                  </a:lnTo>
                  <a:lnTo>
                    <a:pt x="483353" y="66801"/>
                  </a:lnTo>
                  <a:lnTo>
                    <a:pt x="481998" y="66293"/>
                  </a:lnTo>
                  <a:lnTo>
                    <a:pt x="488035" y="66293"/>
                  </a:lnTo>
                  <a:lnTo>
                    <a:pt x="488645" y="64769"/>
                  </a:lnTo>
                  <a:close/>
                </a:path>
                <a:path w="488950" h="157480">
                  <a:moveTo>
                    <a:pt x="475437" y="47116"/>
                  </a:moveTo>
                  <a:lnTo>
                    <a:pt x="470103" y="47116"/>
                  </a:lnTo>
                  <a:lnTo>
                    <a:pt x="468579" y="47370"/>
                  </a:lnTo>
                  <a:lnTo>
                    <a:pt x="463435" y="48513"/>
                  </a:lnTo>
                  <a:lnTo>
                    <a:pt x="463705" y="48513"/>
                  </a:lnTo>
                  <a:lnTo>
                    <a:pt x="462197" y="49149"/>
                  </a:lnTo>
                  <a:lnTo>
                    <a:pt x="461403" y="49529"/>
                  </a:lnTo>
                  <a:lnTo>
                    <a:pt x="459100" y="51053"/>
                  </a:lnTo>
                  <a:lnTo>
                    <a:pt x="457022" y="52324"/>
                  </a:lnTo>
                  <a:lnTo>
                    <a:pt x="454482" y="54355"/>
                  </a:lnTo>
                  <a:lnTo>
                    <a:pt x="451942" y="56895"/>
                  </a:lnTo>
                  <a:lnTo>
                    <a:pt x="449275" y="59436"/>
                  </a:lnTo>
                  <a:lnTo>
                    <a:pt x="446481" y="62737"/>
                  </a:lnTo>
                  <a:lnTo>
                    <a:pt x="443465" y="66801"/>
                  </a:lnTo>
                  <a:lnTo>
                    <a:pt x="463194" y="66801"/>
                  </a:lnTo>
                  <a:lnTo>
                    <a:pt x="464007" y="66293"/>
                  </a:lnTo>
                  <a:lnTo>
                    <a:pt x="467817" y="64769"/>
                  </a:lnTo>
                  <a:lnTo>
                    <a:pt x="488645" y="64769"/>
                  </a:lnTo>
                  <a:lnTo>
                    <a:pt x="488518" y="51815"/>
                  </a:lnTo>
                  <a:lnTo>
                    <a:pt x="488391" y="51307"/>
                  </a:lnTo>
                  <a:lnTo>
                    <a:pt x="488264" y="51053"/>
                  </a:lnTo>
                  <a:lnTo>
                    <a:pt x="488137" y="50673"/>
                  </a:lnTo>
                  <a:lnTo>
                    <a:pt x="487756" y="50291"/>
                  </a:lnTo>
                  <a:lnTo>
                    <a:pt x="486740" y="49529"/>
                  </a:lnTo>
                  <a:lnTo>
                    <a:pt x="485978" y="49149"/>
                  </a:lnTo>
                  <a:lnTo>
                    <a:pt x="484835" y="48894"/>
                  </a:lnTo>
                  <a:lnTo>
                    <a:pt x="483692" y="48513"/>
                  </a:lnTo>
                  <a:lnTo>
                    <a:pt x="482295" y="48132"/>
                  </a:lnTo>
                  <a:lnTo>
                    <a:pt x="480898" y="47878"/>
                  </a:lnTo>
                  <a:lnTo>
                    <a:pt x="479501" y="47498"/>
                  </a:lnTo>
                  <a:lnTo>
                    <a:pt x="475437" y="47116"/>
                  </a:lnTo>
                  <a:close/>
                </a:path>
                <a:path w="488950" h="157480">
                  <a:moveTo>
                    <a:pt x="488010" y="66293"/>
                  </a:moveTo>
                  <a:lnTo>
                    <a:pt x="481998" y="66293"/>
                  </a:lnTo>
                  <a:lnTo>
                    <a:pt x="483353" y="66801"/>
                  </a:lnTo>
                  <a:lnTo>
                    <a:pt x="487502" y="66801"/>
                  </a:lnTo>
                  <a:lnTo>
                    <a:pt x="488010" y="6629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10068" y="2028571"/>
              <a:ext cx="144525" cy="15747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640319" y="2030476"/>
              <a:ext cx="863726" cy="194183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5182996" y="2848355"/>
            <a:ext cx="3497579" cy="1019810"/>
            <a:chOff x="5182996" y="2848355"/>
            <a:chExt cx="3497579" cy="1019810"/>
          </a:xfrm>
        </p:grpSpPr>
        <p:sp>
          <p:nvSpPr>
            <p:cNvPr id="13" name="object 13"/>
            <p:cNvSpPr/>
            <p:nvPr/>
          </p:nvSpPr>
          <p:spPr>
            <a:xfrm>
              <a:off x="5182996" y="2848355"/>
              <a:ext cx="3497579" cy="1019810"/>
            </a:xfrm>
            <a:custGeom>
              <a:avLst/>
              <a:gdLst/>
              <a:ahLst/>
              <a:cxnLst/>
              <a:rect l="l" t="t" r="r" b="b"/>
              <a:pathLst>
                <a:path w="3497579" h="1019810">
                  <a:moveTo>
                    <a:pt x="3497199" y="0"/>
                  </a:moveTo>
                  <a:lnTo>
                    <a:pt x="0" y="0"/>
                  </a:lnTo>
                  <a:lnTo>
                    <a:pt x="254888" y="1019556"/>
                  </a:lnTo>
                  <a:lnTo>
                    <a:pt x="3242436" y="1019556"/>
                  </a:lnTo>
                  <a:lnTo>
                    <a:pt x="3497199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50915" y="3290061"/>
              <a:ext cx="624586" cy="16954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67576" y="3281679"/>
              <a:ext cx="814451" cy="15862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58608" y="3282822"/>
              <a:ext cx="146812" cy="15747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99019" y="3282822"/>
              <a:ext cx="1018158" cy="195834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5483225" y="3994403"/>
            <a:ext cx="2918460" cy="779145"/>
            <a:chOff x="5483225" y="3994403"/>
            <a:chExt cx="2918460" cy="779145"/>
          </a:xfrm>
        </p:grpSpPr>
        <p:sp>
          <p:nvSpPr>
            <p:cNvPr id="19" name="object 19"/>
            <p:cNvSpPr/>
            <p:nvPr/>
          </p:nvSpPr>
          <p:spPr>
            <a:xfrm>
              <a:off x="5483225" y="3994403"/>
              <a:ext cx="2918460" cy="779145"/>
            </a:xfrm>
            <a:custGeom>
              <a:avLst/>
              <a:gdLst/>
              <a:ahLst/>
              <a:cxnLst/>
              <a:rect l="l" t="t" r="r" b="b"/>
              <a:pathLst>
                <a:path w="2918459" h="779145">
                  <a:moveTo>
                    <a:pt x="2918205" y="0"/>
                  </a:moveTo>
                  <a:lnTo>
                    <a:pt x="0" y="0"/>
                  </a:lnTo>
                  <a:lnTo>
                    <a:pt x="194690" y="778637"/>
                  </a:lnTo>
                  <a:lnTo>
                    <a:pt x="2723515" y="778637"/>
                  </a:lnTo>
                  <a:lnTo>
                    <a:pt x="2918205" y="0"/>
                  </a:lnTo>
                  <a:close/>
                </a:path>
              </a:pathLst>
            </a:custGeom>
            <a:solidFill>
              <a:srgbClr val="C55A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23026" y="4187443"/>
              <a:ext cx="75437" cy="15455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34658" y="4165726"/>
              <a:ext cx="604646" cy="156972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23761" y="4165218"/>
              <a:ext cx="135000" cy="1574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36613" y="4164202"/>
              <a:ext cx="1022857" cy="19710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3284" y="4438776"/>
              <a:ext cx="736981" cy="158242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783324" y="4439538"/>
              <a:ext cx="134874" cy="157480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002144" y="4438395"/>
              <a:ext cx="913637" cy="158623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5698109" y="4890389"/>
            <a:ext cx="2487295" cy="615950"/>
          </a:xfrm>
          <a:custGeom>
            <a:avLst/>
            <a:gdLst/>
            <a:ahLst/>
            <a:cxnLst/>
            <a:rect l="l" t="t" r="r" b="b"/>
            <a:pathLst>
              <a:path w="2487295" h="615950">
                <a:moveTo>
                  <a:pt x="2486914" y="0"/>
                </a:moveTo>
                <a:lnTo>
                  <a:pt x="0" y="0"/>
                </a:lnTo>
                <a:lnTo>
                  <a:pt x="153924" y="615696"/>
                </a:lnTo>
                <a:lnTo>
                  <a:pt x="2332990" y="615696"/>
                </a:lnTo>
                <a:lnTo>
                  <a:pt x="2486914" y="0"/>
                </a:lnTo>
                <a:close/>
              </a:path>
            </a:pathLst>
          </a:custGeom>
          <a:solidFill>
            <a:srgbClr val="00AFE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8" name="object 28"/>
          <p:cNvGrpSpPr/>
          <p:nvPr/>
        </p:nvGrpSpPr>
        <p:grpSpPr>
          <a:xfrm>
            <a:off x="5877940" y="5623394"/>
            <a:ext cx="2130425" cy="490855"/>
            <a:chOff x="5877940" y="5623394"/>
            <a:chExt cx="2130425" cy="490855"/>
          </a:xfrm>
        </p:grpSpPr>
        <p:sp>
          <p:nvSpPr>
            <p:cNvPr id="29" name="object 29"/>
            <p:cNvSpPr/>
            <p:nvPr/>
          </p:nvSpPr>
          <p:spPr>
            <a:xfrm>
              <a:off x="5877940" y="5623394"/>
              <a:ext cx="2130425" cy="490855"/>
            </a:xfrm>
            <a:custGeom>
              <a:avLst/>
              <a:gdLst/>
              <a:ahLst/>
              <a:cxnLst/>
              <a:rect l="l" t="t" r="r" b="b"/>
              <a:pathLst>
                <a:path w="2130425" h="490854">
                  <a:moveTo>
                    <a:pt x="2130298" y="0"/>
                  </a:moveTo>
                  <a:lnTo>
                    <a:pt x="0" y="0"/>
                  </a:lnTo>
                  <a:lnTo>
                    <a:pt x="122682" y="490702"/>
                  </a:lnTo>
                  <a:lnTo>
                    <a:pt x="2007615" y="490702"/>
                  </a:lnTo>
                  <a:lnTo>
                    <a:pt x="2130298" y="0"/>
                  </a:lnTo>
                  <a:close/>
                </a:path>
              </a:pathLst>
            </a:custGeom>
            <a:solidFill>
              <a:srgbClr val="1F386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18351" y="5795263"/>
              <a:ext cx="1718437" cy="20431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323203" y="4964429"/>
            <a:ext cx="14154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3990" marR="5080" indent="-161925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¿Tenemos</a:t>
            </a:r>
            <a:r>
              <a:rPr sz="18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FFFF"/>
                </a:solidFill>
                <a:latin typeface="Calibri"/>
                <a:cs typeface="Calibri"/>
              </a:rPr>
              <a:t>data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disponible?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32" name="object 32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821933" y="908680"/>
            <a:ext cx="678208" cy="803792"/>
          </a:xfrm>
          <a:prstGeom prst="rect">
            <a:avLst/>
          </a:prstGeom>
        </p:spPr>
      </p:pic>
      <p:grpSp>
        <p:nvGrpSpPr>
          <p:cNvPr id="33" name="object 33"/>
          <p:cNvGrpSpPr/>
          <p:nvPr/>
        </p:nvGrpSpPr>
        <p:grpSpPr>
          <a:xfrm>
            <a:off x="3806868" y="1552194"/>
            <a:ext cx="889000" cy="5306060"/>
            <a:chOff x="3806868" y="1552194"/>
            <a:chExt cx="889000" cy="5306060"/>
          </a:xfrm>
        </p:grpSpPr>
        <p:sp>
          <p:nvSpPr>
            <p:cNvPr id="34" name="object 34"/>
            <p:cNvSpPr/>
            <p:nvPr/>
          </p:nvSpPr>
          <p:spPr>
            <a:xfrm>
              <a:off x="3815969" y="6316065"/>
              <a:ext cx="880110" cy="542290"/>
            </a:xfrm>
            <a:custGeom>
              <a:avLst/>
              <a:gdLst/>
              <a:ahLst/>
              <a:cxnLst/>
              <a:rect l="l" t="t" r="r" b="b"/>
              <a:pathLst>
                <a:path w="880110" h="542290">
                  <a:moveTo>
                    <a:pt x="879855" y="0"/>
                  </a:moveTo>
                  <a:lnTo>
                    <a:pt x="710438" y="0"/>
                  </a:lnTo>
                  <a:lnTo>
                    <a:pt x="772921" y="62471"/>
                  </a:lnTo>
                  <a:lnTo>
                    <a:pt x="488060" y="347306"/>
                  </a:lnTo>
                  <a:lnTo>
                    <a:pt x="329310" y="188480"/>
                  </a:lnTo>
                  <a:lnTo>
                    <a:pt x="0" y="517780"/>
                  </a:lnTo>
                  <a:lnTo>
                    <a:pt x="24141" y="541934"/>
                  </a:lnTo>
                  <a:lnTo>
                    <a:pt x="64770" y="541934"/>
                  </a:lnTo>
                  <a:lnTo>
                    <a:pt x="329310" y="277418"/>
                  </a:lnTo>
                  <a:lnTo>
                    <a:pt x="488060" y="436248"/>
                  </a:lnTo>
                  <a:lnTo>
                    <a:pt x="817371" y="106946"/>
                  </a:lnTo>
                  <a:lnTo>
                    <a:pt x="879855" y="169418"/>
                  </a:lnTo>
                  <a:lnTo>
                    <a:pt x="879855" y="0"/>
                  </a:lnTo>
                  <a:close/>
                </a:path>
              </a:pathLst>
            </a:custGeom>
            <a:solidFill>
              <a:srgbClr val="173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80612" y="6138710"/>
              <a:ext cx="105790" cy="105879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806868" y="6255181"/>
              <a:ext cx="671830" cy="454659"/>
            </a:xfrm>
            <a:custGeom>
              <a:avLst/>
              <a:gdLst/>
              <a:ahLst/>
              <a:cxnLst/>
              <a:rect l="l" t="t" r="r" b="b"/>
              <a:pathLst>
                <a:path w="671829" h="454659">
                  <a:moveTo>
                    <a:pt x="549866" y="3"/>
                  </a:moveTo>
                  <a:lnTo>
                    <a:pt x="507194" y="7099"/>
                  </a:lnTo>
                  <a:lnTo>
                    <a:pt x="464776" y="29641"/>
                  </a:lnTo>
                  <a:lnTo>
                    <a:pt x="444329" y="103555"/>
                  </a:lnTo>
                  <a:lnTo>
                    <a:pt x="430359" y="41503"/>
                  </a:lnTo>
                  <a:lnTo>
                    <a:pt x="392027" y="11318"/>
                  </a:lnTo>
                  <a:lnTo>
                    <a:pt x="347589" y="745"/>
                  </a:lnTo>
                  <a:lnTo>
                    <a:pt x="314392" y="2559"/>
                  </a:lnTo>
                  <a:lnTo>
                    <a:pt x="253702" y="29641"/>
                  </a:lnTo>
                  <a:lnTo>
                    <a:pt x="232493" y="101549"/>
                  </a:lnTo>
                  <a:lnTo>
                    <a:pt x="217761" y="36830"/>
                  </a:lnTo>
                  <a:lnTo>
                    <a:pt x="180316" y="11325"/>
                  </a:lnTo>
                  <a:lnTo>
                    <a:pt x="137150" y="443"/>
                  </a:lnTo>
                  <a:lnTo>
                    <a:pt x="126321" y="0"/>
                  </a:lnTo>
                  <a:lnTo>
                    <a:pt x="115492" y="443"/>
                  </a:lnTo>
                  <a:lnTo>
                    <a:pt x="72344" y="11332"/>
                  </a:lnTo>
                  <a:lnTo>
                    <a:pt x="37675" y="32677"/>
                  </a:lnTo>
                  <a:lnTo>
                    <a:pt x="464" y="195249"/>
                  </a:lnTo>
                  <a:lnTo>
                    <a:pt x="0" y="204030"/>
                  </a:lnTo>
                  <a:lnTo>
                    <a:pt x="2845" y="212020"/>
                  </a:lnTo>
                  <a:lnTo>
                    <a:pt x="8501" y="218352"/>
                  </a:lnTo>
                  <a:lnTo>
                    <a:pt x="16466" y="222161"/>
                  </a:lnTo>
                  <a:lnTo>
                    <a:pt x="19641" y="222465"/>
                  </a:lnTo>
                  <a:lnTo>
                    <a:pt x="28063" y="221254"/>
                  </a:lnTo>
                  <a:lnTo>
                    <a:pt x="34341" y="217847"/>
                  </a:lnTo>
                  <a:lnTo>
                    <a:pt x="39143" y="212543"/>
                  </a:lnTo>
                  <a:lnTo>
                    <a:pt x="41993" y="205740"/>
                  </a:lnTo>
                  <a:lnTo>
                    <a:pt x="73743" y="63525"/>
                  </a:lnTo>
                  <a:lnTo>
                    <a:pt x="73743" y="138709"/>
                  </a:lnTo>
                  <a:lnTo>
                    <a:pt x="41993" y="296481"/>
                  </a:lnTo>
                  <a:lnTo>
                    <a:pt x="73743" y="296481"/>
                  </a:lnTo>
                  <a:lnTo>
                    <a:pt x="73743" y="454139"/>
                  </a:lnTo>
                  <a:lnTo>
                    <a:pt x="116034" y="411784"/>
                  </a:lnTo>
                  <a:lnTo>
                    <a:pt x="116034" y="296481"/>
                  </a:lnTo>
                  <a:lnTo>
                    <a:pt x="137243" y="296481"/>
                  </a:lnTo>
                  <a:lnTo>
                    <a:pt x="137243" y="390613"/>
                  </a:lnTo>
                  <a:lnTo>
                    <a:pt x="179534" y="348259"/>
                  </a:lnTo>
                  <a:lnTo>
                    <a:pt x="179534" y="296481"/>
                  </a:lnTo>
                  <a:lnTo>
                    <a:pt x="211284" y="296481"/>
                  </a:lnTo>
                  <a:lnTo>
                    <a:pt x="179534" y="138811"/>
                  </a:lnTo>
                  <a:lnTo>
                    <a:pt x="179534" y="64693"/>
                  </a:lnTo>
                  <a:lnTo>
                    <a:pt x="211284" y="202984"/>
                  </a:lnTo>
                  <a:lnTo>
                    <a:pt x="213473" y="210652"/>
                  </a:lnTo>
                  <a:lnTo>
                    <a:pt x="218126" y="216808"/>
                  </a:lnTo>
                  <a:lnTo>
                    <a:pt x="224661" y="220897"/>
                  </a:lnTo>
                  <a:lnTo>
                    <a:pt x="232493" y="222364"/>
                  </a:lnTo>
                  <a:lnTo>
                    <a:pt x="239583" y="221097"/>
                  </a:lnTo>
                  <a:lnTo>
                    <a:pt x="245685" y="217647"/>
                  </a:lnTo>
                  <a:lnTo>
                    <a:pt x="250334" y="212400"/>
                  </a:lnTo>
                  <a:lnTo>
                    <a:pt x="253067" y="205740"/>
                  </a:lnTo>
                  <a:lnTo>
                    <a:pt x="253702" y="201180"/>
                  </a:lnTo>
                  <a:lnTo>
                    <a:pt x="284563" y="65328"/>
                  </a:lnTo>
                  <a:lnTo>
                    <a:pt x="284563" y="242900"/>
                  </a:lnTo>
                  <a:lnTo>
                    <a:pt x="308058" y="219392"/>
                  </a:lnTo>
                  <a:lnTo>
                    <a:pt x="322048" y="210081"/>
                  </a:lnTo>
                  <a:lnTo>
                    <a:pt x="337966" y="206971"/>
                  </a:lnTo>
                  <a:lnTo>
                    <a:pt x="353885" y="210062"/>
                  </a:lnTo>
                  <a:lnTo>
                    <a:pt x="367875" y="219354"/>
                  </a:lnTo>
                  <a:lnTo>
                    <a:pt x="391370" y="241947"/>
                  </a:lnTo>
                  <a:lnTo>
                    <a:pt x="391370" y="65430"/>
                  </a:lnTo>
                  <a:lnTo>
                    <a:pt x="423120" y="205841"/>
                  </a:lnTo>
                  <a:lnTo>
                    <a:pt x="444329" y="222364"/>
                  </a:lnTo>
                  <a:lnTo>
                    <a:pt x="451419" y="221118"/>
                  </a:lnTo>
                  <a:lnTo>
                    <a:pt x="457521" y="217676"/>
                  </a:lnTo>
                  <a:lnTo>
                    <a:pt x="462170" y="212421"/>
                  </a:lnTo>
                  <a:lnTo>
                    <a:pt x="464903" y="205740"/>
                  </a:lnTo>
                  <a:lnTo>
                    <a:pt x="496653" y="65328"/>
                  </a:lnTo>
                  <a:lnTo>
                    <a:pt x="496653" y="348043"/>
                  </a:lnTo>
                  <a:lnTo>
                    <a:pt x="539071" y="305689"/>
                  </a:lnTo>
                  <a:lnTo>
                    <a:pt x="539071" y="232943"/>
                  </a:lnTo>
                  <a:lnTo>
                    <a:pt x="560153" y="232943"/>
                  </a:lnTo>
                  <a:lnTo>
                    <a:pt x="560153" y="284937"/>
                  </a:lnTo>
                  <a:lnTo>
                    <a:pt x="602571" y="242582"/>
                  </a:lnTo>
                  <a:lnTo>
                    <a:pt x="602571" y="65430"/>
                  </a:lnTo>
                  <a:lnTo>
                    <a:pt x="635845" y="208800"/>
                  </a:lnTo>
                  <a:lnTo>
                    <a:pt x="636607" y="208699"/>
                  </a:lnTo>
                  <a:lnTo>
                    <a:pt x="671532" y="173863"/>
                  </a:lnTo>
                  <a:lnTo>
                    <a:pt x="642068" y="41503"/>
                  </a:lnTo>
                  <a:lnTo>
                    <a:pt x="641179" y="36817"/>
                  </a:lnTo>
                  <a:lnTo>
                    <a:pt x="603789" y="11318"/>
                  </a:lnTo>
                  <a:lnTo>
                    <a:pt x="571416" y="1777"/>
                  </a:lnTo>
                  <a:lnTo>
                    <a:pt x="549866" y="3"/>
                  </a:lnTo>
                  <a:close/>
                </a:path>
              </a:pathLst>
            </a:custGeom>
            <a:solidFill>
              <a:srgbClr val="1739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04030" y="6138710"/>
              <a:ext cx="105791" cy="105879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091940" y="6138710"/>
              <a:ext cx="105790" cy="10587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596765" y="1552194"/>
              <a:ext cx="88265" cy="4582795"/>
            </a:xfrm>
            <a:custGeom>
              <a:avLst/>
              <a:gdLst/>
              <a:ahLst/>
              <a:cxnLst/>
              <a:rect l="l" t="t" r="r" b="b"/>
              <a:pathLst>
                <a:path w="88264" h="4582795">
                  <a:moveTo>
                    <a:pt x="19050" y="0"/>
                  </a:moveTo>
                  <a:lnTo>
                    <a:pt x="0" y="253"/>
                  </a:lnTo>
                  <a:lnTo>
                    <a:pt x="40639" y="4506137"/>
                  </a:lnTo>
                  <a:lnTo>
                    <a:pt x="12064" y="4506391"/>
                  </a:lnTo>
                  <a:lnTo>
                    <a:pt x="50800" y="4582248"/>
                  </a:lnTo>
                  <a:lnTo>
                    <a:pt x="88264" y="4505706"/>
                  </a:lnTo>
                  <a:lnTo>
                    <a:pt x="59689" y="4505959"/>
                  </a:lnTo>
                  <a:lnTo>
                    <a:pt x="19050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365625" y="3010027"/>
              <a:ext cx="152526" cy="202133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191515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9890" y="1861439"/>
            <a:ext cx="1462760" cy="2094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00605" y="1859279"/>
            <a:ext cx="1574038" cy="25209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7159" y="2227198"/>
            <a:ext cx="1529372" cy="21005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821814" y="2290064"/>
            <a:ext cx="152908" cy="197738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9618" y="2592323"/>
            <a:ext cx="848639" cy="210058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748233" y="0"/>
            <a:ext cx="11443335" cy="6858000"/>
            <a:chOff x="748233" y="0"/>
            <a:chExt cx="11443335" cy="6858000"/>
          </a:xfrm>
        </p:grpSpPr>
        <p:sp>
          <p:nvSpPr>
            <p:cNvPr id="9" name="object 9"/>
            <p:cNvSpPr/>
            <p:nvPr/>
          </p:nvSpPr>
          <p:spPr>
            <a:xfrm>
              <a:off x="5190489" y="0"/>
              <a:ext cx="7000875" cy="6858000"/>
            </a:xfrm>
            <a:custGeom>
              <a:avLst/>
              <a:gdLst/>
              <a:ahLst/>
              <a:cxnLst/>
              <a:rect l="l" t="t" r="r" b="b"/>
              <a:pathLst>
                <a:path w="7000875" h="6858000">
                  <a:moveTo>
                    <a:pt x="7000875" y="0"/>
                  </a:moveTo>
                  <a:lnTo>
                    <a:pt x="0" y="0"/>
                  </a:lnTo>
                  <a:lnTo>
                    <a:pt x="0" y="6857999"/>
                  </a:lnTo>
                  <a:lnTo>
                    <a:pt x="7000875" y="6857999"/>
                  </a:lnTo>
                  <a:lnTo>
                    <a:pt x="7000875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74374" y="210947"/>
              <a:ext cx="979170" cy="116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13150" y="0"/>
              <a:ext cx="8578215" cy="6857991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079752" y="2231770"/>
              <a:ext cx="1524029" cy="25641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70279" y="2592323"/>
              <a:ext cx="1469034" cy="26162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48233" y="3060192"/>
              <a:ext cx="599440" cy="68580"/>
            </a:xfrm>
            <a:custGeom>
              <a:avLst/>
              <a:gdLst/>
              <a:ahLst/>
              <a:cxnLst/>
              <a:rect l="l" t="t" r="r" b="b"/>
              <a:pathLst>
                <a:path w="599440" h="68580">
                  <a:moveTo>
                    <a:pt x="598855" y="0"/>
                  </a:moveTo>
                  <a:lnTo>
                    <a:pt x="0" y="0"/>
                  </a:lnTo>
                  <a:lnTo>
                    <a:pt x="0" y="68580"/>
                  </a:lnTo>
                  <a:lnTo>
                    <a:pt x="598855" y="68580"/>
                  </a:lnTo>
                  <a:lnTo>
                    <a:pt x="598855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79932" y="3495547"/>
              <a:ext cx="1173581" cy="166243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040636" y="3494404"/>
              <a:ext cx="1249426" cy="20764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779342" y="3785108"/>
              <a:ext cx="1419027" cy="206121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292713" y="3833114"/>
              <a:ext cx="246651" cy="11823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88187" y="4074667"/>
              <a:ext cx="1256385" cy="206501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135465" y="4073525"/>
              <a:ext cx="927266" cy="1673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78979" y="4368165"/>
              <a:ext cx="1166406" cy="162306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043781" y="4360417"/>
              <a:ext cx="768887" cy="208914"/>
            </a:xfrm>
            <a:prstGeom prst="rect">
              <a:avLst/>
            </a:prstGeom>
          </p:spPr>
        </p:pic>
      </p:grp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191515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5019" y="1136650"/>
            <a:ext cx="1852930" cy="1560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Modelos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LLM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Pre-Entrenados</a:t>
            </a:r>
            <a:endParaRPr sz="1200">
              <a:latin typeface="Calibri"/>
              <a:cs typeface="Calibri"/>
            </a:endParaRPr>
          </a:p>
          <a:p>
            <a:pPr marL="12700" marR="360045">
              <a:lnSpc>
                <a:spcPct val="109500"/>
              </a:lnSpc>
              <a:spcBef>
                <a:spcPts val="1215"/>
              </a:spcBef>
            </a:pPr>
            <a:r>
              <a:rPr sz="1050" dirty="0">
                <a:latin typeface="Calibri"/>
                <a:cs typeface="Calibri"/>
              </a:rPr>
              <a:t>Azure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Open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AI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ChatGPT</a:t>
            </a:r>
            <a:r>
              <a:rPr sz="1050" spc="-25" dirty="0">
                <a:latin typeface="Calibri"/>
                <a:cs typeface="Calibri"/>
              </a:rPr>
              <a:t> 3.5 </a:t>
            </a:r>
            <a:r>
              <a:rPr sz="1050" dirty="0">
                <a:latin typeface="Calibri"/>
                <a:cs typeface="Calibri"/>
              </a:rPr>
              <a:t>Azure</a:t>
            </a:r>
            <a:r>
              <a:rPr sz="1050" spc="-2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Open</a:t>
            </a:r>
            <a:r>
              <a:rPr sz="1050" spc="-2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AI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ADA</a:t>
            </a:r>
            <a:endParaRPr sz="1050">
              <a:latin typeface="Calibri"/>
              <a:cs typeface="Calibri"/>
            </a:endParaRPr>
          </a:p>
          <a:p>
            <a:pPr marL="12700" marR="295275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latin typeface="Calibri"/>
                <a:cs typeface="Calibri"/>
              </a:rPr>
              <a:t>Azure</a:t>
            </a:r>
            <a:r>
              <a:rPr sz="1050" spc="-1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Open</a:t>
            </a:r>
            <a:r>
              <a:rPr sz="1050" spc="-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AI</a:t>
            </a:r>
            <a:r>
              <a:rPr sz="1050" spc="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Dall-</a:t>
            </a:r>
            <a:r>
              <a:rPr sz="1050" dirty="0">
                <a:latin typeface="Calibri"/>
                <a:cs typeface="Calibri"/>
              </a:rPr>
              <a:t>E</a:t>
            </a:r>
            <a:r>
              <a:rPr sz="1050" spc="-10" dirty="0">
                <a:latin typeface="Calibri"/>
                <a:cs typeface="Calibri"/>
              </a:rPr>
              <a:t> Google </a:t>
            </a:r>
            <a:r>
              <a:rPr sz="1050" dirty="0">
                <a:latin typeface="Calibri"/>
                <a:cs typeface="Calibri"/>
              </a:rPr>
              <a:t>Cloud</a:t>
            </a:r>
            <a:r>
              <a:rPr sz="1050" spc="-40" dirty="0">
                <a:latin typeface="Calibri"/>
                <a:cs typeface="Calibri"/>
              </a:rPr>
              <a:t> </a:t>
            </a:r>
            <a:r>
              <a:rPr sz="1050" spc="-20" dirty="0">
                <a:latin typeface="Calibri"/>
                <a:cs typeface="Calibri"/>
              </a:rPr>
              <a:t>Bard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050" dirty="0">
                <a:latin typeface="Calibri"/>
                <a:cs typeface="Calibri"/>
              </a:rPr>
              <a:t>Hugging</a:t>
            </a:r>
            <a:r>
              <a:rPr sz="1050" spc="-3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Face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over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spc="-25" dirty="0">
                <a:latin typeface="Calibri"/>
                <a:cs typeface="Calibri"/>
              </a:rPr>
              <a:t>AWS</a:t>
            </a:r>
            <a:endParaRPr sz="1050">
              <a:latin typeface="Calibri"/>
              <a:cs typeface="Calibri"/>
            </a:endParaRPr>
          </a:p>
          <a:p>
            <a:pPr marL="12700" marR="1080135">
              <a:lnSpc>
                <a:spcPct val="109500"/>
              </a:lnSpc>
            </a:pPr>
            <a:r>
              <a:rPr sz="1050" dirty="0">
                <a:latin typeface="Calibri"/>
                <a:cs typeface="Calibri"/>
              </a:rPr>
              <a:t>Meta</a:t>
            </a:r>
            <a:r>
              <a:rPr sz="1050" spc="-30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LLaMA </a:t>
            </a:r>
            <a:r>
              <a:rPr sz="1050" dirty="0">
                <a:latin typeface="Calibri"/>
                <a:cs typeface="Calibri"/>
              </a:rPr>
              <a:t>Etc..</a:t>
            </a:r>
            <a:r>
              <a:rPr sz="1050" spc="-45" dirty="0">
                <a:latin typeface="Calibri"/>
                <a:cs typeface="Calibri"/>
              </a:rPr>
              <a:t> </a:t>
            </a:r>
            <a:r>
              <a:rPr sz="1050" dirty="0">
                <a:latin typeface="Calibri"/>
                <a:cs typeface="Calibri"/>
              </a:rPr>
              <a:t>Etc..</a:t>
            </a:r>
            <a:r>
              <a:rPr sz="1050" spc="-45" dirty="0">
                <a:latin typeface="Calibri"/>
                <a:cs typeface="Calibri"/>
              </a:rPr>
              <a:t> </a:t>
            </a:r>
            <a:r>
              <a:rPr sz="1050" spc="-10" dirty="0">
                <a:latin typeface="Calibri"/>
                <a:cs typeface="Calibri"/>
              </a:rPr>
              <a:t>Etc..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0183" y="1099058"/>
            <a:ext cx="2294255" cy="2242185"/>
            <a:chOff x="710183" y="1099058"/>
            <a:chExt cx="2294255" cy="2242185"/>
          </a:xfrm>
        </p:grpSpPr>
        <p:sp>
          <p:nvSpPr>
            <p:cNvPr id="5" name="object 5"/>
            <p:cNvSpPr/>
            <p:nvPr/>
          </p:nvSpPr>
          <p:spPr>
            <a:xfrm>
              <a:off x="710184" y="1099057"/>
              <a:ext cx="2294255" cy="1858645"/>
            </a:xfrm>
            <a:custGeom>
              <a:avLst/>
              <a:gdLst/>
              <a:ahLst/>
              <a:cxnLst/>
              <a:rect l="l" t="t" r="r" b="b"/>
              <a:pathLst>
                <a:path w="2294255" h="1858645">
                  <a:moveTo>
                    <a:pt x="2281669" y="1845945"/>
                  </a:moveTo>
                  <a:lnTo>
                    <a:pt x="12192" y="1845945"/>
                  </a:lnTo>
                  <a:lnTo>
                    <a:pt x="12192" y="58039"/>
                  </a:lnTo>
                  <a:lnTo>
                    <a:pt x="0" y="58039"/>
                  </a:lnTo>
                  <a:lnTo>
                    <a:pt x="0" y="1845945"/>
                  </a:lnTo>
                  <a:lnTo>
                    <a:pt x="0" y="1858137"/>
                  </a:lnTo>
                  <a:lnTo>
                    <a:pt x="12192" y="1858137"/>
                  </a:lnTo>
                  <a:lnTo>
                    <a:pt x="2281669" y="1858137"/>
                  </a:lnTo>
                  <a:lnTo>
                    <a:pt x="2281669" y="1845945"/>
                  </a:lnTo>
                  <a:close/>
                </a:path>
                <a:path w="2294255" h="1858645">
                  <a:moveTo>
                    <a:pt x="2281669" y="0"/>
                  </a:moveTo>
                  <a:lnTo>
                    <a:pt x="12192" y="0"/>
                  </a:lnTo>
                  <a:lnTo>
                    <a:pt x="0" y="0"/>
                  </a:lnTo>
                  <a:lnTo>
                    <a:pt x="0" y="12192"/>
                  </a:lnTo>
                  <a:lnTo>
                    <a:pt x="0" y="57912"/>
                  </a:lnTo>
                  <a:lnTo>
                    <a:pt x="12192" y="57912"/>
                  </a:lnTo>
                  <a:lnTo>
                    <a:pt x="12192" y="12192"/>
                  </a:lnTo>
                  <a:lnTo>
                    <a:pt x="2281669" y="12192"/>
                  </a:lnTo>
                  <a:lnTo>
                    <a:pt x="2281669" y="0"/>
                  </a:lnTo>
                  <a:close/>
                </a:path>
                <a:path w="2294255" h="1858645">
                  <a:moveTo>
                    <a:pt x="2293874" y="58039"/>
                  </a:moveTo>
                  <a:lnTo>
                    <a:pt x="2281682" y="58039"/>
                  </a:lnTo>
                  <a:lnTo>
                    <a:pt x="2281682" y="1845945"/>
                  </a:lnTo>
                  <a:lnTo>
                    <a:pt x="2281682" y="1858137"/>
                  </a:lnTo>
                  <a:lnTo>
                    <a:pt x="2293874" y="1858137"/>
                  </a:lnTo>
                  <a:lnTo>
                    <a:pt x="2293874" y="1845945"/>
                  </a:lnTo>
                  <a:lnTo>
                    <a:pt x="2293874" y="58039"/>
                  </a:lnTo>
                  <a:close/>
                </a:path>
                <a:path w="2294255" h="1858645">
                  <a:moveTo>
                    <a:pt x="2293874" y="0"/>
                  </a:moveTo>
                  <a:lnTo>
                    <a:pt x="2281682" y="0"/>
                  </a:lnTo>
                  <a:lnTo>
                    <a:pt x="2281682" y="12192"/>
                  </a:lnTo>
                  <a:lnTo>
                    <a:pt x="2281682" y="57912"/>
                  </a:lnTo>
                  <a:lnTo>
                    <a:pt x="2293874" y="57912"/>
                  </a:lnTo>
                  <a:lnTo>
                    <a:pt x="2293874" y="12192"/>
                  </a:lnTo>
                  <a:lnTo>
                    <a:pt x="2293874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720087" y="2957068"/>
              <a:ext cx="382905" cy="384175"/>
            </a:xfrm>
            <a:custGeom>
              <a:avLst/>
              <a:gdLst/>
              <a:ahLst/>
              <a:cxnLst/>
              <a:rect l="l" t="t" r="r" b="b"/>
              <a:pathLst>
                <a:path w="382905" h="384175">
                  <a:moveTo>
                    <a:pt x="191262" y="0"/>
                  </a:moveTo>
                  <a:lnTo>
                    <a:pt x="0" y="384048"/>
                  </a:lnTo>
                  <a:lnTo>
                    <a:pt x="382524" y="384048"/>
                  </a:lnTo>
                  <a:lnTo>
                    <a:pt x="191262" y="0"/>
                  </a:lnTo>
                  <a:close/>
                </a:path>
              </a:pathLst>
            </a:custGeom>
            <a:solidFill>
              <a:srgbClr val="F4F4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97454" y="2389505"/>
              <a:ext cx="484505" cy="48450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31596" y="5119878"/>
            <a:ext cx="211963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libri"/>
                <a:cs typeface="Calibri"/>
              </a:rPr>
              <a:t>Corpus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 </a:t>
            </a:r>
            <a:r>
              <a:rPr sz="1200" spc="-10" dirty="0">
                <a:latin typeface="Calibri"/>
                <a:cs typeface="Calibri"/>
              </a:rPr>
              <a:t>conocimiento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general: </a:t>
            </a:r>
            <a:r>
              <a:rPr sz="1200" dirty="0">
                <a:latin typeface="Calibri"/>
                <a:cs typeface="Calibri"/>
              </a:rPr>
              <a:t>grandes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volúmnes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de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información pública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46759" y="5082285"/>
            <a:ext cx="2301875" cy="1224280"/>
            <a:chOff x="746759" y="5082285"/>
            <a:chExt cx="2301875" cy="1224280"/>
          </a:xfrm>
        </p:grpSpPr>
        <p:sp>
          <p:nvSpPr>
            <p:cNvPr id="10" name="object 10"/>
            <p:cNvSpPr/>
            <p:nvPr/>
          </p:nvSpPr>
          <p:spPr>
            <a:xfrm>
              <a:off x="746760" y="5082286"/>
              <a:ext cx="2301875" cy="1224280"/>
            </a:xfrm>
            <a:custGeom>
              <a:avLst/>
              <a:gdLst/>
              <a:ahLst/>
              <a:cxnLst/>
              <a:rect l="l" t="t" r="r" b="b"/>
              <a:pathLst>
                <a:path w="2301875" h="1224279">
                  <a:moveTo>
                    <a:pt x="2301494" y="1211541"/>
                  </a:moveTo>
                  <a:lnTo>
                    <a:pt x="2289302" y="1211541"/>
                  </a:lnTo>
                  <a:lnTo>
                    <a:pt x="12192" y="1211541"/>
                  </a:lnTo>
                  <a:lnTo>
                    <a:pt x="0" y="1211541"/>
                  </a:lnTo>
                  <a:lnTo>
                    <a:pt x="0" y="1223721"/>
                  </a:lnTo>
                  <a:lnTo>
                    <a:pt x="12192" y="1223721"/>
                  </a:lnTo>
                  <a:lnTo>
                    <a:pt x="2289302" y="1223721"/>
                  </a:lnTo>
                  <a:lnTo>
                    <a:pt x="2301494" y="1223721"/>
                  </a:lnTo>
                  <a:lnTo>
                    <a:pt x="2301494" y="1211541"/>
                  </a:lnTo>
                  <a:close/>
                </a:path>
                <a:path w="2301875" h="1224279">
                  <a:moveTo>
                    <a:pt x="2301494" y="0"/>
                  </a:moveTo>
                  <a:lnTo>
                    <a:pt x="2289302" y="0"/>
                  </a:lnTo>
                  <a:lnTo>
                    <a:pt x="12192" y="0"/>
                  </a:lnTo>
                  <a:lnTo>
                    <a:pt x="0" y="0"/>
                  </a:lnTo>
                  <a:lnTo>
                    <a:pt x="0" y="12192"/>
                  </a:lnTo>
                  <a:lnTo>
                    <a:pt x="0" y="59385"/>
                  </a:lnTo>
                  <a:lnTo>
                    <a:pt x="0" y="1211529"/>
                  </a:lnTo>
                  <a:lnTo>
                    <a:pt x="12192" y="1211529"/>
                  </a:lnTo>
                  <a:lnTo>
                    <a:pt x="12192" y="59436"/>
                  </a:lnTo>
                  <a:lnTo>
                    <a:pt x="12192" y="12192"/>
                  </a:lnTo>
                  <a:lnTo>
                    <a:pt x="2289302" y="12192"/>
                  </a:lnTo>
                  <a:lnTo>
                    <a:pt x="2289302" y="59385"/>
                  </a:lnTo>
                  <a:lnTo>
                    <a:pt x="2289302" y="1211529"/>
                  </a:lnTo>
                  <a:lnTo>
                    <a:pt x="2301494" y="1211529"/>
                  </a:lnTo>
                  <a:lnTo>
                    <a:pt x="2301494" y="59436"/>
                  </a:lnTo>
                  <a:lnTo>
                    <a:pt x="2301494" y="12192"/>
                  </a:lnTo>
                  <a:lnTo>
                    <a:pt x="2301494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90470" y="5688888"/>
              <a:ext cx="457200" cy="457200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3722878" y="908050"/>
            <a:ext cx="6921500" cy="5463540"/>
            <a:chOff x="3722878" y="908050"/>
            <a:chExt cx="6921500" cy="5463540"/>
          </a:xfrm>
        </p:grpSpPr>
        <p:sp>
          <p:nvSpPr>
            <p:cNvPr id="13" name="object 13"/>
            <p:cNvSpPr/>
            <p:nvPr/>
          </p:nvSpPr>
          <p:spPr>
            <a:xfrm>
              <a:off x="3729228" y="914400"/>
              <a:ext cx="6908800" cy="5450840"/>
            </a:xfrm>
            <a:custGeom>
              <a:avLst/>
              <a:gdLst/>
              <a:ahLst/>
              <a:cxnLst/>
              <a:rect l="l" t="t" r="r" b="b"/>
              <a:pathLst>
                <a:path w="6908800" h="5450840">
                  <a:moveTo>
                    <a:pt x="0" y="5450840"/>
                  </a:moveTo>
                  <a:lnTo>
                    <a:pt x="6908292" y="5450840"/>
                  </a:lnTo>
                  <a:lnTo>
                    <a:pt x="6908292" y="0"/>
                  </a:lnTo>
                  <a:lnTo>
                    <a:pt x="0" y="0"/>
                  </a:lnTo>
                  <a:lnTo>
                    <a:pt x="0" y="5450840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822192" y="6180035"/>
              <a:ext cx="691515" cy="1048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81398" y="6180035"/>
              <a:ext cx="452374" cy="10482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5977128" y="1132331"/>
              <a:ext cx="1529080" cy="3518535"/>
            </a:xfrm>
            <a:custGeom>
              <a:avLst/>
              <a:gdLst/>
              <a:ahLst/>
              <a:cxnLst/>
              <a:rect l="l" t="t" r="r" b="b"/>
              <a:pathLst>
                <a:path w="1529079" h="3518535">
                  <a:moveTo>
                    <a:pt x="1528572" y="0"/>
                  </a:moveTo>
                  <a:lnTo>
                    <a:pt x="0" y="0"/>
                  </a:lnTo>
                  <a:lnTo>
                    <a:pt x="0" y="3518534"/>
                  </a:lnTo>
                  <a:lnTo>
                    <a:pt x="1528572" y="3518534"/>
                  </a:lnTo>
                  <a:lnTo>
                    <a:pt x="1528572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094603" y="1265554"/>
              <a:ext cx="630174" cy="10439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220841" y="1479295"/>
              <a:ext cx="269874" cy="99187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559423" y="1264793"/>
              <a:ext cx="814978" cy="313817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96355" y="1645666"/>
              <a:ext cx="697611" cy="11531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961003" y="1283334"/>
              <a:ext cx="1380617" cy="184213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7754747" y="1700910"/>
              <a:ext cx="955675" cy="2231390"/>
            </a:xfrm>
            <a:custGeom>
              <a:avLst/>
              <a:gdLst/>
              <a:ahLst/>
              <a:cxnLst/>
              <a:rect l="l" t="t" r="r" b="b"/>
              <a:pathLst>
                <a:path w="955675" h="2231390">
                  <a:moveTo>
                    <a:pt x="898525" y="17272"/>
                  </a:moveTo>
                  <a:lnTo>
                    <a:pt x="815086" y="0"/>
                  </a:lnTo>
                  <a:lnTo>
                    <a:pt x="822452" y="27686"/>
                  </a:lnTo>
                  <a:lnTo>
                    <a:pt x="3810" y="245364"/>
                  </a:lnTo>
                  <a:lnTo>
                    <a:pt x="8636" y="263779"/>
                  </a:lnTo>
                  <a:lnTo>
                    <a:pt x="827278" y="46101"/>
                  </a:lnTo>
                  <a:lnTo>
                    <a:pt x="834644" y="73660"/>
                  </a:lnTo>
                  <a:lnTo>
                    <a:pt x="898525" y="17272"/>
                  </a:lnTo>
                  <a:close/>
                </a:path>
                <a:path w="955675" h="2231390">
                  <a:moveTo>
                    <a:pt x="906526" y="2194179"/>
                  </a:moveTo>
                  <a:lnTo>
                    <a:pt x="830961" y="2154809"/>
                  </a:lnTo>
                  <a:lnTo>
                    <a:pt x="830453" y="2183257"/>
                  </a:lnTo>
                  <a:lnTo>
                    <a:pt x="254" y="2168652"/>
                  </a:lnTo>
                  <a:lnTo>
                    <a:pt x="0" y="2187702"/>
                  </a:lnTo>
                  <a:lnTo>
                    <a:pt x="830072" y="2202307"/>
                  </a:lnTo>
                  <a:lnTo>
                    <a:pt x="829564" y="2231009"/>
                  </a:lnTo>
                  <a:lnTo>
                    <a:pt x="906526" y="2194179"/>
                  </a:lnTo>
                  <a:close/>
                </a:path>
                <a:path w="955675" h="2231390">
                  <a:moveTo>
                    <a:pt x="955548" y="1074674"/>
                  </a:moveTo>
                  <a:lnTo>
                    <a:pt x="879729" y="1035939"/>
                  </a:lnTo>
                  <a:lnTo>
                    <a:pt x="879475" y="1064514"/>
                  </a:lnTo>
                  <a:lnTo>
                    <a:pt x="6350" y="1057783"/>
                  </a:lnTo>
                  <a:lnTo>
                    <a:pt x="6096" y="1076833"/>
                  </a:lnTo>
                  <a:lnTo>
                    <a:pt x="879348" y="1083564"/>
                  </a:lnTo>
                  <a:lnTo>
                    <a:pt x="879094" y="1112139"/>
                  </a:lnTo>
                  <a:lnTo>
                    <a:pt x="955548" y="1074674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773795" y="2249297"/>
              <a:ext cx="1251585" cy="922019"/>
            </a:xfrm>
            <a:custGeom>
              <a:avLst/>
              <a:gdLst/>
              <a:ahLst/>
              <a:cxnLst/>
              <a:rect l="l" t="t" r="r" b="b"/>
              <a:pathLst>
                <a:path w="1251584" h="922019">
                  <a:moveTo>
                    <a:pt x="1251077" y="0"/>
                  </a:moveTo>
                  <a:lnTo>
                    <a:pt x="0" y="0"/>
                  </a:lnTo>
                  <a:lnTo>
                    <a:pt x="0" y="921892"/>
                  </a:lnTo>
                  <a:lnTo>
                    <a:pt x="1251077" y="921892"/>
                  </a:lnTo>
                  <a:lnTo>
                    <a:pt x="125107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9155430" y="2383155"/>
              <a:ext cx="492759" cy="81280"/>
            </a:xfrm>
            <a:custGeom>
              <a:avLst/>
              <a:gdLst/>
              <a:ahLst/>
              <a:cxnLst/>
              <a:rect l="l" t="t" r="r" b="b"/>
              <a:pathLst>
                <a:path w="492759" h="81280">
                  <a:moveTo>
                    <a:pt x="127" y="78612"/>
                  </a:moveTo>
                  <a:lnTo>
                    <a:pt x="0" y="78612"/>
                  </a:lnTo>
                  <a:lnTo>
                    <a:pt x="762" y="79375"/>
                  </a:lnTo>
                  <a:lnTo>
                    <a:pt x="1270" y="79502"/>
                  </a:lnTo>
                  <a:lnTo>
                    <a:pt x="10287" y="79502"/>
                  </a:lnTo>
                  <a:lnTo>
                    <a:pt x="10668" y="79375"/>
                  </a:lnTo>
                  <a:lnTo>
                    <a:pt x="11049" y="79121"/>
                  </a:lnTo>
                  <a:lnTo>
                    <a:pt x="381" y="79121"/>
                  </a:lnTo>
                  <a:lnTo>
                    <a:pt x="127" y="78612"/>
                  </a:lnTo>
                  <a:close/>
                </a:path>
                <a:path w="492759" h="81280">
                  <a:moveTo>
                    <a:pt x="40767" y="43942"/>
                  </a:moveTo>
                  <a:lnTo>
                    <a:pt x="21844" y="43942"/>
                  </a:lnTo>
                  <a:lnTo>
                    <a:pt x="24003" y="44323"/>
                  </a:lnTo>
                  <a:lnTo>
                    <a:pt x="27813" y="45847"/>
                  </a:lnTo>
                  <a:lnTo>
                    <a:pt x="29464" y="46862"/>
                  </a:lnTo>
                  <a:lnTo>
                    <a:pt x="30734" y="48133"/>
                  </a:lnTo>
                  <a:lnTo>
                    <a:pt x="32131" y="49403"/>
                  </a:lnTo>
                  <a:lnTo>
                    <a:pt x="33401" y="50927"/>
                  </a:lnTo>
                  <a:lnTo>
                    <a:pt x="34417" y="52705"/>
                  </a:lnTo>
                  <a:lnTo>
                    <a:pt x="36322" y="56515"/>
                  </a:lnTo>
                  <a:lnTo>
                    <a:pt x="37211" y="58674"/>
                  </a:lnTo>
                  <a:lnTo>
                    <a:pt x="45103" y="77216"/>
                  </a:lnTo>
                  <a:lnTo>
                    <a:pt x="45212" y="77470"/>
                  </a:lnTo>
                  <a:lnTo>
                    <a:pt x="45339" y="77978"/>
                  </a:lnTo>
                  <a:lnTo>
                    <a:pt x="45593" y="78359"/>
                  </a:lnTo>
                  <a:lnTo>
                    <a:pt x="45720" y="78612"/>
                  </a:lnTo>
                  <a:lnTo>
                    <a:pt x="46291" y="79121"/>
                  </a:lnTo>
                  <a:lnTo>
                    <a:pt x="46863" y="79502"/>
                  </a:lnTo>
                  <a:lnTo>
                    <a:pt x="56515" y="79502"/>
                  </a:lnTo>
                  <a:lnTo>
                    <a:pt x="57023" y="79375"/>
                  </a:lnTo>
                  <a:lnTo>
                    <a:pt x="57277" y="79121"/>
                  </a:lnTo>
                  <a:lnTo>
                    <a:pt x="57658" y="78359"/>
                  </a:lnTo>
                  <a:lnTo>
                    <a:pt x="57594" y="77470"/>
                  </a:lnTo>
                  <a:lnTo>
                    <a:pt x="57531" y="77216"/>
                  </a:lnTo>
                  <a:lnTo>
                    <a:pt x="57404" y="76581"/>
                  </a:lnTo>
                  <a:lnTo>
                    <a:pt x="57150" y="76073"/>
                  </a:lnTo>
                  <a:lnTo>
                    <a:pt x="56769" y="75057"/>
                  </a:lnTo>
                  <a:lnTo>
                    <a:pt x="56134" y="73533"/>
                  </a:lnTo>
                  <a:lnTo>
                    <a:pt x="41910" y="44958"/>
                  </a:lnTo>
                  <a:lnTo>
                    <a:pt x="40767" y="43942"/>
                  </a:lnTo>
                  <a:close/>
                </a:path>
                <a:path w="492759" h="81280">
                  <a:moveTo>
                    <a:pt x="29591" y="0"/>
                  </a:moveTo>
                  <a:lnTo>
                    <a:pt x="2286" y="0"/>
                  </a:lnTo>
                  <a:lnTo>
                    <a:pt x="508" y="1270"/>
                  </a:lnTo>
                  <a:lnTo>
                    <a:pt x="0" y="2412"/>
                  </a:lnTo>
                  <a:lnTo>
                    <a:pt x="127" y="78612"/>
                  </a:lnTo>
                  <a:lnTo>
                    <a:pt x="381" y="79121"/>
                  </a:lnTo>
                  <a:lnTo>
                    <a:pt x="10922" y="79121"/>
                  </a:lnTo>
                  <a:lnTo>
                    <a:pt x="11430" y="78612"/>
                  </a:lnTo>
                  <a:lnTo>
                    <a:pt x="11557" y="43942"/>
                  </a:lnTo>
                  <a:lnTo>
                    <a:pt x="40767" y="43942"/>
                  </a:lnTo>
                  <a:lnTo>
                    <a:pt x="38481" y="42164"/>
                  </a:lnTo>
                  <a:lnTo>
                    <a:pt x="37211" y="41402"/>
                  </a:lnTo>
                  <a:lnTo>
                    <a:pt x="35814" y="40894"/>
                  </a:lnTo>
                  <a:lnTo>
                    <a:pt x="38354" y="40005"/>
                  </a:lnTo>
                  <a:lnTo>
                    <a:pt x="40640" y="38989"/>
                  </a:lnTo>
                  <a:lnTo>
                    <a:pt x="42672" y="37846"/>
                  </a:lnTo>
                  <a:lnTo>
                    <a:pt x="44704" y="36575"/>
                  </a:lnTo>
                  <a:lnTo>
                    <a:pt x="46158" y="35433"/>
                  </a:lnTo>
                  <a:lnTo>
                    <a:pt x="11557" y="35433"/>
                  </a:lnTo>
                  <a:lnTo>
                    <a:pt x="11557" y="8762"/>
                  </a:lnTo>
                  <a:lnTo>
                    <a:pt x="48895" y="8762"/>
                  </a:lnTo>
                  <a:lnTo>
                    <a:pt x="47244" y="7112"/>
                  </a:lnTo>
                  <a:lnTo>
                    <a:pt x="45593" y="5334"/>
                  </a:lnTo>
                  <a:lnTo>
                    <a:pt x="43434" y="3937"/>
                  </a:lnTo>
                  <a:lnTo>
                    <a:pt x="40894" y="2794"/>
                  </a:lnTo>
                  <a:lnTo>
                    <a:pt x="38227" y="1524"/>
                  </a:lnTo>
                  <a:lnTo>
                    <a:pt x="35306" y="762"/>
                  </a:lnTo>
                  <a:lnTo>
                    <a:pt x="32004" y="254"/>
                  </a:lnTo>
                  <a:lnTo>
                    <a:pt x="29591" y="0"/>
                  </a:lnTo>
                  <a:close/>
                </a:path>
                <a:path w="492759" h="81280">
                  <a:moveTo>
                    <a:pt x="48942" y="8762"/>
                  </a:moveTo>
                  <a:lnTo>
                    <a:pt x="28067" y="8762"/>
                  </a:lnTo>
                  <a:lnTo>
                    <a:pt x="29337" y="9017"/>
                  </a:lnTo>
                  <a:lnTo>
                    <a:pt x="30480" y="9271"/>
                  </a:lnTo>
                  <a:lnTo>
                    <a:pt x="34036" y="10287"/>
                  </a:lnTo>
                  <a:lnTo>
                    <a:pt x="36576" y="11811"/>
                  </a:lnTo>
                  <a:lnTo>
                    <a:pt x="39624" y="16129"/>
                  </a:lnTo>
                  <a:lnTo>
                    <a:pt x="40386" y="18796"/>
                  </a:lnTo>
                  <a:lnTo>
                    <a:pt x="40386" y="23875"/>
                  </a:lnTo>
                  <a:lnTo>
                    <a:pt x="39946" y="25781"/>
                  </a:lnTo>
                  <a:lnTo>
                    <a:pt x="39243" y="27305"/>
                  </a:lnTo>
                  <a:lnTo>
                    <a:pt x="38608" y="28956"/>
                  </a:lnTo>
                  <a:lnTo>
                    <a:pt x="37592" y="30353"/>
                  </a:lnTo>
                  <a:lnTo>
                    <a:pt x="36068" y="31496"/>
                  </a:lnTo>
                  <a:lnTo>
                    <a:pt x="34544" y="32766"/>
                  </a:lnTo>
                  <a:lnTo>
                    <a:pt x="32766" y="33655"/>
                  </a:lnTo>
                  <a:lnTo>
                    <a:pt x="30607" y="34417"/>
                  </a:lnTo>
                  <a:lnTo>
                    <a:pt x="27863" y="35179"/>
                  </a:lnTo>
                  <a:lnTo>
                    <a:pt x="27474" y="35179"/>
                  </a:lnTo>
                  <a:lnTo>
                    <a:pt x="25781" y="35433"/>
                  </a:lnTo>
                  <a:lnTo>
                    <a:pt x="46158" y="35433"/>
                  </a:lnTo>
                  <a:lnTo>
                    <a:pt x="46482" y="35179"/>
                  </a:lnTo>
                  <a:lnTo>
                    <a:pt x="47771" y="33655"/>
                  </a:lnTo>
                  <a:lnTo>
                    <a:pt x="49403" y="32004"/>
                  </a:lnTo>
                  <a:lnTo>
                    <a:pt x="50546" y="30099"/>
                  </a:lnTo>
                  <a:lnTo>
                    <a:pt x="52070" y="25781"/>
                  </a:lnTo>
                  <a:lnTo>
                    <a:pt x="52387" y="23875"/>
                  </a:lnTo>
                  <a:lnTo>
                    <a:pt x="52451" y="18034"/>
                  </a:lnTo>
                  <a:lnTo>
                    <a:pt x="52165" y="16129"/>
                  </a:lnTo>
                  <a:lnTo>
                    <a:pt x="52070" y="15494"/>
                  </a:lnTo>
                  <a:lnTo>
                    <a:pt x="50292" y="10922"/>
                  </a:lnTo>
                  <a:lnTo>
                    <a:pt x="48942" y="8762"/>
                  </a:lnTo>
                  <a:close/>
                </a:path>
                <a:path w="492759" h="81280">
                  <a:moveTo>
                    <a:pt x="99949" y="19685"/>
                  </a:moveTo>
                  <a:lnTo>
                    <a:pt x="90805" y="19685"/>
                  </a:lnTo>
                  <a:lnTo>
                    <a:pt x="86868" y="20447"/>
                  </a:lnTo>
                  <a:lnTo>
                    <a:pt x="68453" y="37719"/>
                  </a:lnTo>
                  <a:lnTo>
                    <a:pt x="67056" y="41529"/>
                  </a:lnTo>
                  <a:lnTo>
                    <a:pt x="66421" y="45720"/>
                  </a:lnTo>
                  <a:lnTo>
                    <a:pt x="66421" y="55499"/>
                  </a:lnTo>
                  <a:lnTo>
                    <a:pt x="67056" y="59944"/>
                  </a:lnTo>
                  <a:lnTo>
                    <a:pt x="69596" y="67564"/>
                  </a:lnTo>
                  <a:lnTo>
                    <a:pt x="71501" y="70739"/>
                  </a:lnTo>
                  <a:lnTo>
                    <a:pt x="74041" y="73152"/>
                  </a:lnTo>
                  <a:lnTo>
                    <a:pt x="76200" y="75311"/>
                  </a:lnTo>
                  <a:lnTo>
                    <a:pt x="76792" y="75819"/>
                  </a:lnTo>
                  <a:lnTo>
                    <a:pt x="79756" y="77597"/>
                  </a:lnTo>
                  <a:lnTo>
                    <a:pt x="87122" y="80137"/>
                  </a:lnTo>
                  <a:lnTo>
                    <a:pt x="91440" y="80772"/>
                  </a:lnTo>
                  <a:lnTo>
                    <a:pt x="101155" y="80772"/>
                  </a:lnTo>
                  <a:lnTo>
                    <a:pt x="117983" y="76200"/>
                  </a:lnTo>
                  <a:lnTo>
                    <a:pt x="118173" y="76200"/>
                  </a:lnTo>
                  <a:lnTo>
                    <a:pt x="118364" y="75819"/>
                  </a:lnTo>
                  <a:lnTo>
                    <a:pt x="118745" y="75311"/>
                  </a:lnTo>
                  <a:lnTo>
                    <a:pt x="118689" y="72517"/>
                  </a:lnTo>
                  <a:lnTo>
                    <a:pt x="93853" y="72517"/>
                  </a:lnTo>
                  <a:lnTo>
                    <a:pt x="90805" y="72009"/>
                  </a:lnTo>
                  <a:lnTo>
                    <a:pt x="78867" y="60706"/>
                  </a:lnTo>
                  <a:lnTo>
                    <a:pt x="78105" y="58166"/>
                  </a:lnTo>
                  <a:lnTo>
                    <a:pt x="77862" y="55499"/>
                  </a:lnTo>
                  <a:lnTo>
                    <a:pt x="77851" y="52324"/>
                  </a:lnTo>
                  <a:lnTo>
                    <a:pt x="118491" y="52324"/>
                  </a:lnTo>
                  <a:lnTo>
                    <a:pt x="119507" y="51943"/>
                  </a:lnTo>
                  <a:lnTo>
                    <a:pt x="120269" y="51308"/>
                  </a:lnTo>
                  <a:lnTo>
                    <a:pt x="121158" y="50673"/>
                  </a:lnTo>
                  <a:lnTo>
                    <a:pt x="121666" y="49530"/>
                  </a:lnTo>
                  <a:lnTo>
                    <a:pt x="121666" y="44831"/>
                  </a:lnTo>
                  <a:lnTo>
                    <a:pt x="77851" y="44831"/>
                  </a:lnTo>
                  <a:lnTo>
                    <a:pt x="77851" y="42545"/>
                  </a:lnTo>
                  <a:lnTo>
                    <a:pt x="91948" y="27686"/>
                  </a:lnTo>
                  <a:lnTo>
                    <a:pt x="115670" y="27686"/>
                  </a:lnTo>
                  <a:lnTo>
                    <a:pt x="113403" y="25273"/>
                  </a:lnTo>
                  <a:lnTo>
                    <a:pt x="110617" y="23241"/>
                  </a:lnTo>
                  <a:lnTo>
                    <a:pt x="107315" y="21844"/>
                  </a:lnTo>
                  <a:lnTo>
                    <a:pt x="103886" y="20447"/>
                  </a:lnTo>
                  <a:lnTo>
                    <a:pt x="99949" y="19685"/>
                  </a:lnTo>
                  <a:close/>
                </a:path>
                <a:path w="492759" h="81280">
                  <a:moveTo>
                    <a:pt x="117602" y="68325"/>
                  </a:moveTo>
                  <a:lnTo>
                    <a:pt x="116628" y="68325"/>
                  </a:lnTo>
                  <a:lnTo>
                    <a:pt x="114935" y="68961"/>
                  </a:lnTo>
                  <a:lnTo>
                    <a:pt x="113919" y="69469"/>
                  </a:lnTo>
                  <a:lnTo>
                    <a:pt x="112522" y="69850"/>
                  </a:lnTo>
                  <a:lnTo>
                    <a:pt x="100330" y="72517"/>
                  </a:lnTo>
                  <a:lnTo>
                    <a:pt x="118689" y="72517"/>
                  </a:lnTo>
                  <a:lnTo>
                    <a:pt x="118618" y="68961"/>
                  </a:lnTo>
                  <a:lnTo>
                    <a:pt x="118872" y="68961"/>
                  </a:lnTo>
                  <a:lnTo>
                    <a:pt x="117602" y="68325"/>
                  </a:lnTo>
                  <a:close/>
                </a:path>
                <a:path w="492759" h="81280">
                  <a:moveTo>
                    <a:pt x="115670" y="27686"/>
                  </a:moveTo>
                  <a:lnTo>
                    <a:pt x="99949" y="27686"/>
                  </a:lnTo>
                  <a:lnTo>
                    <a:pt x="104013" y="29210"/>
                  </a:lnTo>
                  <a:lnTo>
                    <a:pt x="109347" y="35306"/>
                  </a:lnTo>
                  <a:lnTo>
                    <a:pt x="110574" y="38989"/>
                  </a:lnTo>
                  <a:lnTo>
                    <a:pt x="110617" y="44831"/>
                  </a:lnTo>
                  <a:lnTo>
                    <a:pt x="121666" y="44831"/>
                  </a:lnTo>
                  <a:lnTo>
                    <a:pt x="121666" y="42545"/>
                  </a:lnTo>
                  <a:lnTo>
                    <a:pt x="121233" y="39497"/>
                  </a:lnTo>
                  <a:lnTo>
                    <a:pt x="121158" y="38989"/>
                  </a:lnTo>
                  <a:lnTo>
                    <a:pt x="119126" y="32639"/>
                  </a:lnTo>
                  <a:lnTo>
                    <a:pt x="117602" y="29845"/>
                  </a:lnTo>
                  <a:lnTo>
                    <a:pt x="115670" y="27686"/>
                  </a:lnTo>
                  <a:close/>
                </a:path>
                <a:path w="492759" h="81280">
                  <a:moveTo>
                    <a:pt x="135382" y="67437"/>
                  </a:moveTo>
                  <a:lnTo>
                    <a:pt x="133985" y="67437"/>
                  </a:lnTo>
                  <a:lnTo>
                    <a:pt x="133477" y="67691"/>
                  </a:lnTo>
                  <a:lnTo>
                    <a:pt x="133223" y="67945"/>
                  </a:lnTo>
                  <a:lnTo>
                    <a:pt x="132905" y="68834"/>
                  </a:lnTo>
                  <a:lnTo>
                    <a:pt x="132842" y="69087"/>
                  </a:lnTo>
                  <a:lnTo>
                    <a:pt x="132715" y="73787"/>
                  </a:lnTo>
                  <a:lnTo>
                    <a:pt x="133223" y="75311"/>
                  </a:lnTo>
                  <a:lnTo>
                    <a:pt x="139160" y="78867"/>
                  </a:lnTo>
                  <a:lnTo>
                    <a:pt x="139319" y="78867"/>
                  </a:lnTo>
                  <a:lnTo>
                    <a:pt x="140335" y="79121"/>
                  </a:lnTo>
                  <a:lnTo>
                    <a:pt x="141859" y="79629"/>
                  </a:lnTo>
                  <a:lnTo>
                    <a:pt x="143510" y="80010"/>
                  </a:lnTo>
                  <a:lnTo>
                    <a:pt x="145542" y="80391"/>
                  </a:lnTo>
                  <a:lnTo>
                    <a:pt x="148399" y="80772"/>
                  </a:lnTo>
                  <a:lnTo>
                    <a:pt x="155067" y="80772"/>
                  </a:lnTo>
                  <a:lnTo>
                    <a:pt x="172473" y="72517"/>
                  </a:lnTo>
                  <a:lnTo>
                    <a:pt x="147447" y="72517"/>
                  </a:lnTo>
                  <a:lnTo>
                    <a:pt x="145161" y="71755"/>
                  </a:lnTo>
                  <a:lnTo>
                    <a:pt x="143256" y="71247"/>
                  </a:lnTo>
                  <a:lnTo>
                    <a:pt x="141605" y="70612"/>
                  </a:lnTo>
                  <a:lnTo>
                    <a:pt x="138811" y="69342"/>
                  </a:lnTo>
                  <a:lnTo>
                    <a:pt x="137896" y="68834"/>
                  </a:lnTo>
                  <a:lnTo>
                    <a:pt x="136906" y="68325"/>
                  </a:lnTo>
                  <a:lnTo>
                    <a:pt x="136296" y="67945"/>
                  </a:lnTo>
                  <a:lnTo>
                    <a:pt x="135940" y="67691"/>
                  </a:lnTo>
                  <a:lnTo>
                    <a:pt x="136144" y="67691"/>
                  </a:lnTo>
                  <a:lnTo>
                    <a:pt x="135382" y="67437"/>
                  </a:lnTo>
                  <a:close/>
                </a:path>
                <a:path w="492759" h="81280">
                  <a:moveTo>
                    <a:pt x="174752" y="67691"/>
                  </a:moveTo>
                  <a:lnTo>
                    <a:pt x="163322" y="67691"/>
                  </a:lnTo>
                  <a:lnTo>
                    <a:pt x="162814" y="68834"/>
                  </a:lnTo>
                  <a:lnTo>
                    <a:pt x="161925" y="69723"/>
                  </a:lnTo>
                  <a:lnTo>
                    <a:pt x="160553" y="70612"/>
                  </a:lnTo>
                  <a:lnTo>
                    <a:pt x="159385" y="71247"/>
                  </a:lnTo>
                  <a:lnTo>
                    <a:pt x="158369" y="71755"/>
                  </a:lnTo>
                  <a:lnTo>
                    <a:pt x="155321" y="72517"/>
                  </a:lnTo>
                  <a:lnTo>
                    <a:pt x="172473" y="72517"/>
                  </a:lnTo>
                  <a:lnTo>
                    <a:pt x="173482" y="70612"/>
                  </a:lnTo>
                  <a:lnTo>
                    <a:pt x="174625" y="68325"/>
                  </a:lnTo>
                  <a:lnTo>
                    <a:pt x="174752" y="67691"/>
                  </a:lnTo>
                  <a:close/>
                </a:path>
                <a:path w="492759" h="81280">
                  <a:moveTo>
                    <a:pt x="163463" y="67437"/>
                  </a:moveTo>
                  <a:lnTo>
                    <a:pt x="135585" y="67437"/>
                  </a:lnTo>
                  <a:lnTo>
                    <a:pt x="135940" y="67691"/>
                  </a:lnTo>
                  <a:lnTo>
                    <a:pt x="163322" y="67691"/>
                  </a:lnTo>
                  <a:lnTo>
                    <a:pt x="163463" y="67437"/>
                  </a:lnTo>
                  <a:close/>
                </a:path>
                <a:path w="492759" h="81280">
                  <a:moveTo>
                    <a:pt x="159258" y="19812"/>
                  </a:moveTo>
                  <a:lnTo>
                    <a:pt x="151606" y="19812"/>
                  </a:lnTo>
                  <a:lnTo>
                    <a:pt x="148431" y="20320"/>
                  </a:lnTo>
                  <a:lnTo>
                    <a:pt x="148825" y="20320"/>
                  </a:lnTo>
                  <a:lnTo>
                    <a:pt x="143637" y="21971"/>
                  </a:lnTo>
                  <a:lnTo>
                    <a:pt x="136497" y="27812"/>
                  </a:lnTo>
                  <a:lnTo>
                    <a:pt x="136398" y="27940"/>
                  </a:lnTo>
                  <a:lnTo>
                    <a:pt x="135509" y="29972"/>
                  </a:lnTo>
                  <a:lnTo>
                    <a:pt x="134620" y="31877"/>
                  </a:lnTo>
                  <a:lnTo>
                    <a:pt x="134112" y="34036"/>
                  </a:lnTo>
                  <a:lnTo>
                    <a:pt x="134112" y="38735"/>
                  </a:lnTo>
                  <a:lnTo>
                    <a:pt x="134620" y="40767"/>
                  </a:lnTo>
                  <a:lnTo>
                    <a:pt x="149225" y="52705"/>
                  </a:lnTo>
                  <a:lnTo>
                    <a:pt x="151485" y="53594"/>
                  </a:lnTo>
                  <a:lnTo>
                    <a:pt x="156464" y="55372"/>
                  </a:lnTo>
                  <a:lnTo>
                    <a:pt x="158115" y="56134"/>
                  </a:lnTo>
                  <a:lnTo>
                    <a:pt x="159512" y="57023"/>
                  </a:lnTo>
                  <a:lnTo>
                    <a:pt x="160909" y="57785"/>
                  </a:lnTo>
                  <a:lnTo>
                    <a:pt x="162052" y="58674"/>
                  </a:lnTo>
                  <a:lnTo>
                    <a:pt x="162941" y="59817"/>
                  </a:lnTo>
                  <a:lnTo>
                    <a:pt x="163830" y="60833"/>
                  </a:lnTo>
                  <a:lnTo>
                    <a:pt x="164211" y="62230"/>
                  </a:lnTo>
                  <a:lnTo>
                    <a:pt x="164109" y="65786"/>
                  </a:lnTo>
                  <a:lnTo>
                    <a:pt x="163957" y="66548"/>
                  </a:lnTo>
                  <a:lnTo>
                    <a:pt x="163463" y="67437"/>
                  </a:lnTo>
                  <a:lnTo>
                    <a:pt x="174802" y="67437"/>
                  </a:lnTo>
                  <a:lnTo>
                    <a:pt x="175133" y="65786"/>
                  </a:lnTo>
                  <a:lnTo>
                    <a:pt x="175133" y="60579"/>
                  </a:lnTo>
                  <a:lnTo>
                    <a:pt x="165481" y="49149"/>
                  </a:lnTo>
                  <a:lnTo>
                    <a:pt x="163957" y="48387"/>
                  </a:lnTo>
                  <a:lnTo>
                    <a:pt x="161798" y="47498"/>
                  </a:lnTo>
                  <a:lnTo>
                    <a:pt x="159893" y="46862"/>
                  </a:lnTo>
                  <a:lnTo>
                    <a:pt x="157988" y="46100"/>
                  </a:lnTo>
                  <a:lnTo>
                    <a:pt x="156210" y="45466"/>
                  </a:lnTo>
                  <a:lnTo>
                    <a:pt x="154305" y="44831"/>
                  </a:lnTo>
                  <a:lnTo>
                    <a:pt x="152882" y="44323"/>
                  </a:lnTo>
                  <a:lnTo>
                    <a:pt x="150876" y="43434"/>
                  </a:lnTo>
                  <a:lnTo>
                    <a:pt x="149479" y="42545"/>
                  </a:lnTo>
                  <a:lnTo>
                    <a:pt x="148082" y="41783"/>
                  </a:lnTo>
                  <a:lnTo>
                    <a:pt x="146939" y="40767"/>
                  </a:lnTo>
                  <a:lnTo>
                    <a:pt x="146050" y="39750"/>
                  </a:lnTo>
                  <a:lnTo>
                    <a:pt x="145259" y="38735"/>
                  </a:lnTo>
                  <a:lnTo>
                    <a:pt x="144653" y="37211"/>
                  </a:lnTo>
                  <a:lnTo>
                    <a:pt x="144765" y="34036"/>
                  </a:lnTo>
                  <a:lnTo>
                    <a:pt x="144907" y="33400"/>
                  </a:lnTo>
                  <a:lnTo>
                    <a:pt x="145415" y="32385"/>
                  </a:lnTo>
                  <a:lnTo>
                    <a:pt x="145796" y="31496"/>
                  </a:lnTo>
                  <a:lnTo>
                    <a:pt x="152400" y="27812"/>
                  </a:lnTo>
                  <a:lnTo>
                    <a:pt x="171958" y="27812"/>
                  </a:lnTo>
                  <a:lnTo>
                    <a:pt x="171958" y="25781"/>
                  </a:lnTo>
                  <a:lnTo>
                    <a:pt x="171831" y="25400"/>
                  </a:lnTo>
                  <a:lnTo>
                    <a:pt x="171704" y="24765"/>
                  </a:lnTo>
                  <a:lnTo>
                    <a:pt x="171450" y="24257"/>
                  </a:lnTo>
                  <a:lnTo>
                    <a:pt x="171323" y="24003"/>
                  </a:lnTo>
                  <a:lnTo>
                    <a:pt x="170942" y="23749"/>
                  </a:lnTo>
                  <a:lnTo>
                    <a:pt x="170561" y="23368"/>
                  </a:lnTo>
                  <a:lnTo>
                    <a:pt x="170053" y="22987"/>
                  </a:lnTo>
                  <a:lnTo>
                    <a:pt x="169418" y="22606"/>
                  </a:lnTo>
                  <a:lnTo>
                    <a:pt x="168402" y="22225"/>
                  </a:lnTo>
                  <a:lnTo>
                    <a:pt x="166370" y="21336"/>
                  </a:lnTo>
                  <a:lnTo>
                    <a:pt x="165100" y="20955"/>
                  </a:lnTo>
                  <a:lnTo>
                    <a:pt x="163830" y="20700"/>
                  </a:lnTo>
                  <a:lnTo>
                    <a:pt x="162433" y="20320"/>
                  </a:lnTo>
                  <a:lnTo>
                    <a:pt x="159258" y="19812"/>
                  </a:lnTo>
                  <a:close/>
                </a:path>
                <a:path w="492759" h="81280">
                  <a:moveTo>
                    <a:pt x="171958" y="27812"/>
                  </a:moveTo>
                  <a:lnTo>
                    <a:pt x="159766" y="27812"/>
                  </a:lnTo>
                  <a:lnTo>
                    <a:pt x="161417" y="28321"/>
                  </a:lnTo>
                  <a:lnTo>
                    <a:pt x="163068" y="28702"/>
                  </a:lnTo>
                  <a:lnTo>
                    <a:pt x="164465" y="29210"/>
                  </a:lnTo>
                  <a:lnTo>
                    <a:pt x="166878" y="30225"/>
                  </a:lnTo>
                  <a:lnTo>
                    <a:pt x="167894" y="30734"/>
                  </a:lnTo>
                  <a:lnTo>
                    <a:pt x="168656" y="31242"/>
                  </a:lnTo>
                  <a:lnTo>
                    <a:pt x="169926" y="31877"/>
                  </a:lnTo>
                  <a:lnTo>
                    <a:pt x="170561" y="31877"/>
                  </a:lnTo>
                  <a:lnTo>
                    <a:pt x="171323" y="31496"/>
                  </a:lnTo>
                  <a:lnTo>
                    <a:pt x="171450" y="31242"/>
                  </a:lnTo>
                  <a:lnTo>
                    <a:pt x="171704" y="30987"/>
                  </a:lnTo>
                  <a:lnTo>
                    <a:pt x="171958" y="30225"/>
                  </a:lnTo>
                  <a:lnTo>
                    <a:pt x="171958" y="27812"/>
                  </a:lnTo>
                  <a:close/>
                </a:path>
                <a:path w="492759" h="81280">
                  <a:moveTo>
                    <a:pt x="202311" y="21209"/>
                  </a:moveTo>
                  <a:lnTo>
                    <a:pt x="192659" y="21209"/>
                  </a:lnTo>
                  <a:lnTo>
                    <a:pt x="192405" y="21462"/>
                  </a:lnTo>
                  <a:lnTo>
                    <a:pt x="192214" y="21844"/>
                  </a:lnTo>
                  <a:lnTo>
                    <a:pt x="192151" y="61341"/>
                  </a:lnTo>
                  <a:lnTo>
                    <a:pt x="192306" y="62737"/>
                  </a:lnTo>
                  <a:lnTo>
                    <a:pt x="192405" y="63627"/>
                  </a:lnTo>
                  <a:lnTo>
                    <a:pt x="209423" y="80772"/>
                  </a:lnTo>
                  <a:lnTo>
                    <a:pt x="216916" y="80772"/>
                  </a:lnTo>
                  <a:lnTo>
                    <a:pt x="219667" y="80137"/>
                  </a:lnTo>
                  <a:lnTo>
                    <a:pt x="219954" y="80137"/>
                  </a:lnTo>
                  <a:lnTo>
                    <a:pt x="223647" y="78359"/>
                  </a:lnTo>
                  <a:lnTo>
                    <a:pt x="226949" y="76835"/>
                  </a:lnTo>
                  <a:lnTo>
                    <a:pt x="230378" y="74295"/>
                  </a:lnTo>
                  <a:lnTo>
                    <a:pt x="232582" y="72009"/>
                  </a:lnTo>
                  <a:lnTo>
                    <a:pt x="213614" y="72009"/>
                  </a:lnTo>
                  <a:lnTo>
                    <a:pt x="212344" y="71755"/>
                  </a:lnTo>
                  <a:lnTo>
                    <a:pt x="211963" y="71755"/>
                  </a:lnTo>
                  <a:lnTo>
                    <a:pt x="210185" y="70866"/>
                  </a:lnTo>
                  <a:lnTo>
                    <a:pt x="208534" y="70104"/>
                  </a:lnTo>
                  <a:lnTo>
                    <a:pt x="203073" y="58166"/>
                  </a:lnTo>
                  <a:lnTo>
                    <a:pt x="203073" y="22225"/>
                  </a:lnTo>
                  <a:lnTo>
                    <a:pt x="202882" y="21844"/>
                  </a:lnTo>
                  <a:lnTo>
                    <a:pt x="202565" y="21462"/>
                  </a:lnTo>
                  <a:lnTo>
                    <a:pt x="202311" y="21209"/>
                  </a:lnTo>
                  <a:close/>
                </a:path>
                <a:path w="492759" h="81280">
                  <a:moveTo>
                    <a:pt x="243332" y="79121"/>
                  </a:moveTo>
                  <a:lnTo>
                    <a:pt x="234061" y="79121"/>
                  </a:lnTo>
                  <a:lnTo>
                    <a:pt x="234315" y="79375"/>
                  </a:lnTo>
                  <a:lnTo>
                    <a:pt x="234696" y="79502"/>
                  </a:lnTo>
                  <a:lnTo>
                    <a:pt x="242697" y="79502"/>
                  </a:lnTo>
                  <a:lnTo>
                    <a:pt x="243078" y="79375"/>
                  </a:lnTo>
                  <a:lnTo>
                    <a:pt x="243332" y="79121"/>
                  </a:lnTo>
                  <a:close/>
                </a:path>
                <a:path w="492759" h="81280">
                  <a:moveTo>
                    <a:pt x="233807" y="78359"/>
                  </a:moveTo>
                  <a:lnTo>
                    <a:pt x="233425" y="78359"/>
                  </a:lnTo>
                  <a:lnTo>
                    <a:pt x="234188" y="79121"/>
                  </a:lnTo>
                  <a:lnTo>
                    <a:pt x="233807" y="79121"/>
                  </a:lnTo>
                  <a:lnTo>
                    <a:pt x="233807" y="78359"/>
                  </a:lnTo>
                  <a:close/>
                </a:path>
                <a:path w="492759" h="81280">
                  <a:moveTo>
                    <a:pt x="243713" y="70866"/>
                  </a:moveTo>
                  <a:lnTo>
                    <a:pt x="233807" y="70866"/>
                  </a:lnTo>
                  <a:lnTo>
                    <a:pt x="233807" y="79121"/>
                  </a:lnTo>
                  <a:lnTo>
                    <a:pt x="243713" y="79121"/>
                  </a:lnTo>
                  <a:lnTo>
                    <a:pt x="243713" y="70866"/>
                  </a:lnTo>
                  <a:close/>
                </a:path>
                <a:path w="492759" h="81280">
                  <a:moveTo>
                    <a:pt x="244475" y="78359"/>
                  </a:moveTo>
                  <a:lnTo>
                    <a:pt x="243713" y="78359"/>
                  </a:lnTo>
                  <a:lnTo>
                    <a:pt x="243713" y="79121"/>
                  </a:lnTo>
                  <a:lnTo>
                    <a:pt x="242951" y="79121"/>
                  </a:lnTo>
                  <a:lnTo>
                    <a:pt x="244475" y="78359"/>
                  </a:lnTo>
                  <a:close/>
                </a:path>
                <a:path w="492759" h="81280">
                  <a:moveTo>
                    <a:pt x="241554" y="20700"/>
                  </a:moveTo>
                  <a:lnTo>
                    <a:pt x="234823" y="20700"/>
                  </a:lnTo>
                  <a:lnTo>
                    <a:pt x="234315" y="20828"/>
                  </a:lnTo>
                  <a:lnTo>
                    <a:pt x="233426" y="21209"/>
                  </a:lnTo>
                  <a:lnTo>
                    <a:pt x="233045" y="21462"/>
                  </a:lnTo>
                  <a:lnTo>
                    <a:pt x="232791" y="21844"/>
                  </a:lnTo>
                  <a:lnTo>
                    <a:pt x="232664" y="61341"/>
                  </a:lnTo>
                  <a:lnTo>
                    <a:pt x="229616" y="64897"/>
                  </a:lnTo>
                  <a:lnTo>
                    <a:pt x="218440" y="72009"/>
                  </a:lnTo>
                  <a:lnTo>
                    <a:pt x="232582" y="72009"/>
                  </a:lnTo>
                  <a:lnTo>
                    <a:pt x="233684" y="70866"/>
                  </a:lnTo>
                  <a:lnTo>
                    <a:pt x="243713" y="70866"/>
                  </a:lnTo>
                  <a:lnTo>
                    <a:pt x="243713" y="21844"/>
                  </a:lnTo>
                  <a:lnTo>
                    <a:pt x="243205" y="21462"/>
                  </a:lnTo>
                  <a:lnTo>
                    <a:pt x="242951" y="21209"/>
                  </a:lnTo>
                  <a:lnTo>
                    <a:pt x="242760" y="21209"/>
                  </a:lnTo>
                  <a:lnTo>
                    <a:pt x="242189" y="20828"/>
                  </a:lnTo>
                  <a:lnTo>
                    <a:pt x="241554" y="20700"/>
                  </a:lnTo>
                  <a:close/>
                </a:path>
                <a:path w="492759" h="81280">
                  <a:moveTo>
                    <a:pt x="200914" y="20700"/>
                  </a:moveTo>
                  <a:lnTo>
                    <a:pt x="194183" y="20700"/>
                  </a:lnTo>
                  <a:lnTo>
                    <a:pt x="193548" y="20828"/>
                  </a:lnTo>
                  <a:lnTo>
                    <a:pt x="192976" y="21209"/>
                  </a:lnTo>
                  <a:lnTo>
                    <a:pt x="202184" y="21209"/>
                  </a:lnTo>
                  <a:lnTo>
                    <a:pt x="201422" y="20828"/>
                  </a:lnTo>
                  <a:lnTo>
                    <a:pt x="200914" y="20700"/>
                  </a:lnTo>
                  <a:close/>
                </a:path>
                <a:path w="492759" h="81280">
                  <a:moveTo>
                    <a:pt x="273558" y="21462"/>
                  </a:moveTo>
                  <a:lnTo>
                    <a:pt x="264287" y="21462"/>
                  </a:lnTo>
                  <a:lnTo>
                    <a:pt x="264033" y="21844"/>
                  </a:lnTo>
                  <a:lnTo>
                    <a:pt x="263906" y="22225"/>
                  </a:lnTo>
                  <a:lnTo>
                    <a:pt x="263906" y="78359"/>
                  </a:lnTo>
                  <a:lnTo>
                    <a:pt x="264160" y="78867"/>
                  </a:lnTo>
                  <a:lnTo>
                    <a:pt x="264287" y="79121"/>
                  </a:lnTo>
                  <a:lnTo>
                    <a:pt x="264668" y="79375"/>
                  </a:lnTo>
                  <a:lnTo>
                    <a:pt x="265049" y="79502"/>
                  </a:lnTo>
                  <a:lnTo>
                    <a:pt x="273812" y="79502"/>
                  </a:lnTo>
                  <a:lnTo>
                    <a:pt x="274955" y="39243"/>
                  </a:lnTo>
                  <a:lnTo>
                    <a:pt x="278003" y="35687"/>
                  </a:lnTo>
                  <a:lnTo>
                    <a:pt x="280797" y="33020"/>
                  </a:lnTo>
                  <a:lnTo>
                    <a:pt x="283337" y="31242"/>
                  </a:lnTo>
                  <a:lnTo>
                    <a:pt x="285432" y="29845"/>
                  </a:lnTo>
                  <a:lnTo>
                    <a:pt x="273939" y="29845"/>
                  </a:lnTo>
                  <a:lnTo>
                    <a:pt x="273939" y="22225"/>
                  </a:lnTo>
                  <a:lnTo>
                    <a:pt x="273558" y="21462"/>
                  </a:lnTo>
                  <a:close/>
                </a:path>
                <a:path w="492759" h="81280">
                  <a:moveTo>
                    <a:pt x="310853" y="28575"/>
                  </a:moveTo>
                  <a:lnTo>
                    <a:pt x="293116" y="28575"/>
                  </a:lnTo>
                  <a:lnTo>
                    <a:pt x="295486" y="29083"/>
                  </a:lnTo>
                  <a:lnTo>
                    <a:pt x="295126" y="29083"/>
                  </a:lnTo>
                  <a:lnTo>
                    <a:pt x="295825" y="29464"/>
                  </a:lnTo>
                  <a:lnTo>
                    <a:pt x="296595" y="29845"/>
                  </a:lnTo>
                  <a:lnTo>
                    <a:pt x="297815" y="30353"/>
                  </a:lnTo>
                  <a:lnTo>
                    <a:pt x="299085" y="31496"/>
                  </a:lnTo>
                  <a:lnTo>
                    <a:pt x="303149" y="78867"/>
                  </a:lnTo>
                  <a:lnTo>
                    <a:pt x="303657" y="79375"/>
                  </a:lnTo>
                  <a:lnTo>
                    <a:pt x="304038" y="79502"/>
                  </a:lnTo>
                  <a:lnTo>
                    <a:pt x="312801" y="79502"/>
                  </a:lnTo>
                  <a:lnTo>
                    <a:pt x="313182" y="79375"/>
                  </a:lnTo>
                  <a:lnTo>
                    <a:pt x="313563" y="79121"/>
                  </a:lnTo>
                  <a:lnTo>
                    <a:pt x="313690" y="78867"/>
                  </a:lnTo>
                  <a:lnTo>
                    <a:pt x="313944" y="78867"/>
                  </a:lnTo>
                  <a:lnTo>
                    <a:pt x="313944" y="39243"/>
                  </a:lnTo>
                  <a:lnTo>
                    <a:pt x="316992" y="35687"/>
                  </a:lnTo>
                  <a:lnTo>
                    <a:pt x="319913" y="33020"/>
                  </a:lnTo>
                  <a:lnTo>
                    <a:pt x="323178" y="30734"/>
                  </a:lnTo>
                  <a:lnTo>
                    <a:pt x="311785" y="30734"/>
                  </a:lnTo>
                  <a:lnTo>
                    <a:pt x="311150" y="29083"/>
                  </a:lnTo>
                  <a:lnTo>
                    <a:pt x="310927" y="28702"/>
                  </a:lnTo>
                  <a:lnTo>
                    <a:pt x="310853" y="28575"/>
                  </a:lnTo>
                  <a:close/>
                </a:path>
                <a:path w="492759" h="81280">
                  <a:moveTo>
                    <a:pt x="350035" y="28575"/>
                  </a:moveTo>
                  <a:lnTo>
                    <a:pt x="332105" y="28575"/>
                  </a:lnTo>
                  <a:lnTo>
                    <a:pt x="334475" y="29083"/>
                  </a:lnTo>
                  <a:lnTo>
                    <a:pt x="334137" y="29083"/>
                  </a:lnTo>
                  <a:lnTo>
                    <a:pt x="335711" y="29845"/>
                  </a:lnTo>
                  <a:lnTo>
                    <a:pt x="336931" y="30353"/>
                  </a:lnTo>
                  <a:lnTo>
                    <a:pt x="338201" y="31496"/>
                  </a:lnTo>
                  <a:lnTo>
                    <a:pt x="339182" y="33020"/>
                  </a:lnTo>
                  <a:lnTo>
                    <a:pt x="340106" y="34290"/>
                  </a:lnTo>
                  <a:lnTo>
                    <a:pt x="340750" y="35687"/>
                  </a:lnTo>
                  <a:lnTo>
                    <a:pt x="340868" y="35941"/>
                  </a:lnTo>
                  <a:lnTo>
                    <a:pt x="341249" y="37846"/>
                  </a:lnTo>
                  <a:lnTo>
                    <a:pt x="341757" y="39750"/>
                  </a:lnTo>
                  <a:lnTo>
                    <a:pt x="341884" y="41910"/>
                  </a:lnTo>
                  <a:lnTo>
                    <a:pt x="341884" y="78359"/>
                  </a:lnTo>
                  <a:lnTo>
                    <a:pt x="342138" y="78867"/>
                  </a:lnTo>
                  <a:lnTo>
                    <a:pt x="342646" y="79375"/>
                  </a:lnTo>
                  <a:lnTo>
                    <a:pt x="343154" y="79502"/>
                  </a:lnTo>
                  <a:lnTo>
                    <a:pt x="351917" y="79502"/>
                  </a:lnTo>
                  <a:lnTo>
                    <a:pt x="352298" y="79375"/>
                  </a:lnTo>
                  <a:lnTo>
                    <a:pt x="352552" y="79121"/>
                  </a:lnTo>
                  <a:lnTo>
                    <a:pt x="352679" y="78867"/>
                  </a:lnTo>
                  <a:lnTo>
                    <a:pt x="352907" y="78867"/>
                  </a:lnTo>
                  <a:lnTo>
                    <a:pt x="352993" y="39243"/>
                  </a:lnTo>
                  <a:lnTo>
                    <a:pt x="352679" y="36830"/>
                  </a:lnTo>
                  <a:lnTo>
                    <a:pt x="351986" y="34290"/>
                  </a:lnTo>
                  <a:lnTo>
                    <a:pt x="351339" y="31496"/>
                  </a:lnTo>
                  <a:lnTo>
                    <a:pt x="351282" y="31242"/>
                  </a:lnTo>
                  <a:lnTo>
                    <a:pt x="350139" y="28702"/>
                  </a:lnTo>
                  <a:lnTo>
                    <a:pt x="350035" y="28575"/>
                  </a:lnTo>
                  <a:close/>
                </a:path>
                <a:path w="492759" h="81280">
                  <a:moveTo>
                    <a:pt x="336296" y="19685"/>
                  </a:moveTo>
                  <a:lnTo>
                    <a:pt x="330835" y="19685"/>
                  </a:lnTo>
                  <a:lnTo>
                    <a:pt x="329184" y="19939"/>
                  </a:lnTo>
                  <a:lnTo>
                    <a:pt x="327660" y="20320"/>
                  </a:lnTo>
                  <a:lnTo>
                    <a:pt x="326009" y="20700"/>
                  </a:lnTo>
                  <a:lnTo>
                    <a:pt x="311785" y="30734"/>
                  </a:lnTo>
                  <a:lnTo>
                    <a:pt x="323178" y="30734"/>
                  </a:lnTo>
                  <a:lnTo>
                    <a:pt x="324993" y="29464"/>
                  </a:lnTo>
                  <a:lnTo>
                    <a:pt x="327533" y="28575"/>
                  </a:lnTo>
                  <a:lnTo>
                    <a:pt x="350035" y="28575"/>
                  </a:lnTo>
                  <a:lnTo>
                    <a:pt x="348488" y="26670"/>
                  </a:lnTo>
                  <a:lnTo>
                    <a:pt x="346837" y="24511"/>
                  </a:lnTo>
                  <a:lnTo>
                    <a:pt x="344805" y="22860"/>
                  </a:lnTo>
                  <a:lnTo>
                    <a:pt x="339471" y="20320"/>
                  </a:lnTo>
                  <a:lnTo>
                    <a:pt x="336296" y="19685"/>
                  </a:lnTo>
                  <a:close/>
                </a:path>
                <a:path w="492759" h="81280">
                  <a:moveTo>
                    <a:pt x="295910" y="19685"/>
                  </a:moveTo>
                  <a:lnTo>
                    <a:pt x="290068" y="19685"/>
                  </a:lnTo>
                  <a:lnTo>
                    <a:pt x="286439" y="20700"/>
                  </a:lnTo>
                  <a:lnTo>
                    <a:pt x="286628" y="20700"/>
                  </a:lnTo>
                  <a:lnTo>
                    <a:pt x="283473" y="22225"/>
                  </a:lnTo>
                  <a:lnTo>
                    <a:pt x="280543" y="23749"/>
                  </a:lnTo>
                  <a:lnTo>
                    <a:pt x="277241" y="26289"/>
                  </a:lnTo>
                  <a:lnTo>
                    <a:pt x="273939" y="29845"/>
                  </a:lnTo>
                  <a:lnTo>
                    <a:pt x="285432" y="29845"/>
                  </a:lnTo>
                  <a:lnTo>
                    <a:pt x="286004" y="29464"/>
                  </a:lnTo>
                  <a:lnTo>
                    <a:pt x="288544" y="28575"/>
                  </a:lnTo>
                  <a:lnTo>
                    <a:pt x="310853" y="28575"/>
                  </a:lnTo>
                  <a:lnTo>
                    <a:pt x="310261" y="27559"/>
                  </a:lnTo>
                  <a:lnTo>
                    <a:pt x="309118" y="26289"/>
                  </a:lnTo>
                  <a:lnTo>
                    <a:pt x="308102" y="24892"/>
                  </a:lnTo>
                  <a:lnTo>
                    <a:pt x="306832" y="23749"/>
                  </a:lnTo>
                  <a:lnTo>
                    <a:pt x="305498" y="22860"/>
                  </a:lnTo>
                  <a:lnTo>
                    <a:pt x="303784" y="21844"/>
                  </a:lnTo>
                  <a:lnTo>
                    <a:pt x="301413" y="20828"/>
                  </a:lnTo>
                  <a:lnTo>
                    <a:pt x="301053" y="20828"/>
                  </a:lnTo>
                  <a:lnTo>
                    <a:pt x="299288" y="20320"/>
                  </a:lnTo>
                  <a:lnTo>
                    <a:pt x="298069" y="19939"/>
                  </a:lnTo>
                  <a:lnTo>
                    <a:pt x="295910" y="19685"/>
                  </a:lnTo>
                  <a:close/>
                </a:path>
                <a:path w="492759" h="81280">
                  <a:moveTo>
                    <a:pt x="272161" y="20828"/>
                  </a:moveTo>
                  <a:lnTo>
                    <a:pt x="265684" y="20828"/>
                  </a:lnTo>
                  <a:lnTo>
                    <a:pt x="263779" y="21462"/>
                  </a:lnTo>
                  <a:lnTo>
                    <a:pt x="274066" y="21462"/>
                  </a:lnTo>
                  <a:lnTo>
                    <a:pt x="272161" y="20828"/>
                  </a:lnTo>
                  <a:close/>
                </a:path>
                <a:path w="492759" h="81280">
                  <a:moveTo>
                    <a:pt x="272034" y="20700"/>
                  </a:moveTo>
                  <a:lnTo>
                    <a:pt x="265811" y="20700"/>
                  </a:lnTo>
                  <a:lnTo>
                    <a:pt x="265303" y="20828"/>
                  </a:lnTo>
                  <a:lnTo>
                    <a:pt x="272542" y="20828"/>
                  </a:lnTo>
                  <a:lnTo>
                    <a:pt x="272034" y="20700"/>
                  </a:lnTo>
                  <a:close/>
                </a:path>
                <a:path w="492759" h="81280">
                  <a:moveTo>
                    <a:pt x="403225" y="19685"/>
                  </a:moveTo>
                  <a:lnTo>
                    <a:pt x="394081" y="19685"/>
                  </a:lnTo>
                  <a:lnTo>
                    <a:pt x="390144" y="20447"/>
                  </a:lnTo>
                  <a:lnTo>
                    <a:pt x="371729" y="37719"/>
                  </a:lnTo>
                  <a:lnTo>
                    <a:pt x="370332" y="41529"/>
                  </a:lnTo>
                  <a:lnTo>
                    <a:pt x="369697" y="45720"/>
                  </a:lnTo>
                  <a:lnTo>
                    <a:pt x="369697" y="55499"/>
                  </a:lnTo>
                  <a:lnTo>
                    <a:pt x="370332" y="59944"/>
                  </a:lnTo>
                  <a:lnTo>
                    <a:pt x="372872" y="67564"/>
                  </a:lnTo>
                  <a:lnTo>
                    <a:pt x="374777" y="70739"/>
                  </a:lnTo>
                  <a:lnTo>
                    <a:pt x="377317" y="73152"/>
                  </a:lnTo>
                  <a:lnTo>
                    <a:pt x="379476" y="75311"/>
                  </a:lnTo>
                  <a:lnTo>
                    <a:pt x="380068" y="75819"/>
                  </a:lnTo>
                  <a:lnTo>
                    <a:pt x="383032" y="77597"/>
                  </a:lnTo>
                  <a:lnTo>
                    <a:pt x="390398" y="80137"/>
                  </a:lnTo>
                  <a:lnTo>
                    <a:pt x="394716" y="80772"/>
                  </a:lnTo>
                  <a:lnTo>
                    <a:pt x="404431" y="80772"/>
                  </a:lnTo>
                  <a:lnTo>
                    <a:pt x="421259" y="76200"/>
                  </a:lnTo>
                  <a:lnTo>
                    <a:pt x="421449" y="76200"/>
                  </a:lnTo>
                  <a:lnTo>
                    <a:pt x="421640" y="75819"/>
                  </a:lnTo>
                  <a:lnTo>
                    <a:pt x="422021" y="75311"/>
                  </a:lnTo>
                  <a:lnTo>
                    <a:pt x="421965" y="72517"/>
                  </a:lnTo>
                  <a:lnTo>
                    <a:pt x="397129" y="72517"/>
                  </a:lnTo>
                  <a:lnTo>
                    <a:pt x="394081" y="72009"/>
                  </a:lnTo>
                  <a:lnTo>
                    <a:pt x="382143" y="60706"/>
                  </a:lnTo>
                  <a:lnTo>
                    <a:pt x="381381" y="58166"/>
                  </a:lnTo>
                  <a:lnTo>
                    <a:pt x="381138" y="55499"/>
                  </a:lnTo>
                  <a:lnTo>
                    <a:pt x="381127" y="52324"/>
                  </a:lnTo>
                  <a:lnTo>
                    <a:pt x="421767" y="52324"/>
                  </a:lnTo>
                  <a:lnTo>
                    <a:pt x="422783" y="51943"/>
                  </a:lnTo>
                  <a:lnTo>
                    <a:pt x="423545" y="51308"/>
                  </a:lnTo>
                  <a:lnTo>
                    <a:pt x="424434" y="50673"/>
                  </a:lnTo>
                  <a:lnTo>
                    <a:pt x="424942" y="49530"/>
                  </a:lnTo>
                  <a:lnTo>
                    <a:pt x="424942" y="44831"/>
                  </a:lnTo>
                  <a:lnTo>
                    <a:pt x="381127" y="44831"/>
                  </a:lnTo>
                  <a:lnTo>
                    <a:pt x="381127" y="42545"/>
                  </a:lnTo>
                  <a:lnTo>
                    <a:pt x="395224" y="27686"/>
                  </a:lnTo>
                  <a:lnTo>
                    <a:pt x="418946" y="27686"/>
                  </a:lnTo>
                  <a:lnTo>
                    <a:pt x="416679" y="25273"/>
                  </a:lnTo>
                  <a:lnTo>
                    <a:pt x="413893" y="23241"/>
                  </a:lnTo>
                  <a:lnTo>
                    <a:pt x="410591" y="21844"/>
                  </a:lnTo>
                  <a:lnTo>
                    <a:pt x="407162" y="20447"/>
                  </a:lnTo>
                  <a:lnTo>
                    <a:pt x="403225" y="19685"/>
                  </a:lnTo>
                  <a:close/>
                </a:path>
                <a:path w="492759" h="81280">
                  <a:moveTo>
                    <a:pt x="420878" y="68325"/>
                  </a:moveTo>
                  <a:lnTo>
                    <a:pt x="419904" y="68325"/>
                  </a:lnTo>
                  <a:lnTo>
                    <a:pt x="418211" y="68961"/>
                  </a:lnTo>
                  <a:lnTo>
                    <a:pt x="417195" y="69469"/>
                  </a:lnTo>
                  <a:lnTo>
                    <a:pt x="415798" y="69850"/>
                  </a:lnTo>
                  <a:lnTo>
                    <a:pt x="403606" y="72517"/>
                  </a:lnTo>
                  <a:lnTo>
                    <a:pt x="421965" y="72517"/>
                  </a:lnTo>
                  <a:lnTo>
                    <a:pt x="421894" y="68961"/>
                  </a:lnTo>
                  <a:lnTo>
                    <a:pt x="422148" y="68961"/>
                  </a:lnTo>
                  <a:lnTo>
                    <a:pt x="420878" y="68325"/>
                  </a:lnTo>
                  <a:close/>
                </a:path>
                <a:path w="492759" h="81280">
                  <a:moveTo>
                    <a:pt x="418946" y="27686"/>
                  </a:moveTo>
                  <a:lnTo>
                    <a:pt x="403225" y="27686"/>
                  </a:lnTo>
                  <a:lnTo>
                    <a:pt x="407289" y="29210"/>
                  </a:lnTo>
                  <a:lnTo>
                    <a:pt x="412623" y="35306"/>
                  </a:lnTo>
                  <a:lnTo>
                    <a:pt x="413850" y="38989"/>
                  </a:lnTo>
                  <a:lnTo>
                    <a:pt x="413893" y="44831"/>
                  </a:lnTo>
                  <a:lnTo>
                    <a:pt x="424942" y="44831"/>
                  </a:lnTo>
                  <a:lnTo>
                    <a:pt x="424942" y="42545"/>
                  </a:lnTo>
                  <a:lnTo>
                    <a:pt x="424509" y="39497"/>
                  </a:lnTo>
                  <a:lnTo>
                    <a:pt x="424434" y="38989"/>
                  </a:lnTo>
                  <a:lnTo>
                    <a:pt x="422402" y="32639"/>
                  </a:lnTo>
                  <a:lnTo>
                    <a:pt x="420878" y="29845"/>
                  </a:lnTo>
                  <a:lnTo>
                    <a:pt x="418946" y="27686"/>
                  </a:lnTo>
                  <a:close/>
                </a:path>
                <a:path w="492759" h="81280">
                  <a:moveTo>
                    <a:pt x="450088" y="21209"/>
                  </a:moveTo>
                  <a:lnTo>
                    <a:pt x="441325" y="21209"/>
                  </a:lnTo>
                  <a:lnTo>
                    <a:pt x="441071" y="21462"/>
                  </a:lnTo>
                  <a:lnTo>
                    <a:pt x="440817" y="21844"/>
                  </a:lnTo>
                  <a:lnTo>
                    <a:pt x="440690" y="78359"/>
                  </a:lnTo>
                  <a:lnTo>
                    <a:pt x="440944" y="78867"/>
                  </a:lnTo>
                  <a:lnTo>
                    <a:pt x="441071" y="79121"/>
                  </a:lnTo>
                  <a:lnTo>
                    <a:pt x="441452" y="79375"/>
                  </a:lnTo>
                  <a:lnTo>
                    <a:pt x="441833" y="79502"/>
                  </a:lnTo>
                  <a:lnTo>
                    <a:pt x="450596" y="79502"/>
                  </a:lnTo>
                  <a:lnTo>
                    <a:pt x="451739" y="39243"/>
                  </a:lnTo>
                  <a:lnTo>
                    <a:pt x="454787" y="35687"/>
                  </a:lnTo>
                  <a:lnTo>
                    <a:pt x="457708" y="33020"/>
                  </a:lnTo>
                  <a:lnTo>
                    <a:pt x="460375" y="31242"/>
                  </a:lnTo>
                  <a:lnTo>
                    <a:pt x="462570" y="29845"/>
                  </a:lnTo>
                  <a:lnTo>
                    <a:pt x="450723" y="29845"/>
                  </a:lnTo>
                  <a:lnTo>
                    <a:pt x="450723" y="22225"/>
                  </a:lnTo>
                  <a:lnTo>
                    <a:pt x="450532" y="21844"/>
                  </a:lnTo>
                  <a:lnTo>
                    <a:pt x="450405" y="21590"/>
                  </a:lnTo>
                  <a:lnTo>
                    <a:pt x="450342" y="21462"/>
                  </a:lnTo>
                  <a:lnTo>
                    <a:pt x="450088" y="21209"/>
                  </a:lnTo>
                  <a:close/>
                </a:path>
                <a:path w="492759" h="81280">
                  <a:moveTo>
                    <a:pt x="492125" y="78867"/>
                  </a:moveTo>
                  <a:lnTo>
                    <a:pt x="481711" y="78867"/>
                  </a:lnTo>
                  <a:lnTo>
                    <a:pt x="481838" y="79121"/>
                  </a:lnTo>
                  <a:lnTo>
                    <a:pt x="482219" y="79375"/>
                  </a:lnTo>
                  <a:lnTo>
                    <a:pt x="482600" y="79502"/>
                  </a:lnTo>
                  <a:lnTo>
                    <a:pt x="491236" y="79502"/>
                  </a:lnTo>
                  <a:lnTo>
                    <a:pt x="491744" y="79375"/>
                  </a:lnTo>
                  <a:lnTo>
                    <a:pt x="491998" y="79121"/>
                  </a:lnTo>
                  <a:lnTo>
                    <a:pt x="492125" y="78867"/>
                  </a:lnTo>
                  <a:close/>
                </a:path>
                <a:path w="492759" h="81280">
                  <a:moveTo>
                    <a:pt x="489227" y="28575"/>
                  </a:moveTo>
                  <a:lnTo>
                    <a:pt x="470789" y="28575"/>
                  </a:lnTo>
                  <a:lnTo>
                    <a:pt x="472694" y="28956"/>
                  </a:lnTo>
                  <a:lnTo>
                    <a:pt x="473794" y="29464"/>
                  </a:lnTo>
                  <a:lnTo>
                    <a:pt x="474675" y="29845"/>
                  </a:lnTo>
                  <a:lnTo>
                    <a:pt x="475996" y="30353"/>
                  </a:lnTo>
                  <a:lnTo>
                    <a:pt x="477266" y="31496"/>
                  </a:lnTo>
                  <a:lnTo>
                    <a:pt x="479298" y="34290"/>
                  </a:lnTo>
                  <a:lnTo>
                    <a:pt x="479942" y="35687"/>
                  </a:lnTo>
                  <a:lnTo>
                    <a:pt x="480060" y="35941"/>
                  </a:lnTo>
                  <a:lnTo>
                    <a:pt x="480568" y="37846"/>
                  </a:lnTo>
                  <a:lnTo>
                    <a:pt x="481203" y="39750"/>
                  </a:lnTo>
                  <a:lnTo>
                    <a:pt x="481457" y="42418"/>
                  </a:lnTo>
                  <a:lnTo>
                    <a:pt x="481457" y="78867"/>
                  </a:lnTo>
                  <a:lnTo>
                    <a:pt x="492379" y="78867"/>
                  </a:lnTo>
                  <a:lnTo>
                    <a:pt x="492303" y="39243"/>
                  </a:lnTo>
                  <a:lnTo>
                    <a:pt x="492200" y="37846"/>
                  </a:lnTo>
                  <a:lnTo>
                    <a:pt x="492125" y="36830"/>
                  </a:lnTo>
                  <a:lnTo>
                    <a:pt x="490670" y="31496"/>
                  </a:lnTo>
                  <a:lnTo>
                    <a:pt x="490601" y="31242"/>
                  </a:lnTo>
                  <a:lnTo>
                    <a:pt x="489458" y="28956"/>
                  </a:lnTo>
                  <a:lnTo>
                    <a:pt x="489331" y="28702"/>
                  </a:lnTo>
                  <a:lnTo>
                    <a:pt x="489227" y="28575"/>
                  </a:lnTo>
                  <a:close/>
                </a:path>
                <a:path w="492759" h="81280">
                  <a:moveTo>
                    <a:pt x="474980" y="19685"/>
                  </a:moveTo>
                  <a:lnTo>
                    <a:pt x="467487" y="19685"/>
                  </a:lnTo>
                  <a:lnTo>
                    <a:pt x="463713" y="20700"/>
                  </a:lnTo>
                  <a:lnTo>
                    <a:pt x="463899" y="20700"/>
                  </a:lnTo>
                  <a:lnTo>
                    <a:pt x="460502" y="22225"/>
                  </a:lnTo>
                  <a:lnTo>
                    <a:pt x="457454" y="23749"/>
                  </a:lnTo>
                  <a:lnTo>
                    <a:pt x="454025" y="26289"/>
                  </a:lnTo>
                  <a:lnTo>
                    <a:pt x="450723" y="29845"/>
                  </a:lnTo>
                  <a:lnTo>
                    <a:pt x="462570" y="29845"/>
                  </a:lnTo>
                  <a:lnTo>
                    <a:pt x="463169" y="29464"/>
                  </a:lnTo>
                  <a:lnTo>
                    <a:pt x="465963" y="28575"/>
                  </a:lnTo>
                  <a:lnTo>
                    <a:pt x="489227" y="28575"/>
                  </a:lnTo>
                  <a:lnTo>
                    <a:pt x="487680" y="26670"/>
                  </a:lnTo>
                  <a:lnTo>
                    <a:pt x="486029" y="24511"/>
                  </a:lnTo>
                  <a:lnTo>
                    <a:pt x="483743" y="22860"/>
                  </a:lnTo>
                  <a:lnTo>
                    <a:pt x="481076" y="21590"/>
                  </a:lnTo>
                  <a:lnTo>
                    <a:pt x="478282" y="20320"/>
                  </a:lnTo>
                  <a:lnTo>
                    <a:pt x="474980" y="19685"/>
                  </a:lnTo>
                  <a:close/>
                </a:path>
                <a:path w="492759" h="81280">
                  <a:moveTo>
                    <a:pt x="448818" y="20700"/>
                  </a:moveTo>
                  <a:lnTo>
                    <a:pt x="442595" y="20700"/>
                  </a:lnTo>
                  <a:lnTo>
                    <a:pt x="442087" y="20828"/>
                  </a:lnTo>
                  <a:lnTo>
                    <a:pt x="441515" y="21209"/>
                  </a:lnTo>
                  <a:lnTo>
                    <a:pt x="449897" y="21209"/>
                  </a:lnTo>
                  <a:lnTo>
                    <a:pt x="449326" y="20828"/>
                  </a:lnTo>
                  <a:lnTo>
                    <a:pt x="448818" y="20700"/>
                  </a:lnTo>
                  <a:close/>
                </a:path>
              </a:pathLst>
            </a:custGeom>
            <a:solidFill>
              <a:srgbClr val="1F1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773795" y="1179575"/>
              <a:ext cx="1251585" cy="922019"/>
            </a:xfrm>
            <a:custGeom>
              <a:avLst/>
              <a:gdLst/>
              <a:ahLst/>
              <a:cxnLst/>
              <a:rect l="l" t="t" r="r" b="b"/>
              <a:pathLst>
                <a:path w="1251584" h="922019">
                  <a:moveTo>
                    <a:pt x="1251077" y="0"/>
                  </a:moveTo>
                  <a:lnTo>
                    <a:pt x="0" y="0"/>
                  </a:lnTo>
                  <a:lnTo>
                    <a:pt x="0" y="921893"/>
                  </a:lnTo>
                  <a:lnTo>
                    <a:pt x="1251077" y="921893"/>
                  </a:lnTo>
                  <a:lnTo>
                    <a:pt x="1251077" y="0"/>
                  </a:lnTo>
                  <a:close/>
                </a:path>
              </a:pathLst>
            </a:custGeom>
            <a:solidFill>
              <a:srgbClr val="F1F1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9059164" y="1306829"/>
              <a:ext cx="678180" cy="87630"/>
            </a:xfrm>
            <a:custGeom>
              <a:avLst/>
              <a:gdLst/>
              <a:ahLst/>
              <a:cxnLst/>
              <a:rect l="l" t="t" r="r" b="b"/>
              <a:pathLst>
                <a:path w="678179" h="87630">
                  <a:moveTo>
                    <a:pt x="41147" y="5207"/>
                  </a:moveTo>
                  <a:lnTo>
                    <a:pt x="32892" y="5207"/>
                  </a:lnTo>
                  <a:lnTo>
                    <a:pt x="26942" y="6223"/>
                  </a:lnTo>
                  <a:lnTo>
                    <a:pt x="27364" y="6223"/>
                  </a:lnTo>
                  <a:lnTo>
                    <a:pt x="22859" y="8000"/>
                  </a:lnTo>
                  <a:lnTo>
                    <a:pt x="0" y="40512"/>
                  </a:lnTo>
                  <a:lnTo>
                    <a:pt x="0" y="53721"/>
                  </a:lnTo>
                  <a:lnTo>
                    <a:pt x="21843" y="84455"/>
                  </a:lnTo>
                  <a:lnTo>
                    <a:pt x="26415" y="86233"/>
                  </a:lnTo>
                  <a:lnTo>
                    <a:pt x="31622" y="87122"/>
                  </a:lnTo>
                  <a:lnTo>
                    <a:pt x="40639" y="87122"/>
                  </a:lnTo>
                  <a:lnTo>
                    <a:pt x="43687" y="86868"/>
                  </a:lnTo>
                  <a:lnTo>
                    <a:pt x="46481" y="86233"/>
                  </a:lnTo>
                  <a:lnTo>
                    <a:pt x="49149" y="85725"/>
                  </a:lnTo>
                  <a:lnTo>
                    <a:pt x="62991" y="78867"/>
                  </a:lnTo>
                  <a:lnTo>
                    <a:pt x="63245" y="78486"/>
                  </a:lnTo>
                  <a:lnTo>
                    <a:pt x="63372" y="78232"/>
                  </a:lnTo>
                  <a:lnTo>
                    <a:pt x="63542" y="77724"/>
                  </a:lnTo>
                  <a:lnTo>
                    <a:pt x="34670" y="77724"/>
                  </a:lnTo>
                  <a:lnTo>
                    <a:pt x="30987" y="77089"/>
                  </a:lnTo>
                  <a:lnTo>
                    <a:pt x="27685" y="75692"/>
                  </a:lnTo>
                  <a:lnTo>
                    <a:pt x="24383" y="74422"/>
                  </a:lnTo>
                  <a:lnTo>
                    <a:pt x="21764" y="72517"/>
                  </a:lnTo>
                  <a:lnTo>
                    <a:pt x="21264" y="72009"/>
                  </a:lnTo>
                  <a:lnTo>
                    <a:pt x="17144" y="67183"/>
                  </a:lnTo>
                  <a:lnTo>
                    <a:pt x="15366" y="63881"/>
                  </a:lnTo>
                  <a:lnTo>
                    <a:pt x="14224" y="60071"/>
                  </a:lnTo>
                  <a:lnTo>
                    <a:pt x="12953" y="56134"/>
                  </a:lnTo>
                  <a:lnTo>
                    <a:pt x="12318" y="51689"/>
                  </a:lnTo>
                  <a:lnTo>
                    <a:pt x="12318" y="41529"/>
                  </a:lnTo>
                  <a:lnTo>
                    <a:pt x="12953" y="36957"/>
                  </a:lnTo>
                  <a:lnTo>
                    <a:pt x="14224" y="33020"/>
                  </a:lnTo>
                  <a:lnTo>
                    <a:pt x="15493" y="28956"/>
                  </a:lnTo>
                  <a:lnTo>
                    <a:pt x="27812" y="16637"/>
                  </a:lnTo>
                  <a:lnTo>
                    <a:pt x="30987" y="15112"/>
                  </a:lnTo>
                  <a:lnTo>
                    <a:pt x="33832" y="14605"/>
                  </a:lnTo>
                  <a:lnTo>
                    <a:pt x="63118" y="14605"/>
                  </a:lnTo>
                  <a:lnTo>
                    <a:pt x="62991" y="13843"/>
                  </a:lnTo>
                  <a:lnTo>
                    <a:pt x="62864" y="13462"/>
                  </a:lnTo>
                  <a:lnTo>
                    <a:pt x="62610" y="13208"/>
                  </a:lnTo>
                  <a:lnTo>
                    <a:pt x="62483" y="12827"/>
                  </a:lnTo>
                  <a:lnTo>
                    <a:pt x="62102" y="12446"/>
                  </a:lnTo>
                  <a:lnTo>
                    <a:pt x="61467" y="11937"/>
                  </a:lnTo>
                  <a:lnTo>
                    <a:pt x="60832" y="11303"/>
                  </a:lnTo>
                  <a:lnTo>
                    <a:pt x="59689" y="10668"/>
                  </a:lnTo>
                  <a:lnTo>
                    <a:pt x="58383" y="9906"/>
                  </a:lnTo>
                  <a:lnTo>
                    <a:pt x="56514" y="8890"/>
                  </a:lnTo>
                  <a:lnTo>
                    <a:pt x="54736" y="8128"/>
                  </a:lnTo>
                  <a:lnTo>
                    <a:pt x="50672" y="6858"/>
                  </a:lnTo>
                  <a:lnTo>
                    <a:pt x="48386" y="6223"/>
                  </a:lnTo>
                  <a:lnTo>
                    <a:pt x="43687" y="5461"/>
                  </a:lnTo>
                  <a:lnTo>
                    <a:pt x="41147" y="5207"/>
                  </a:lnTo>
                  <a:close/>
                </a:path>
                <a:path w="678179" h="87630">
                  <a:moveTo>
                    <a:pt x="62864" y="70231"/>
                  </a:moveTo>
                  <a:lnTo>
                    <a:pt x="61044" y="70231"/>
                  </a:lnTo>
                  <a:lnTo>
                    <a:pt x="60240" y="70612"/>
                  </a:lnTo>
                  <a:lnTo>
                    <a:pt x="58991" y="71374"/>
                  </a:lnTo>
                  <a:lnTo>
                    <a:pt x="58038" y="72009"/>
                  </a:lnTo>
                  <a:lnTo>
                    <a:pt x="56514" y="72898"/>
                  </a:lnTo>
                  <a:lnTo>
                    <a:pt x="54609" y="73914"/>
                  </a:lnTo>
                  <a:lnTo>
                    <a:pt x="52831" y="74930"/>
                  </a:lnTo>
                  <a:lnTo>
                    <a:pt x="50545" y="75692"/>
                  </a:lnTo>
                  <a:lnTo>
                    <a:pt x="48005" y="76581"/>
                  </a:lnTo>
                  <a:lnTo>
                    <a:pt x="44894" y="77470"/>
                  </a:lnTo>
                  <a:lnTo>
                    <a:pt x="44322" y="77470"/>
                  </a:lnTo>
                  <a:lnTo>
                    <a:pt x="42290" y="77724"/>
                  </a:lnTo>
                  <a:lnTo>
                    <a:pt x="63542" y="77724"/>
                  </a:lnTo>
                  <a:lnTo>
                    <a:pt x="63500" y="71374"/>
                  </a:lnTo>
                  <a:lnTo>
                    <a:pt x="63245" y="70612"/>
                  </a:lnTo>
                  <a:lnTo>
                    <a:pt x="62864" y="70231"/>
                  </a:lnTo>
                  <a:close/>
                </a:path>
                <a:path w="678179" h="87630">
                  <a:moveTo>
                    <a:pt x="63118" y="14605"/>
                  </a:moveTo>
                  <a:lnTo>
                    <a:pt x="44196" y="14605"/>
                  </a:lnTo>
                  <a:lnTo>
                    <a:pt x="47751" y="15621"/>
                  </a:lnTo>
                  <a:lnTo>
                    <a:pt x="50600" y="16637"/>
                  </a:lnTo>
                  <a:lnTo>
                    <a:pt x="52450" y="17399"/>
                  </a:lnTo>
                  <a:lnTo>
                    <a:pt x="54228" y="18287"/>
                  </a:lnTo>
                  <a:lnTo>
                    <a:pt x="57530" y="20193"/>
                  </a:lnTo>
                  <a:lnTo>
                    <a:pt x="59435" y="21462"/>
                  </a:lnTo>
                  <a:lnTo>
                    <a:pt x="60039" y="21844"/>
                  </a:lnTo>
                  <a:lnTo>
                    <a:pt x="60705" y="22225"/>
                  </a:lnTo>
                  <a:lnTo>
                    <a:pt x="61849" y="22225"/>
                  </a:lnTo>
                  <a:lnTo>
                    <a:pt x="62229" y="21844"/>
                  </a:lnTo>
                  <a:lnTo>
                    <a:pt x="62737" y="21462"/>
                  </a:lnTo>
                  <a:lnTo>
                    <a:pt x="62864" y="21082"/>
                  </a:lnTo>
                  <a:lnTo>
                    <a:pt x="63118" y="20700"/>
                  </a:lnTo>
                  <a:lnTo>
                    <a:pt x="63245" y="20193"/>
                  </a:lnTo>
                  <a:lnTo>
                    <a:pt x="63260" y="15112"/>
                  </a:lnTo>
                  <a:lnTo>
                    <a:pt x="63118" y="14605"/>
                  </a:lnTo>
                  <a:close/>
                </a:path>
                <a:path w="678179" h="87630">
                  <a:moveTo>
                    <a:pt x="44196" y="14605"/>
                  </a:moveTo>
                  <a:lnTo>
                    <a:pt x="43052" y="14605"/>
                  </a:lnTo>
                  <a:lnTo>
                    <a:pt x="47116" y="15112"/>
                  </a:lnTo>
                  <a:lnTo>
                    <a:pt x="45973" y="15112"/>
                  </a:lnTo>
                  <a:lnTo>
                    <a:pt x="44196" y="14605"/>
                  </a:lnTo>
                  <a:close/>
                </a:path>
                <a:path w="678179" h="87630">
                  <a:moveTo>
                    <a:pt x="87756" y="889"/>
                  </a:moveTo>
                  <a:lnTo>
                    <a:pt x="77342" y="889"/>
                  </a:lnTo>
                  <a:lnTo>
                    <a:pt x="77215" y="1143"/>
                  </a:lnTo>
                  <a:lnTo>
                    <a:pt x="76961" y="1397"/>
                  </a:lnTo>
                  <a:lnTo>
                    <a:pt x="76961" y="85344"/>
                  </a:lnTo>
                  <a:lnTo>
                    <a:pt x="77215" y="85344"/>
                  </a:lnTo>
                  <a:lnTo>
                    <a:pt x="77342" y="85598"/>
                  </a:lnTo>
                  <a:lnTo>
                    <a:pt x="77596" y="85852"/>
                  </a:lnTo>
                  <a:lnTo>
                    <a:pt x="87375" y="85852"/>
                  </a:lnTo>
                  <a:lnTo>
                    <a:pt x="87756" y="85598"/>
                  </a:lnTo>
                  <a:lnTo>
                    <a:pt x="87756" y="889"/>
                  </a:lnTo>
                  <a:close/>
                </a:path>
                <a:path w="678179" h="87630">
                  <a:moveTo>
                    <a:pt x="86994" y="508"/>
                  </a:moveTo>
                  <a:lnTo>
                    <a:pt x="78104" y="508"/>
                  </a:lnTo>
                  <a:lnTo>
                    <a:pt x="77597" y="762"/>
                  </a:lnTo>
                  <a:lnTo>
                    <a:pt x="87375" y="762"/>
                  </a:lnTo>
                  <a:lnTo>
                    <a:pt x="86994" y="508"/>
                  </a:lnTo>
                  <a:close/>
                </a:path>
                <a:path w="678179" h="87630">
                  <a:moveTo>
                    <a:pt x="153774" y="34417"/>
                  </a:moveTo>
                  <a:lnTo>
                    <a:pt x="133984" y="34417"/>
                  </a:lnTo>
                  <a:lnTo>
                    <a:pt x="136143" y="34798"/>
                  </a:lnTo>
                  <a:lnTo>
                    <a:pt x="140144" y="35941"/>
                  </a:lnTo>
                  <a:lnTo>
                    <a:pt x="139899" y="35941"/>
                  </a:lnTo>
                  <a:lnTo>
                    <a:pt x="141096" y="36703"/>
                  </a:lnTo>
                  <a:lnTo>
                    <a:pt x="142239" y="37719"/>
                  </a:lnTo>
                  <a:lnTo>
                    <a:pt x="143382" y="38862"/>
                  </a:lnTo>
                  <a:lnTo>
                    <a:pt x="144144" y="40259"/>
                  </a:lnTo>
                  <a:lnTo>
                    <a:pt x="145177" y="43687"/>
                  </a:lnTo>
                  <a:lnTo>
                    <a:pt x="145414" y="45466"/>
                  </a:lnTo>
                  <a:lnTo>
                    <a:pt x="145414" y="51943"/>
                  </a:lnTo>
                  <a:lnTo>
                    <a:pt x="132206" y="51943"/>
                  </a:lnTo>
                  <a:lnTo>
                    <a:pt x="127888" y="52324"/>
                  </a:lnTo>
                  <a:lnTo>
                    <a:pt x="106299" y="67183"/>
                  </a:lnTo>
                  <a:lnTo>
                    <a:pt x="106299" y="73025"/>
                  </a:lnTo>
                  <a:lnTo>
                    <a:pt x="106726" y="75057"/>
                  </a:lnTo>
                  <a:lnTo>
                    <a:pt x="106806" y="75437"/>
                  </a:lnTo>
                  <a:lnTo>
                    <a:pt x="107695" y="77216"/>
                  </a:lnTo>
                  <a:lnTo>
                    <a:pt x="108599" y="79121"/>
                  </a:lnTo>
                  <a:lnTo>
                    <a:pt x="108719" y="79375"/>
                  </a:lnTo>
                  <a:lnTo>
                    <a:pt x="108838" y="79629"/>
                  </a:lnTo>
                  <a:lnTo>
                    <a:pt x="110362" y="81407"/>
                  </a:lnTo>
                  <a:lnTo>
                    <a:pt x="112140" y="82804"/>
                  </a:lnTo>
                  <a:lnTo>
                    <a:pt x="113918" y="84328"/>
                  </a:lnTo>
                  <a:lnTo>
                    <a:pt x="116490" y="85471"/>
                  </a:lnTo>
                  <a:lnTo>
                    <a:pt x="116628" y="85471"/>
                  </a:lnTo>
                  <a:lnTo>
                    <a:pt x="118744" y="86106"/>
                  </a:lnTo>
                  <a:lnTo>
                    <a:pt x="121411" y="86868"/>
                  </a:lnTo>
                  <a:lnTo>
                    <a:pt x="124332" y="87249"/>
                  </a:lnTo>
                  <a:lnTo>
                    <a:pt x="131190" y="87249"/>
                  </a:lnTo>
                  <a:lnTo>
                    <a:pt x="134619" y="86614"/>
                  </a:lnTo>
                  <a:lnTo>
                    <a:pt x="137921" y="85090"/>
                  </a:lnTo>
                  <a:lnTo>
                    <a:pt x="141224" y="83693"/>
                  </a:lnTo>
                  <a:lnTo>
                    <a:pt x="144271" y="81661"/>
                  </a:lnTo>
                  <a:lnTo>
                    <a:pt x="146672" y="79375"/>
                  </a:lnTo>
                  <a:lnTo>
                    <a:pt x="125602" y="79375"/>
                  </a:lnTo>
                  <a:lnTo>
                    <a:pt x="123208" y="78612"/>
                  </a:lnTo>
                  <a:lnTo>
                    <a:pt x="122954" y="78612"/>
                  </a:lnTo>
                  <a:lnTo>
                    <a:pt x="118871" y="75057"/>
                  </a:lnTo>
                  <a:lnTo>
                    <a:pt x="117968" y="73025"/>
                  </a:lnTo>
                  <a:lnTo>
                    <a:pt x="117855" y="68199"/>
                  </a:lnTo>
                  <a:lnTo>
                    <a:pt x="118025" y="67183"/>
                  </a:lnTo>
                  <a:lnTo>
                    <a:pt x="118109" y="66675"/>
                  </a:lnTo>
                  <a:lnTo>
                    <a:pt x="118871" y="65405"/>
                  </a:lnTo>
                  <a:lnTo>
                    <a:pt x="119506" y="64135"/>
                  </a:lnTo>
                  <a:lnTo>
                    <a:pt x="120650" y="62992"/>
                  </a:lnTo>
                  <a:lnTo>
                    <a:pt x="122174" y="62103"/>
                  </a:lnTo>
                  <a:lnTo>
                    <a:pt x="123697" y="61087"/>
                  </a:lnTo>
                  <a:lnTo>
                    <a:pt x="125475" y="60452"/>
                  </a:lnTo>
                  <a:lnTo>
                    <a:pt x="130047" y="59436"/>
                  </a:lnTo>
                  <a:lnTo>
                    <a:pt x="132714" y="59182"/>
                  </a:lnTo>
                  <a:lnTo>
                    <a:pt x="156590" y="59182"/>
                  </a:lnTo>
                  <a:lnTo>
                    <a:pt x="156590" y="43687"/>
                  </a:lnTo>
                  <a:lnTo>
                    <a:pt x="156082" y="40640"/>
                  </a:lnTo>
                  <a:lnTo>
                    <a:pt x="155193" y="38100"/>
                  </a:lnTo>
                  <a:lnTo>
                    <a:pt x="154431" y="35433"/>
                  </a:lnTo>
                  <a:lnTo>
                    <a:pt x="153774" y="34417"/>
                  </a:lnTo>
                  <a:close/>
                </a:path>
                <a:path w="678179" h="87630">
                  <a:moveTo>
                    <a:pt x="156590" y="79121"/>
                  </a:moveTo>
                  <a:lnTo>
                    <a:pt x="146938" y="79121"/>
                  </a:lnTo>
                  <a:lnTo>
                    <a:pt x="147065" y="85471"/>
                  </a:lnTo>
                  <a:lnTo>
                    <a:pt x="147319" y="85725"/>
                  </a:lnTo>
                  <a:lnTo>
                    <a:pt x="147891" y="86106"/>
                  </a:lnTo>
                  <a:lnTo>
                    <a:pt x="155384" y="86106"/>
                  </a:lnTo>
                  <a:lnTo>
                    <a:pt x="156336" y="85471"/>
                  </a:lnTo>
                  <a:lnTo>
                    <a:pt x="156590" y="85090"/>
                  </a:lnTo>
                  <a:lnTo>
                    <a:pt x="156590" y="79121"/>
                  </a:lnTo>
                  <a:close/>
                </a:path>
                <a:path w="678179" h="87630">
                  <a:moveTo>
                    <a:pt x="156590" y="59182"/>
                  </a:moveTo>
                  <a:lnTo>
                    <a:pt x="145414" y="59182"/>
                  </a:lnTo>
                  <a:lnTo>
                    <a:pt x="145414" y="70993"/>
                  </a:lnTo>
                  <a:lnTo>
                    <a:pt x="142620" y="73787"/>
                  </a:lnTo>
                  <a:lnTo>
                    <a:pt x="139953" y="75946"/>
                  </a:lnTo>
                  <a:lnTo>
                    <a:pt x="137413" y="77216"/>
                  </a:lnTo>
                  <a:lnTo>
                    <a:pt x="135000" y="78612"/>
                  </a:lnTo>
                  <a:lnTo>
                    <a:pt x="132206" y="79375"/>
                  </a:lnTo>
                  <a:lnTo>
                    <a:pt x="146672" y="79375"/>
                  </a:lnTo>
                  <a:lnTo>
                    <a:pt x="146938" y="79121"/>
                  </a:lnTo>
                  <a:lnTo>
                    <a:pt x="156590" y="79121"/>
                  </a:lnTo>
                  <a:lnTo>
                    <a:pt x="156590" y="59182"/>
                  </a:lnTo>
                  <a:close/>
                </a:path>
                <a:path w="678179" h="87630">
                  <a:moveTo>
                    <a:pt x="136778" y="26162"/>
                  </a:moveTo>
                  <a:lnTo>
                    <a:pt x="130047" y="26162"/>
                  </a:lnTo>
                  <a:lnTo>
                    <a:pt x="127761" y="26416"/>
                  </a:lnTo>
                  <a:lnTo>
                    <a:pt x="123062" y="27178"/>
                  </a:lnTo>
                  <a:lnTo>
                    <a:pt x="121030" y="27686"/>
                  </a:lnTo>
                  <a:lnTo>
                    <a:pt x="118522" y="28448"/>
                  </a:lnTo>
                  <a:lnTo>
                    <a:pt x="117093" y="28829"/>
                  </a:lnTo>
                  <a:lnTo>
                    <a:pt x="115315" y="29464"/>
                  </a:lnTo>
                  <a:lnTo>
                    <a:pt x="113918" y="30225"/>
                  </a:lnTo>
                  <a:lnTo>
                    <a:pt x="112394" y="30987"/>
                  </a:lnTo>
                  <a:lnTo>
                    <a:pt x="111378" y="31623"/>
                  </a:lnTo>
                  <a:lnTo>
                    <a:pt x="110108" y="32639"/>
                  </a:lnTo>
                  <a:lnTo>
                    <a:pt x="109727" y="33274"/>
                  </a:lnTo>
                  <a:lnTo>
                    <a:pt x="109600" y="33782"/>
                  </a:lnTo>
                  <a:lnTo>
                    <a:pt x="109346" y="34417"/>
                  </a:lnTo>
                  <a:lnTo>
                    <a:pt x="109410" y="37719"/>
                  </a:lnTo>
                  <a:lnTo>
                    <a:pt x="109505" y="38100"/>
                  </a:lnTo>
                  <a:lnTo>
                    <a:pt x="109600" y="38481"/>
                  </a:lnTo>
                  <a:lnTo>
                    <a:pt x="109727" y="38862"/>
                  </a:lnTo>
                  <a:lnTo>
                    <a:pt x="109981" y="39370"/>
                  </a:lnTo>
                  <a:lnTo>
                    <a:pt x="110870" y="40259"/>
                  </a:lnTo>
                  <a:lnTo>
                    <a:pt x="112045" y="40259"/>
                  </a:lnTo>
                  <a:lnTo>
                    <a:pt x="114045" y="39370"/>
                  </a:lnTo>
                  <a:lnTo>
                    <a:pt x="114960" y="38862"/>
                  </a:lnTo>
                  <a:lnTo>
                    <a:pt x="115741" y="38481"/>
                  </a:lnTo>
                  <a:lnTo>
                    <a:pt x="128650" y="34417"/>
                  </a:lnTo>
                  <a:lnTo>
                    <a:pt x="153774" y="34417"/>
                  </a:lnTo>
                  <a:lnTo>
                    <a:pt x="153034" y="33274"/>
                  </a:lnTo>
                  <a:lnTo>
                    <a:pt x="151266" y="31623"/>
                  </a:lnTo>
                  <a:lnTo>
                    <a:pt x="149225" y="29845"/>
                  </a:lnTo>
                  <a:lnTo>
                    <a:pt x="146684" y="28448"/>
                  </a:lnTo>
                  <a:lnTo>
                    <a:pt x="140588" y="26670"/>
                  </a:lnTo>
                  <a:lnTo>
                    <a:pt x="136778" y="26162"/>
                  </a:lnTo>
                  <a:close/>
                </a:path>
                <a:path w="678179" h="87630">
                  <a:moveTo>
                    <a:pt x="175005" y="73787"/>
                  </a:moveTo>
                  <a:lnTo>
                    <a:pt x="174243" y="73787"/>
                  </a:lnTo>
                  <a:lnTo>
                    <a:pt x="173481" y="74168"/>
                  </a:lnTo>
                  <a:lnTo>
                    <a:pt x="173227" y="74422"/>
                  </a:lnTo>
                  <a:lnTo>
                    <a:pt x="173143" y="74675"/>
                  </a:lnTo>
                  <a:lnTo>
                    <a:pt x="173037" y="74803"/>
                  </a:lnTo>
                  <a:lnTo>
                    <a:pt x="172910" y="75311"/>
                  </a:lnTo>
                  <a:lnTo>
                    <a:pt x="172846" y="75565"/>
                  </a:lnTo>
                  <a:lnTo>
                    <a:pt x="172719" y="80264"/>
                  </a:lnTo>
                  <a:lnTo>
                    <a:pt x="179133" y="85344"/>
                  </a:lnTo>
                  <a:lnTo>
                    <a:pt x="179366" y="85344"/>
                  </a:lnTo>
                  <a:lnTo>
                    <a:pt x="180466" y="85598"/>
                  </a:lnTo>
                  <a:lnTo>
                    <a:pt x="181990" y="86106"/>
                  </a:lnTo>
                  <a:lnTo>
                    <a:pt x="183768" y="86487"/>
                  </a:lnTo>
                  <a:lnTo>
                    <a:pt x="185674" y="86868"/>
                  </a:lnTo>
                  <a:lnTo>
                    <a:pt x="188722" y="87249"/>
                  </a:lnTo>
                  <a:lnTo>
                    <a:pt x="195452" y="87249"/>
                  </a:lnTo>
                  <a:lnTo>
                    <a:pt x="213113" y="78994"/>
                  </a:lnTo>
                  <a:lnTo>
                    <a:pt x="187705" y="78994"/>
                  </a:lnTo>
                  <a:lnTo>
                    <a:pt x="185419" y="78232"/>
                  </a:lnTo>
                  <a:lnTo>
                    <a:pt x="175971" y="74168"/>
                  </a:lnTo>
                  <a:lnTo>
                    <a:pt x="176148" y="74168"/>
                  </a:lnTo>
                  <a:lnTo>
                    <a:pt x="175005" y="73787"/>
                  </a:lnTo>
                  <a:close/>
                </a:path>
                <a:path w="678179" h="87630">
                  <a:moveTo>
                    <a:pt x="197992" y="26162"/>
                  </a:moveTo>
                  <a:lnTo>
                    <a:pt x="192658" y="26162"/>
                  </a:lnTo>
                  <a:lnTo>
                    <a:pt x="188690" y="26797"/>
                  </a:lnTo>
                  <a:lnTo>
                    <a:pt x="189084" y="26797"/>
                  </a:lnTo>
                  <a:lnTo>
                    <a:pt x="183895" y="28448"/>
                  </a:lnTo>
                  <a:lnTo>
                    <a:pt x="175513" y="36449"/>
                  </a:lnTo>
                  <a:lnTo>
                    <a:pt x="174743" y="38100"/>
                  </a:lnTo>
                  <a:lnTo>
                    <a:pt x="174625" y="38354"/>
                  </a:lnTo>
                  <a:lnTo>
                    <a:pt x="174116" y="40512"/>
                  </a:lnTo>
                  <a:lnTo>
                    <a:pt x="174116" y="45212"/>
                  </a:lnTo>
                  <a:lnTo>
                    <a:pt x="174625" y="47244"/>
                  </a:lnTo>
                  <a:lnTo>
                    <a:pt x="175513" y="49022"/>
                  </a:lnTo>
                  <a:lnTo>
                    <a:pt x="176275" y="50800"/>
                  </a:lnTo>
                  <a:lnTo>
                    <a:pt x="177545" y="52324"/>
                  </a:lnTo>
                  <a:lnTo>
                    <a:pt x="180339" y="54864"/>
                  </a:lnTo>
                  <a:lnTo>
                    <a:pt x="181990" y="56007"/>
                  </a:lnTo>
                  <a:lnTo>
                    <a:pt x="183895" y="56896"/>
                  </a:lnTo>
                  <a:lnTo>
                    <a:pt x="185674" y="57785"/>
                  </a:lnTo>
                  <a:lnTo>
                    <a:pt x="187578" y="58547"/>
                  </a:lnTo>
                  <a:lnTo>
                    <a:pt x="189483" y="59182"/>
                  </a:lnTo>
                  <a:lnTo>
                    <a:pt x="191769" y="60071"/>
                  </a:lnTo>
                  <a:lnTo>
                    <a:pt x="193293" y="60579"/>
                  </a:lnTo>
                  <a:lnTo>
                    <a:pt x="195071" y="61214"/>
                  </a:lnTo>
                  <a:lnTo>
                    <a:pt x="196976" y="61849"/>
                  </a:lnTo>
                  <a:lnTo>
                    <a:pt x="198627" y="62611"/>
                  </a:lnTo>
                  <a:lnTo>
                    <a:pt x="200025" y="63500"/>
                  </a:lnTo>
                  <a:lnTo>
                    <a:pt x="201421" y="64262"/>
                  </a:lnTo>
                  <a:lnTo>
                    <a:pt x="202691" y="65150"/>
                  </a:lnTo>
                  <a:lnTo>
                    <a:pt x="203453" y="66294"/>
                  </a:lnTo>
                  <a:lnTo>
                    <a:pt x="204342" y="67310"/>
                  </a:lnTo>
                  <a:lnTo>
                    <a:pt x="204850" y="68707"/>
                  </a:lnTo>
                  <a:lnTo>
                    <a:pt x="204850" y="71755"/>
                  </a:lnTo>
                  <a:lnTo>
                    <a:pt x="195706" y="78994"/>
                  </a:lnTo>
                  <a:lnTo>
                    <a:pt x="213113" y="78994"/>
                  </a:lnTo>
                  <a:lnTo>
                    <a:pt x="214121" y="77089"/>
                  </a:lnTo>
                  <a:lnTo>
                    <a:pt x="215391" y="74803"/>
                  </a:lnTo>
                  <a:lnTo>
                    <a:pt x="215900" y="72262"/>
                  </a:lnTo>
                  <a:lnTo>
                    <a:pt x="215900" y="67056"/>
                  </a:lnTo>
                  <a:lnTo>
                    <a:pt x="215542" y="65150"/>
                  </a:lnTo>
                  <a:lnTo>
                    <a:pt x="215137" y="64262"/>
                  </a:lnTo>
                  <a:lnTo>
                    <a:pt x="213740" y="61468"/>
                  </a:lnTo>
                  <a:lnTo>
                    <a:pt x="212597" y="60071"/>
                  </a:lnTo>
                  <a:lnTo>
                    <a:pt x="211074" y="58800"/>
                  </a:lnTo>
                  <a:lnTo>
                    <a:pt x="209676" y="57531"/>
                  </a:lnTo>
                  <a:lnTo>
                    <a:pt x="208025" y="56515"/>
                  </a:lnTo>
                  <a:lnTo>
                    <a:pt x="204215" y="54737"/>
                  </a:lnTo>
                  <a:lnTo>
                    <a:pt x="202310" y="53975"/>
                  </a:lnTo>
                  <a:lnTo>
                    <a:pt x="200405" y="53340"/>
                  </a:lnTo>
                  <a:lnTo>
                    <a:pt x="198500" y="52578"/>
                  </a:lnTo>
                  <a:lnTo>
                    <a:pt x="194690" y="51308"/>
                  </a:lnTo>
                  <a:lnTo>
                    <a:pt x="193268" y="50800"/>
                  </a:lnTo>
                  <a:lnTo>
                    <a:pt x="191261" y="49911"/>
                  </a:lnTo>
                  <a:lnTo>
                    <a:pt x="189737" y="49022"/>
                  </a:lnTo>
                  <a:lnTo>
                    <a:pt x="188340" y="48260"/>
                  </a:lnTo>
                  <a:lnTo>
                    <a:pt x="187070" y="47244"/>
                  </a:lnTo>
                  <a:lnTo>
                    <a:pt x="186181" y="46228"/>
                  </a:lnTo>
                  <a:lnTo>
                    <a:pt x="185391" y="45212"/>
                  </a:lnTo>
                  <a:lnTo>
                    <a:pt x="184911" y="43687"/>
                  </a:lnTo>
                  <a:lnTo>
                    <a:pt x="185038" y="39878"/>
                  </a:lnTo>
                  <a:lnTo>
                    <a:pt x="189509" y="35179"/>
                  </a:lnTo>
                  <a:lnTo>
                    <a:pt x="189229" y="35179"/>
                  </a:lnTo>
                  <a:lnTo>
                    <a:pt x="190753" y="34798"/>
                  </a:lnTo>
                  <a:lnTo>
                    <a:pt x="193124" y="34162"/>
                  </a:lnTo>
                  <a:lnTo>
                    <a:pt x="212725" y="34162"/>
                  </a:lnTo>
                  <a:lnTo>
                    <a:pt x="212725" y="32639"/>
                  </a:lnTo>
                  <a:lnTo>
                    <a:pt x="212597" y="32258"/>
                  </a:lnTo>
                  <a:lnTo>
                    <a:pt x="212470" y="31496"/>
                  </a:lnTo>
                  <a:lnTo>
                    <a:pt x="212343" y="30987"/>
                  </a:lnTo>
                  <a:lnTo>
                    <a:pt x="212089" y="30734"/>
                  </a:lnTo>
                  <a:lnTo>
                    <a:pt x="211962" y="30480"/>
                  </a:lnTo>
                  <a:lnTo>
                    <a:pt x="211708" y="30225"/>
                  </a:lnTo>
                  <a:lnTo>
                    <a:pt x="210692" y="29464"/>
                  </a:lnTo>
                  <a:lnTo>
                    <a:pt x="210057" y="29083"/>
                  </a:lnTo>
                  <a:lnTo>
                    <a:pt x="209041" y="28702"/>
                  </a:lnTo>
                  <a:lnTo>
                    <a:pt x="207009" y="27812"/>
                  </a:lnTo>
                  <a:lnTo>
                    <a:pt x="205739" y="27432"/>
                  </a:lnTo>
                  <a:lnTo>
                    <a:pt x="204469" y="27178"/>
                  </a:lnTo>
                  <a:lnTo>
                    <a:pt x="202945" y="26797"/>
                  </a:lnTo>
                  <a:lnTo>
                    <a:pt x="199643" y="26289"/>
                  </a:lnTo>
                  <a:lnTo>
                    <a:pt x="197992" y="26162"/>
                  </a:lnTo>
                  <a:close/>
                </a:path>
                <a:path w="678179" h="87630">
                  <a:moveTo>
                    <a:pt x="203609" y="74803"/>
                  </a:moveTo>
                  <a:lnTo>
                    <a:pt x="177006" y="74803"/>
                  </a:lnTo>
                  <a:lnTo>
                    <a:pt x="177895" y="75311"/>
                  </a:lnTo>
                  <a:lnTo>
                    <a:pt x="203326" y="75311"/>
                  </a:lnTo>
                  <a:lnTo>
                    <a:pt x="203609" y="74803"/>
                  </a:lnTo>
                  <a:close/>
                </a:path>
                <a:path w="678179" h="87630">
                  <a:moveTo>
                    <a:pt x="212725" y="34162"/>
                  </a:moveTo>
                  <a:lnTo>
                    <a:pt x="199866" y="34162"/>
                  </a:lnTo>
                  <a:lnTo>
                    <a:pt x="201929" y="34798"/>
                  </a:lnTo>
                  <a:lnTo>
                    <a:pt x="203580" y="35179"/>
                  </a:lnTo>
                  <a:lnTo>
                    <a:pt x="205104" y="35687"/>
                  </a:lnTo>
                  <a:lnTo>
                    <a:pt x="207517" y="36703"/>
                  </a:lnTo>
                  <a:lnTo>
                    <a:pt x="208533" y="37211"/>
                  </a:lnTo>
                  <a:lnTo>
                    <a:pt x="209295" y="37719"/>
                  </a:lnTo>
                  <a:lnTo>
                    <a:pt x="210565" y="38354"/>
                  </a:lnTo>
                  <a:lnTo>
                    <a:pt x="211581" y="38354"/>
                  </a:lnTo>
                  <a:lnTo>
                    <a:pt x="211708" y="38100"/>
                  </a:lnTo>
                  <a:lnTo>
                    <a:pt x="212216" y="37719"/>
                  </a:lnTo>
                  <a:lnTo>
                    <a:pt x="212343" y="37465"/>
                  </a:lnTo>
                  <a:lnTo>
                    <a:pt x="212597" y="36703"/>
                  </a:lnTo>
                  <a:lnTo>
                    <a:pt x="212661" y="36449"/>
                  </a:lnTo>
                  <a:lnTo>
                    <a:pt x="212725" y="34162"/>
                  </a:lnTo>
                  <a:close/>
                </a:path>
                <a:path w="678179" h="87630">
                  <a:moveTo>
                    <a:pt x="198374" y="34162"/>
                  </a:moveTo>
                  <a:lnTo>
                    <a:pt x="194436" y="34162"/>
                  </a:lnTo>
                  <a:lnTo>
                    <a:pt x="190881" y="34417"/>
                  </a:lnTo>
                  <a:lnTo>
                    <a:pt x="202183" y="34417"/>
                  </a:lnTo>
                  <a:lnTo>
                    <a:pt x="198374" y="34162"/>
                  </a:lnTo>
                  <a:close/>
                </a:path>
                <a:path w="678179" h="87630">
                  <a:moveTo>
                    <a:pt x="241300" y="27686"/>
                  </a:moveTo>
                  <a:lnTo>
                    <a:pt x="231520" y="27686"/>
                  </a:lnTo>
                  <a:lnTo>
                    <a:pt x="231266" y="27940"/>
                  </a:lnTo>
                  <a:lnTo>
                    <a:pt x="231139" y="28194"/>
                  </a:lnTo>
                  <a:lnTo>
                    <a:pt x="230885" y="28448"/>
                  </a:lnTo>
                  <a:lnTo>
                    <a:pt x="230885" y="85344"/>
                  </a:lnTo>
                  <a:lnTo>
                    <a:pt x="231139" y="85344"/>
                  </a:lnTo>
                  <a:lnTo>
                    <a:pt x="231266" y="85598"/>
                  </a:lnTo>
                  <a:lnTo>
                    <a:pt x="231520" y="85852"/>
                  </a:lnTo>
                  <a:lnTo>
                    <a:pt x="241300" y="85852"/>
                  </a:lnTo>
                  <a:lnTo>
                    <a:pt x="241680" y="85598"/>
                  </a:lnTo>
                  <a:lnTo>
                    <a:pt x="241680" y="27940"/>
                  </a:lnTo>
                  <a:lnTo>
                    <a:pt x="241300" y="27686"/>
                  </a:lnTo>
                  <a:close/>
                </a:path>
                <a:path w="678179" h="87630">
                  <a:moveTo>
                    <a:pt x="239140" y="4191"/>
                  </a:moveTo>
                  <a:lnTo>
                    <a:pt x="233806" y="4191"/>
                  </a:lnTo>
                  <a:lnTo>
                    <a:pt x="232028" y="4572"/>
                  </a:lnTo>
                  <a:lnTo>
                    <a:pt x="229996" y="6350"/>
                  </a:lnTo>
                  <a:lnTo>
                    <a:pt x="229488" y="7874"/>
                  </a:lnTo>
                  <a:lnTo>
                    <a:pt x="229488" y="12700"/>
                  </a:lnTo>
                  <a:lnTo>
                    <a:pt x="229996" y="14224"/>
                  </a:lnTo>
                  <a:lnTo>
                    <a:pt x="231012" y="15112"/>
                  </a:lnTo>
                  <a:lnTo>
                    <a:pt x="231901" y="16002"/>
                  </a:lnTo>
                  <a:lnTo>
                    <a:pt x="233679" y="16383"/>
                  </a:lnTo>
                  <a:lnTo>
                    <a:pt x="239013" y="16383"/>
                  </a:lnTo>
                  <a:lnTo>
                    <a:pt x="243331" y="7874"/>
                  </a:lnTo>
                  <a:lnTo>
                    <a:pt x="242863" y="6350"/>
                  </a:lnTo>
                  <a:lnTo>
                    <a:pt x="240918" y="4572"/>
                  </a:lnTo>
                  <a:lnTo>
                    <a:pt x="239140" y="4191"/>
                  </a:lnTo>
                  <a:close/>
                </a:path>
                <a:path w="678179" h="87630">
                  <a:moveTo>
                    <a:pt x="277113" y="35814"/>
                  </a:moveTo>
                  <a:lnTo>
                    <a:pt x="265810" y="35814"/>
                  </a:lnTo>
                  <a:lnTo>
                    <a:pt x="265810" y="84836"/>
                  </a:lnTo>
                  <a:lnTo>
                    <a:pt x="266064" y="85344"/>
                  </a:lnTo>
                  <a:lnTo>
                    <a:pt x="266191" y="85598"/>
                  </a:lnTo>
                  <a:lnTo>
                    <a:pt x="266572" y="85852"/>
                  </a:lnTo>
                  <a:lnTo>
                    <a:pt x="276351" y="85852"/>
                  </a:lnTo>
                  <a:lnTo>
                    <a:pt x="276859" y="85344"/>
                  </a:lnTo>
                  <a:lnTo>
                    <a:pt x="276987" y="84836"/>
                  </a:lnTo>
                  <a:lnTo>
                    <a:pt x="277113" y="35814"/>
                  </a:lnTo>
                  <a:close/>
                </a:path>
                <a:path w="678179" h="87630">
                  <a:moveTo>
                    <a:pt x="315467" y="85344"/>
                  </a:moveTo>
                  <a:lnTo>
                    <a:pt x="304800" y="85344"/>
                  </a:lnTo>
                  <a:lnTo>
                    <a:pt x="304926" y="85598"/>
                  </a:lnTo>
                  <a:lnTo>
                    <a:pt x="305307" y="85852"/>
                  </a:lnTo>
                  <a:lnTo>
                    <a:pt x="315086" y="85852"/>
                  </a:lnTo>
                  <a:lnTo>
                    <a:pt x="315340" y="85598"/>
                  </a:lnTo>
                  <a:lnTo>
                    <a:pt x="315467" y="85344"/>
                  </a:lnTo>
                  <a:close/>
                </a:path>
                <a:path w="678179" h="87630">
                  <a:moveTo>
                    <a:pt x="314325" y="27686"/>
                  </a:moveTo>
                  <a:lnTo>
                    <a:pt x="255904" y="27686"/>
                  </a:lnTo>
                  <a:lnTo>
                    <a:pt x="255650" y="27940"/>
                  </a:lnTo>
                  <a:lnTo>
                    <a:pt x="255396" y="28702"/>
                  </a:lnTo>
                  <a:lnTo>
                    <a:pt x="255269" y="29083"/>
                  </a:lnTo>
                  <a:lnTo>
                    <a:pt x="255142" y="34162"/>
                  </a:lnTo>
                  <a:lnTo>
                    <a:pt x="255524" y="34798"/>
                  </a:lnTo>
                  <a:lnTo>
                    <a:pt x="255904" y="35560"/>
                  </a:lnTo>
                  <a:lnTo>
                    <a:pt x="256412" y="35814"/>
                  </a:lnTo>
                  <a:lnTo>
                    <a:pt x="304545" y="35814"/>
                  </a:lnTo>
                  <a:lnTo>
                    <a:pt x="304545" y="85344"/>
                  </a:lnTo>
                  <a:lnTo>
                    <a:pt x="315679" y="85344"/>
                  </a:lnTo>
                  <a:lnTo>
                    <a:pt x="315849" y="84836"/>
                  </a:lnTo>
                  <a:lnTo>
                    <a:pt x="315849" y="29591"/>
                  </a:lnTo>
                  <a:lnTo>
                    <a:pt x="315467" y="28702"/>
                  </a:lnTo>
                  <a:lnTo>
                    <a:pt x="315086" y="28321"/>
                  </a:lnTo>
                  <a:lnTo>
                    <a:pt x="314325" y="27686"/>
                  </a:lnTo>
                  <a:close/>
                </a:path>
                <a:path w="678179" h="87630">
                  <a:moveTo>
                    <a:pt x="289813" y="0"/>
                  </a:moveTo>
                  <a:lnTo>
                    <a:pt x="279018" y="0"/>
                  </a:lnTo>
                  <a:lnTo>
                    <a:pt x="276950" y="762"/>
                  </a:lnTo>
                  <a:lnTo>
                    <a:pt x="274192" y="1650"/>
                  </a:lnTo>
                  <a:lnTo>
                    <a:pt x="272287" y="3048"/>
                  </a:lnTo>
                  <a:lnTo>
                    <a:pt x="270636" y="4825"/>
                  </a:lnTo>
                  <a:lnTo>
                    <a:pt x="269493" y="5969"/>
                  </a:lnTo>
                  <a:lnTo>
                    <a:pt x="266104" y="14986"/>
                  </a:lnTo>
                  <a:lnTo>
                    <a:pt x="266001" y="15875"/>
                  </a:lnTo>
                  <a:lnTo>
                    <a:pt x="265913" y="16637"/>
                  </a:lnTo>
                  <a:lnTo>
                    <a:pt x="265810" y="27686"/>
                  </a:lnTo>
                  <a:lnTo>
                    <a:pt x="277113" y="27686"/>
                  </a:lnTo>
                  <a:lnTo>
                    <a:pt x="277211" y="16129"/>
                  </a:lnTo>
                  <a:lnTo>
                    <a:pt x="277333" y="15494"/>
                  </a:lnTo>
                  <a:lnTo>
                    <a:pt x="277431" y="14986"/>
                  </a:lnTo>
                  <a:lnTo>
                    <a:pt x="277504" y="14605"/>
                  </a:lnTo>
                  <a:lnTo>
                    <a:pt x="277626" y="13970"/>
                  </a:lnTo>
                  <a:lnTo>
                    <a:pt x="277749" y="13335"/>
                  </a:lnTo>
                  <a:lnTo>
                    <a:pt x="279018" y="11175"/>
                  </a:lnTo>
                  <a:lnTo>
                    <a:pt x="280415" y="9144"/>
                  </a:lnTo>
                  <a:lnTo>
                    <a:pt x="282575" y="8000"/>
                  </a:lnTo>
                  <a:lnTo>
                    <a:pt x="295020" y="8000"/>
                  </a:lnTo>
                  <a:lnTo>
                    <a:pt x="294893" y="3048"/>
                  </a:lnTo>
                  <a:lnTo>
                    <a:pt x="294766" y="2667"/>
                  </a:lnTo>
                  <a:lnTo>
                    <a:pt x="294639" y="2032"/>
                  </a:lnTo>
                  <a:lnTo>
                    <a:pt x="294512" y="1778"/>
                  </a:lnTo>
                  <a:lnTo>
                    <a:pt x="293750" y="1016"/>
                  </a:lnTo>
                  <a:lnTo>
                    <a:pt x="293242" y="762"/>
                  </a:lnTo>
                  <a:lnTo>
                    <a:pt x="292861" y="762"/>
                  </a:lnTo>
                  <a:lnTo>
                    <a:pt x="292100" y="381"/>
                  </a:lnTo>
                  <a:lnTo>
                    <a:pt x="289813" y="0"/>
                  </a:lnTo>
                  <a:close/>
                </a:path>
                <a:path w="678179" h="87630">
                  <a:moveTo>
                    <a:pt x="314451" y="4572"/>
                  </a:moveTo>
                  <a:lnTo>
                    <a:pt x="306069" y="4572"/>
                  </a:lnTo>
                  <a:lnTo>
                    <a:pt x="305307" y="4953"/>
                  </a:lnTo>
                  <a:lnTo>
                    <a:pt x="304291" y="5969"/>
                  </a:lnTo>
                  <a:lnTo>
                    <a:pt x="303910" y="6604"/>
                  </a:lnTo>
                  <a:lnTo>
                    <a:pt x="303656" y="7366"/>
                  </a:lnTo>
                  <a:lnTo>
                    <a:pt x="303699" y="13335"/>
                  </a:lnTo>
                  <a:lnTo>
                    <a:pt x="303910" y="13970"/>
                  </a:lnTo>
                  <a:lnTo>
                    <a:pt x="304291" y="14605"/>
                  </a:lnTo>
                  <a:lnTo>
                    <a:pt x="304800" y="14986"/>
                  </a:lnTo>
                  <a:lnTo>
                    <a:pt x="305307" y="15494"/>
                  </a:lnTo>
                  <a:lnTo>
                    <a:pt x="306069" y="15875"/>
                  </a:lnTo>
                  <a:lnTo>
                    <a:pt x="306958" y="16129"/>
                  </a:lnTo>
                  <a:lnTo>
                    <a:pt x="313562" y="16129"/>
                  </a:lnTo>
                  <a:lnTo>
                    <a:pt x="316737" y="7366"/>
                  </a:lnTo>
                  <a:lnTo>
                    <a:pt x="316483" y="6604"/>
                  </a:lnTo>
                  <a:lnTo>
                    <a:pt x="316102" y="5969"/>
                  </a:lnTo>
                  <a:lnTo>
                    <a:pt x="315721" y="5461"/>
                  </a:lnTo>
                  <a:lnTo>
                    <a:pt x="315213" y="4953"/>
                  </a:lnTo>
                  <a:lnTo>
                    <a:pt x="314451" y="4572"/>
                  </a:lnTo>
                  <a:close/>
                </a:path>
                <a:path w="678179" h="87630">
                  <a:moveTo>
                    <a:pt x="295020" y="8000"/>
                  </a:moveTo>
                  <a:lnTo>
                    <a:pt x="287273" y="8000"/>
                  </a:lnTo>
                  <a:lnTo>
                    <a:pt x="290321" y="8509"/>
                  </a:lnTo>
                  <a:lnTo>
                    <a:pt x="290449" y="8509"/>
                  </a:lnTo>
                  <a:lnTo>
                    <a:pt x="291083" y="8762"/>
                  </a:lnTo>
                  <a:lnTo>
                    <a:pt x="292608" y="9144"/>
                  </a:lnTo>
                  <a:lnTo>
                    <a:pt x="294512" y="9144"/>
                  </a:lnTo>
                  <a:lnTo>
                    <a:pt x="294665" y="8762"/>
                  </a:lnTo>
                  <a:lnTo>
                    <a:pt x="294766" y="8509"/>
                  </a:lnTo>
                  <a:lnTo>
                    <a:pt x="295020" y="8000"/>
                  </a:lnTo>
                  <a:close/>
                </a:path>
                <a:path w="678179" h="87630">
                  <a:moveTo>
                    <a:pt x="312674" y="4191"/>
                  </a:moveTo>
                  <a:lnTo>
                    <a:pt x="307847" y="4191"/>
                  </a:lnTo>
                  <a:lnTo>
                    <a:pt x="306514" y="4572"/>
                  </a:lnTo>
                  <a:lnTo>
                    <a:pt x="314007" y="4572"/>
                  </a:lnTo>
                  <a:lnTo>
                    <a:pt x="312674" y="4191"/>
                  </a:lnTo>
                  <a:close/>
                </a:path>
                <a:path w="678179" h="87630">
                  <a:moveTo>
                    <a:pt x="367791" y="27050"/>
                  </a:moveTo>
                  <a:lnTo>
                    <a:pt x="352156" y="27050"/>
                  </a:lnTo>
                  <a:lnTo>
                    <a:pt x="348995" y="28067"/>
                  </a:lnTo>
                  <a:lnTo>
                    <a:pt x="334009" y="43307"/>
                  </a:lnTo>
                  <a:lnTo>
                    <a:pt x="332485" y="47244"/>
                  </a:lnTo>
                  <a:lnTo>
                    <a:pt x="331724" y="51943"/>
                  </a:lnTo>
                  <a:lnTo>
                    <a:pt x="331724" y="62230"/>
                  </a:lnTo>
                  <a:lnTo>
                    <a:pt x="338950" y="79629"/>
                  </a:lnTo>
                  <a:lnTo>
                    <a:pt x="341121" y="82042"/>
                  </a:lnTo>
                  <a:lnTo>
                    <a:pt x="343915" y="83947"/>
                  </a:lnTo>
                  <a:lnTo>
                    <a:pt x="347344" y="85344"/>
                  </a:lnTo>
                  <a:lnTo>
                    <a:pt x="350646" y="86614"/>
                  </a:lnTo>
                  <a:lnTo>
                    <a:pt x="354583" y="87249"/>
                  </a:lnTo>
                  <a:lnTo>
                    <a:pt x="362563" y="87249"/>
                  </a:lnTo>
                  <a:lnTo>
                    <a:pt x="367156" y="86360"/>
                  </a:lnTo>
                  <a:lnTo>
                    <a:pt x="369061" y="85852"/>
                  </a:lnTo>
                  <a:lnTo>
                    <a:pt x="370382" y="85344"/>
                  </a:lnTo>
                  <a:lnTo>
                    <a:pt x="372363" y="84709"/>
                  </a:lnTo>
                  <a:lnTo>
                    <a:pt x="379221" y="80137"/>
                  </a:lnTo>
                  <a:lnTo>
                    <a:pt x="379475" y="79883"/>
                  </a:lnTo>
                  <a:lnTo>
                    <a:pt x="379602" y="79629"/>
                  </a:lnTo>
                  <a:lnTo>
                    <a:pt x="379729" y="79248"/>
                  </a:lnTo>
                  <a:lnTo>
                    <a:pt x="379856" y="78486"/>
                  </a:lnTo>
                  <a:lnTo>
                    <a:pt x="357631" y="78486"/>
                  </a:lnTo>
                  <a:lnTo>
                    <a:pt x="355917" y="78105"/>
                  </a:lnTo>
                  <a:lnTo>
                    <a:pt x="355654" y="78105"/>
                  </a:lnTo>
                  <a:lnTo>
                    <a:pt x="351027" y="76200"/>
                  </a:lnTo>
                  <a:lnTo>
                    <a:pt x="349250" y="74930"/>
                  </a:lnTo>
                  <a:lnTo>
                    <a:pt x="347946" y="73152"/>
                  </a:lnTo>
                  <a:lnTo>
                    <a:pt x="346655" y="71500"/>
                  </a:lnTo>
                  <a:lnTo>
                    <a:pt x="345948" y="70231"/>
                  </a:lnTo>
                  <a:lnTo>
                    <a:pt x="345312" y="68961"/>
                  </a:lnTo>
                  <a:lnTo>
                    <a:pt x="343788" y="63627"/>
                  </a:lnTo>
                  <a:lnTo>
                    <a:pt x="343407" y="60452"/>
                  </a:lnTo>
                  <a:lnTo>
                    <a:pt x="343407" y="49784"/>
                  </a:lnTo>
                  <a:lnTo>
                    <a:pt x="344804" y="44323"/>
                  </a:lnTo>
                  <a:lnTo>
                    <a:pt x="350646" y="36703"/>
                  </a:lnTo>
                  <a:lnTo>
                    <a:pt x="354710" y="34798"/>
                  </a:lnTo>
                  <a:lnTo>
                    <a:pt x="379548" y="34798"/>
                  </a:lnTo>
                  <a:lnTo>
                    <a:pt x="379475" y="34290"/>
                  </a:lnTo>
                  <a:lnTo>
                    <a:pt x="379094" y="33147"/>
                  </a:lnTo>
                  <a:lnTo>
                    <a:pt x="378840" y="32893"/>
                  </a:lnTo>
                  <a:lnTo>
                    <a:pt x="378713" y="32639"/>
                  </a:lnTo>
                  <a:lnTo>
                    <a:pt x="378332" y="32131"/>
                  </a:lnTo>
                  <a:lnTo>
                    <a:pt x="377697" y="31750"/>
                  </a:lnTo>
                  <a:lnTo>
                    <a:pt x="377189" y="31242"/>
                  </a:lnTo>
                  <a:lnTo>
                    <a:pt x="369442" y="27559"/>
                  </a:lnTo>
                  <a:lnTo>
                    <a:pt x="367791" y="27050"/>
                  </a:lnTo>
                  <a:close/>
                </a:path>
                <a:path w="678179" h="87630">
                  <a:moveTo>
                    <a:pt x="378713" y="71500"/>
                  </a:moveTo>
                  <a:lnTo>
                    <a:pt x="377316" y="71500"/>
                  </a:lnTo>
                  <a:lnTo>
                    <a:pt x="376808" y="71755"/>
                  </a:lnTo>
                  <a:lnTo>
                    <a:pt x="375919" y="72517"/>
                  </a:lnTo>
                  <a:lnTo>
                    <a:pt x="374903" y="73152"/>
                  </a:lnTo>
                  <a:lnTo>
                    <a:pt x="373633" y="74041"/>
                  </a:lnTo>
                  <a:lnTo>
                    <a:pt x="370839" y="75819"/>
                  </a:lnTo>
                  <a:lnTo>
                    <a:pt x="369188" y="76581"/>
                  </a:lnTo>
                  <a:lnTo>
                    <a:pt x="367156" y="77343"/>
                  </a:lnTo>
                  <a:lnTo>
                    <a:pt x="365251" y="78105"/>
                  </a:lnTo>
                  <a:lnTo>
                    <a:pt x="362965" y="78486"/>
                  </a:lnTo>
                  <a:lnTo>
                    <a:pt x="379856" y="78486"/>
                  </a:lnTo>
                  <a:lnTo>
                    <a:pt x="379745" y="73025"/>
                  </a:lnTo>
                  <a:lnTo>
                    <a:pt x="379475" y="72517"/>
                  </a:lnTo>
                  <a:lnTo>
                    <a:pt x="379221" y="71755"/>
                  </a:lnTo>
                  <a:lnTo>
                    <a:pt x="378713" y="71500"/>
                  </a:lnTo>
                  <a:close/>
                </a:path>
                <a:path w="678179" h="87630">
                  <a:moveTo>
                    <a:pt x="379548" y="34798"/>
                  </a:moveTo>
                  <a:lnTo>
                    <a:pt x="362711" y="34798"/>
                  </a:lnTo>
                  <a:lnTo>
                    <a:pt x="364997" y="35179"/>
                  </a:lnTo>
                  <a:lnTo>
                    <a:pt x="367029" y="35814"/>
                  </a:lnTo>
                  <a:lnTo>
                    <a:pt x="376174" y="41021"/>
                  </a:lnTo>
                  <a:lnTo>
                    <a:pt x="376935" y="41402"/>
                  </a:lnTo>
                  <a:lnTo>
                    <a:pt x="378205" y="41402"/>
                  </a:lnTo>
                  <a:lnTo>
                    <a:pt x="378713" y="41021"/>
                  </a:lnTo>
                  <a:lnTo>
                    <a:pt x="379475" y="39750"/>
                  </a:lnTo>
                  <a:lnTo>
                    <a:pt x="379548" y="34798"/>
                  </a:lnTo>
                  <a:close/>
                </a:path>
                <a:path w="678179" h="87630">
                  <a:moveTo>
                    <a:pt x="364108" y="26416"/>
                  </a:moveTo>
                  <a:lnTo>
                    <a:pt x="355498" y="26416"/>
                  </a:lnTo>
                  <a:lnTo>
                    <a:pt x="351815" y="27050"/>
                  </a:lnTo>
                  <a:lnTo>
                    <a:pt x="367072" y="27050"/>
                  </a:lnTo>
                  <a:lnTo>
                    <a:pt x="364108" y="26416"/>
                  </a:lnTo>
                  <a:close/>
                </a:path>
                <a:path w="678179" h="87630">
                  <a:moveTo>
                    <a:pt x="438762" y="34417"/>
                  </a:moveTo>
                  <a:lnTo>
                    <a:pt x="418972" y="34417"/>
                  </a:lnTo>
                  <a:lnTo>
                    <a:pt x="421131" y="34798"/>
                  </a:lnTo>
                  <a:lnTo>
                    <a:pt x="425132" y="35941"/>
                  </a:lnTo>
                  <a:lnTo>
                    <a:pt x="424887" y="35941"/>
                  </a:lnTo>
                  <a:lnTo>
                    <a:pt x="426084" y="36703"/>
                  </a:lnTo>
                  <a:lnTo>
                    <a:pt x="427227" y="37719"/>
                  </a:lnTo>
                  <a:lnTo>
                    <a:pt x="428370" y="38862"/>
                  </a:lnTo>
                  <a:lnTo>
                    <a:pt x="429132" y="40259"/>
                  </a:lnTo>
                  <a:lnTo>
                    <a:pt x="430165" y="43687"/>
                  </a:lnTo>
                  <a:lnTo>
                    <a:pt x="430402" y="45466"/>
                  </a:lnTo>
                  <a:lnTo>
                    <a:pt x="430402" y="51943"/>
                  </a:lnTo>
                  <a:lnTo>
                    <a:pt x="417194" y="51943"/>
                  </a:lnTo>
                  <a:lnTo>
                    <a:pt x="412876" y="52324"/>
                  </a:lnTo>
                  <a:lnTo>
                    <a:pt x="391286" y="67183"/>
                  </a:lnTo>
                  <a:lnTo>
                    <a:pt x="391286" y="73025"/>
                  </a:lnTo>
                  <a:lnTo>
                    <a:pt x="391714" y="75057"/>
                  </a:lnTo>
                  <a:lnTo>
                    <a:pt x="391794" y="75437"/>
                  </a:lnTo>
                  <a:lnTo>
                    <a:pt x="392683" y="77216"/>
                  </a:lnTo>
                  <a:lnTo>
                    <a:pt x="393587" y="79121"/>
                  </a:lnTo>
                  <a:lnTo>
                    <a:pt x="393707" y="79375"/>
                  </a:lnTo>
                  <a:lnTo>
                    <a:pt x="393826" y="79629"/>
                  </a:lnTo>
                  <a:lnTo>
                    <a:pt x="395350" y="81407"/>
                  </a:lnTo>
                  <a:lnTo>
                    <a:pt x="397128" y="82804"/>
                  </a:lnTo>
                  <a:lnTo>
                    <a:pt x="398906" y="84328"/>
                  </a:lnTo>
                  <a:lnTo>
                    <a:pt x="401478" y="85471"/>
                  </a:lnTo>
                  <a:lnTo>
                    <a:pt x="401616" y="85471"/>
                  </a:lnTo>
                  <a:lnTo>
                    <a:pt x="403732" y="86106"/>
                  </a:lnTo>
                  <a:lnTo>
                    <a:pt x="406400" y="86868"/>
                  </a:lnTo>
                  <a:lnTo>
                    <a:pt x="409320" y="87249"/>
                  </a:lnTo>
                  <a:lnTo>
                    <a:pt x="416178" y="87249"/>
                  </a:lnTo>
                  <a:lnTo>
                    <a:pt x="419607" y="86614"/>
                  </a:lnTo>
                  <a:lnTo>
                    <a:pt x="422909" y="85090"/>
                  </a:lnTo>
                  <a:lnTo>
                    <a:pt x="426211" y="83693"/>
                  </a:lnTo>
                  <a:lnTo>
                    <a:pt x="429259" y="81661"/>
                  </a:lnTo>
                  <a:lnTo>
                    <a:pt x="431660" y="79375"/>
                  </a:lnTo>
                  <a:lnTo>
                    <a:pt x="410590" y="79375"/>
                  </a:lnTo>
                  <a:lnTo>
                    <a:pt x="408196" y="78612"/>
                  </a:lnTo>
                  <a:lnTo>
                    <a:pt x="407942" y="78612"/>
                  </a:lnTo>
                  <a:lnTo>
                    <a:pt x="403859" y="75057"/>
                  </a:lnTo>
                  <a:lnTo>
                    <a:pt x="402956" y="73025"/>
                  </a:lnTo>
                  <a:lnTo>
                    <a:pt x="402843" y="68199"/>
                  </a:lnTo>
                  <a:lnTo>
                    <a:pt x="403013" y="67183"/>
                  </a:lnTo>
                  <a:lnTo>
                    <a:pt x="403097" y="66675"/>
                  </a:lnTo>
                  <a:lnTo>
                    <a:pt x="403859" y="65405"/>
                  </a:lnTo>
                  <a:lnTo>
                    <a:pt x="404494" y="64135"/>
                  </a:lnTo>
                  <a:lnTo>
                    <a:pt x="405637" y="62992"/>
                  </a:lnTo>
                  <a:lnTo>
                    <a:pt x="407161" y="62103"/>
                  </a:lnTo>
                  <a:lnTo>
                    <a:pt x="408685" y="61087"/>
                  </a:lnTo>
                  <a:lnTo>
                    <a:pt x="410463" y="60452"/>
                  </a:lnTo>
                  <a:lnTo>
                    <a:pt x="415035" y="59436"/>
                  </a:lnTo>
                  <a:lnTo>
                    <a:pt x="417702" y="59182"/>
                  </a:lnTo>
                  <a:lnTo>
                    <a:pt x="441578" y="59182"/>
                  </a:lnTo>
                  <a:lnTo>
                    <a:pt x="441578" y="43687"/>
                  </a:lnTo>
                  <a:lnTo>
                    <a:pt x="441070" y="40640"/>
                  </a:lnTo>
                  <a:lnTo>
                    <a:pt x="440181" y="38100"/>
                  </a:lnTo>
                  <a:lnTo>
                    <a:pt x="439419" y="35433"/>
                  </a:lnTo>
                  <a:lnTo>
                    <a:pt x="438762" y="34417"/>
                  </a:lnTo>
                  <a:close/>
                </a:path>
                <a:path w="678179" h="87630">
                  <a:moveTo>
                    <a:pt x="441578" y="79121"/>
                  </a:moveTo>
                  <a:lnTo>
                    <a:pt x="431926" y="79121"/>
                  </a:lnTo>
                  <a:lnTo>
                    <a:pt x="432053" y="85471"/>
                  </a:lnTo>
                  <a:lnTo>
                    <a:pt x="432307" y="85725"/>
                  </a:lnTo>
                  <a:lnTo>
                    <a:pt x="432879" y="86106"/>
                  </a:lnTo>
                  <a:lnTo>
                    <a:pt x="440372" y="86106"/>
                  </a:lnTo>
                  <a:lnTo>
                    <a:pt x="441325" y="85471"/>
                  </a:lnTo>
                  <a:lnTo>
                    <a:pt x="441578" y="85090"/>
                  </a:lnTo>
                  <a:lnTo>
                    <a:pt x="441578" y="79121"/>
                  </a:lnTo>
                  <a:close/>
                </a:path>
                <a:path w="678179" h="87630">
                  <a:moveTo>
                    <a:pt x="441578" y="59182"/>
                  </a:moveTo>
                  <a:lnTo>
                    <a:pt x="430402" y="59182"/>
                  </a:lnTo>
                  <a:lnTo>
                    <a:pt x="430402" y="70993"/>
                  </a:lnTo>
                  <a:lnTo>
                    <a:pt x="427608" y="73787"/>
                  </a:lnTo>
                  <a:lnTo>
                    <a:pt x="424941" y="75946"/>
                  </a:lnTo>
                  <a:lnTo>
                    <a:pt x="422401" y="77216"/>
                  </a:lnTo>
                  <a:lnTo>
                    <a:pt x="419988" y="78612"/>
                  </a:lnTo>
                  <a:lnTo>
                    <a:pt x="417194" y="79375"/>
                  </a:lnTo>
                  <a:lnTo>
                    <a:pt x="431660" y="79375"/>
                  </a:lnTo>
                  <a:lnTo>
                    <a:pt x="431926" y="79121"/>
                  </a:lnTo>
                  <a:lnTo>
                    <a:pt x="441578" y="79121"/>
                  </a:lnTo>
                  <a:lnTo>
                    <a:pt x="441578" y="59182"/>
                  </a:lnTo>
                  <a:close/>
                </a:path>
                <a:path w="678179" h="87630">
                  <a:moveTo>
                    <a:pt x="421766" y="26162"/>
                  </a:moveTo>
                  <a:lnTo>
                    <a:pt x="415035" y="26162"/>
                  </a:lnTo>
                  <a:lnTo>
                    <a:pt x="412750" y="26416"/>
                  </a:lnTo>
                  <a:lnTo>
                    <a:pt x="408050" y="27178"/>
                  </a:lnTo>
                  <a:lnTo>
                    <a:pt x="406018" y="27686"/>
                  </a:lnTo>
                  <a:lnTo>
                    <a:pt x="403510" y="28448"/>
                  </a:lnTo>
                  <a:lnTo>
                    <a:pt x="402081" y="28829"/>
                  </a:lnTo>
                  <a:lnTo>
                    <a:pt x="400303" y="29464"/>
                  </a:lnTo>
                  <a:lnTo>
                    <a:pt x="398906" y="30225"/>
                  </a:lnTo>
                  <a:lnTo>
                    <a:pt x="397382" y="30987"/>
                  </a:lnTo>
                  <a:lnTo>
                    <a:pt x="396366" y="31623"/>
                  </a:lnTo>
                  <a:lnTo>
                    <a:pt x="395096" y="32639"/>
                  </a:lnTo>
                  <a:lnTo>
                    <a:pt x="394715" y="33274"/>
                  </a:lnTo>
                  <a:lnTo>
                    <a:pt x="394588" y="33782"/>
                  </a:lnTo>
                  <a:lnTo>
                    <a:pt x="394334" y="34417"/>
                  </a:lnTo>
                  <a:lnTo>
                    <a:pt x="395858" y="40259"/>
                  </a:lnTo>
                  <a:lnTo>
                    <a:pt x="397033" y="40259"/>
                  </a:lnTo>
                  <a:lnTo>
                    <a:pt x="399033" y="39370"/>
                  </a:lnTo>
                  <a:lnTo>
                    <a:pt x="399948" y="38862"/>
                  </a:lnTo>
                  <a:lnTo>
                    <a:pt x="400729" y="38481"/>
                  </a:lnTo>
                  <a:lnTo>
                    <a:pt x="413638" y="34417"/>
                  </a:lnTo>
                  <a:lnTo>
                    <a:pt x="438762" y="34417"/>
                  </a:lnTo>
                  <a:lnTo>
                    <a:pt x="438022" y="33274"/>
                  </a:lnTo>
                  <a:lnTo>
                    <a:pt x="436254" y="31623"/>
                  </a:lnTo>
                  <a:lnTo>
                    <a:pt x="434212" y="29845"/>
                  </a:lnTo>
                  <a:lnTo>
                    <a:pt x="431672" y="28448"/>
                  </a:lnTo>
                  <a:lnTo>
                    <a:pt x="425576" y="26670"/>
                  </a:lnTo>
                  <a:lnTo>
                    <a:pt x="421766" y="26162"/>
                  </a:lnTo>
                  <a:close/>
                </a:path>
                <a:path w="678179" h="87630">
                  <a:moveTo>
                    <a:pt x="494283" y="27050"/>
                  </a:moveTo>
                  <a:lnTo>
                    <a:pt x="478648" y="27050"/>
                  </a:lnTo>
                  <a:lnTo>
                    <a:pt x="475487" y="28067"/>
                  </a:lnTo>
                  <a:lnTo>
                    <a:pt x="460501" y="43307"/>
                  </a:lnTo>
                  <a:lnTo>
                    <a:pt x="458977" y="47244"/>
                  </a:lnTo>
                  <a:lnTo>
                    <a:pt x="458215" y="51943"/>
                  </a:lnTo>
                  <a:lnTo>
                    <a:pt x="458215" y="62230"/>
                  </a:lnTo>
                  <a:lnTo>
                    <a:pt x="465442" y="79629"/>
                  </a:lnTo>
                  <a:lnTo>
                    <a:pt x="467613" y="82042"/>
                  </a:lnTo>
                  <a:lnTo>
                    <a:pt x="470407" y="83947"/>
                  </a:lnTo>
                  <a:lnTo>
                    <a:pt x="473836" y="85344"/>
                  </a:lnTo>
                  <a:lnTo>
                    <a:pt x="477138" y="86614"/>
                  </a:lnTo>
                  <a:lnTo>
                    <a:pt x="481075" y="87249"/>
                  </a:lnTo>
                  <a:lnTo>
                    <a:pt x="489055" y="87249"/>
                  </a:lnTo>
                  <a:lnTo>
                    <a:pt x="493649" y="86360"/>
                  </a:lnTo>
                  <a:lnTo>
                    <a:pt x="495553" y="85852"/>
                  </a:lnTo>
                  <a:lnTo>
                    <a:pt x="496874" y="85344"/>
                  </a:lnTo>
                  <a:lnTo>
                    <a:pt x="498855" y="84709"/>
                  </a:lnTo>
                  <a:lnTo>
                    <a:pt x="505713" y="80137"/>
                  </a:lnTo>
                  <a:lnTo>
                    <a:pt x="505967" y="79883"/>
                  </a:lnTo>
                  <a:lnTo>
                    <a:pt x="506094" y="79629"/>
                  </a:lnTo>
                  <a:lnTo>
                    <a:pt x="506221" y="78867"/>
                  </a:lnTo>
                  <a:lnTo>
                    <a:pt x="506349" y="78486"/>
                  </a:lnTo>
                  <a:lnTo>
                    <a:pt x="484124" y="78486"/>
                  </a:lnTo>
                  <a:lnTo>
                    <a:pt x="482409" y="78105"/>
                  </a:lnTo>
                  <a:lnTo>
                    <a:pt x="482146" y="78105"/>
                  </a:lnTo>
                  <a:lnTo>
                    <a:pt x="477519" y="76200"/>
                  </a:lnTo>
                  <a:lnTo>
                    <a:pt x="475741" y="74930"/>
                  </a:lnTo>
                  <a:lnTo>
                    <a:pt x="474438" y="73152"/>
                  </a:lnTo>
                  <a:lnTo>
                    <a:pt x="473147" y="71500"/>
                  </a:lnTo>
                  <a:lnTo>
                    <a:pt x="472439" y="70231"/>
                  </a:lnTo>
                  <a:lnTo>
                    <a:pt x="471804" y="68961"/>
                  </a:lnTo>
                  <a:lnTo>
                    <a:pt x="470280" y="63627"/>
                  </a:lnTo>
                  <a:lnTo>
                    <a:pt x="469900" y="60452"/>
                  </a:lnTo>
                  <a:lnTo>
                    <a:pt x="469900" y="49784"/>
                  </a:lnTo>
                  <a:lnTo>
                    <a:pt x="471296" y="44323"/>
                  </a:lnTo>
                  <a:lnTo>
                    <a:pt x="477138" y="36703"/>
                  </a:lnTo>
                  <a:lnTo>
                    <a:pt x="481202" y="34798"/>
                  </a:lnTo>
                  <a:lnTo>
                    <a:pt x="506040" y="34798"/>
                  </a:lnTo>
                  <a:lnTo>
                    <a:pt x="505967" y="34290"/>
                  </a:lnTo>
                  <a:lnTo>
                    <a:pt x="505840" y="33909"/>
                  </a:lnTo>
                  <a:lnTo>
                    <a:pt x="505713" y="33528"/>
                  </a:lnTo>
                  <a:lnTo>
                    <a:pt x="505586" y="33147"/>
                  </a:lnTo>
                  <a:lnTo>
                    <a:pt x="505332" y="32893"/>
                  </a:lnTo>
                  <a:lnTo>
                    <a:pt x="505205" y="32639"/>
                  </a:lnTo>
                  <a:lnTo>
                    <a:pt x="504825" y="32131"/>
                  </a:lnTo>
                  <a:lnTo>
                    <a:pt x="504189" y="31750"/>
                  </a:lnTo>
                  <a:lnTo>
                    <a:pt x="503681" y="31242"/>
                  </a:lnTo>
                  <a:lnTo>
                    <a:pt x="502792" y="30607"/>
                  </a:lnTo>
                  <a:lnTo>
                    <a:pt x="501650" y="29845"/>
                  </a:lnTo>
                  <a:lnTo>
                    <a:pt x="500633" y="29337"/>
                  </a:lnTo>
                  <a:lnTo>
                    <a:pt x="498982" y="28575"/>
                  </a:lnTo>
                  <a:lnTo>
                    <a:pt x="495934" y="27559"/>
                  </a:lnTo>
                  <a:lnTo>
                    <a:pt x="494283" y="27050"/>
                  </a:lnTo>
                  <a:close/>
                </a:path>
                <a:path w="678179" h="87630">
                  <a:moveTo>
                    <a:pt x="505205" y="71500"/>
                  </a:moveTo>
                  <a:lnTo>
                    <a:pt x="503808" y="71500"/>
                  </a:lnTo>
                  <a:lnTo>
                    <a:pt x="503300" y="71755"/>
                  </a:lnTo>
                  <a:lnTo>
                    <a:pt x="502411" y="72517"/>
                  </a:lnTo>
                  <a:lnTo>
                    <a:pt x="501395" y="73152"/>
                  </a:lnTo>
                  <a:lnTo>
                    <a:pt x="500125" y="74041"/>
                  </a:lnTo>
                  <a:lnTo>
                    <a:pt x="497331" y="75819"/>
                  </a:lnTo>
                  <a:lnTo>
                    <a:pt x="495680" y="76581"/>
                  </a:lnTo>
                  <a:lnTo>
                    <a:pt x="493649" y="77343"/>
                  </a:lnTo>
                  <a:lnTo>
                    <a:pt x="491743" y="78105"/>
                  </a:lnTo>
                  <a:lnTo>
                    <a:pt x="489457" y="78486"/>
                  </a:lnTo>
                  <a:lnTo>
                    <a:pt x="506349" y="78486"/>
                  </a:lnTo>
                  <a:lnTo>
                    <a:pt x="506253" y="73025"/>
                  </a:lnTo>
                  <a:lnTo>
                    <a:pt x="505967" y="72517"/>
                  </a:lnTo>
                  <a:lnTo>
                    <a:pt x="505840" y="72136"/>
                  </a:lnTo>
                  <a:lnTo>
                    <a:pt x="505713" y="71755"/>
                  </a:lnTo>
                  <a:lnTo>
                    <a:pt x="505205" y="71500"/>
                  </a:lnTo>
                  <a:close/>
                </a:path>
                <a:path w="678179" h="87630">
                  <a:moveTo>
                    <a:pt x="506040" y="34798"/>
                  </a:moveTo>
                  <a:lnTo>
                    <a:pt x="489203" y="34798"/>
                  </a:lnTo>
                  <a:lnTo>
                    <a:pt x="491489" y="35179"/>
                  </a:lnTo>
                  <a:lnTo>
                    <a:pt x="493521" y="35814"/>
                  </a:lnTo>
                  <a:lnTo>
                    <a:pt x="502665" y="41021"/>
                  </a:lnTo>
                  <a:lnTo>
                    <a:pt x="503427" y="41402"/>
                  </a:lnTo>
                  <a:lnTo>
                    <a:pt x="504697" y="41402"/>
                  </a:lnTo>
                  <a:lnTo>
                    <a:pt x="505205" y="41021"/>
                  </a:lnTo>
                  <a:lnTo>
                    <a:pt x="505967" y="39750"/>
                  </a:lnTo>
                  <a:lnTo>
                    <a:pt x="506040" y="34798"/>
                  </a:lnTo>
                  <a:close/>
                </a:path>
                <a:path w="678179" h="87630">
                  <a:moveTo>
                    <a:pt x="490600" y="26416"/>
                  </a:moveTo>
                  <a:lnTo>
                    <a:pt x="481990" y="26416"/>
                  </a:lnTo>
                  <a:lnTo>
                    <a:pt x="478307" y="27050"/>
                  </a:lnTo>
                  <a:lnTo>
                    <a:pt x="493564" y="27050"/>
                  </a:lnTo>
                  <a:lnTo>
                    <a:pt x="490600" y="26416"/>
                  </a:lnTo>
                  <a:close/>
                </a:path>
                <a:path w="678179" h="87630">
                  <a:moveTo>
                    <a:pt x="530859" y="27686"/>
                  </a:moveTo>
                  <a:lnTo>
                    <a:pt x="521080" y="27686"/>
                  </a:lnTo>
                  <a:lnTo>
                    <a:pt x="520826" y="27940"/>
                  </a:lnTo>
                  <a:lnTo>
                    <a:pt x="520700" y="28194"/>
                  </a:lnTo>
                  <a:lnTo>
                    <a:pt x="520445" y="28448"/>
                  </a:lnTo>
                  <a:lnTo>
                    <a:pt x="520445" y="85344"/>
                  </a:lnTo>
                  <a:lnTo>
                    <a:pt x="520700" y="85344"/>
                  </a:lnTo>
                  <a:lnTo>
                    <a:pt x="520826" y="85598"/>
                  </a:lnTo>
                  <a:lnTo>
                    <a:pt x="521080" y="85852"/>
                  </a:lnTo>
                  <a:lnTo>
                    <a:pt x="530859" y="85852"/>
                  </a:lnTo>
                  <a:lnTo>
                    <a:pt x="531240" y="85598"/>
                  </a:lnTo>
                  <a:lnTo>
                    <a:pt x="531240" y="27940"/>
                  </a:lnTo>
                  <a:lnTo>
                    <a:pt x="530859" y="27686"/>
                  </a:lnTo>
                  <a:close/>
                </a:path>
                <a:path w="678179" h="87630">
                  <a:moveTo>
                    <a:pt x="528701" y="4191"/>
                  </a:moveTo>
                  <a:lnTo>
                    <a:pt x="523366" y="4191"/>
                  </a:lnTo>
                  <a:lnTo>
                    <a:pt x="521588" y="4572"/>
                  </a:lnTo>
                  <a:lnTo>
                    <a:pt x="519556" y="6350"/>
                  </a:lnTo>
                  <a:lnTo>
                    <a:pt x="519049" y="7874"/>
                  </a:lnTo>
                  <a:lnTo>
                    <a:pt x="519049" y="12700"/>
                  </a:lnTo>
                  <a:lnTo>
                    <a:pt x="519556" y="14224"/>
                  </a:lnTo>
                  <a:lnTo>
                    <a:pt x="520572" y="15112"/>
                  </a:lnTo>
                  <a:lnTo>
                    <a:pt x="521461" y="16002"/>
                  </a:lnTo>
                  <a:lnTo>
                    <a:pt x="523239" y="16383"/>
                  </a:lnTo>
                  <a:lnTo>
                    <a:pt x="528574" y="16383"/>
                  </a:lnTo>
                  <a:lnTo>
                    <a:pt x="532891" y="7874"/>
                  </a:lnTo>
                  <a:lnTo>
                    <a:pt x="532423" y="6350"/>
                  </a:lnTo>
                  <a:lnTo>
                    <a:pt x="530478" y="4572"/>
                  </a:lnTo>
                  <a:lnTo>
                    <a:pt x="528701" y="4191"/>
                  </a:lnTo>
                  <a:close/>
                </a:path>
                <a:path w="678179" h="87630">
                  <a:moveTo>
                    <a:pt x="584326" y="26162"/>
                  </a:moveTo>
                  <a:lnTo>
                    <a:pt x="574166" y="26162"/>
                  </a:lnTo>
                  <a:lnTo>
                    <a:pt x="569594" y="26924"/>
                  </a:lnTo>
                  <a:lnTo>
                    <a:pt x="548285" y="62992"/>
                  </a:lnTo>
                  <a:lnTo>
                    <a:pt x="548574" y="64897"/>
                  </a:lnTo>
                  <a:lnTo>
                    <a:pt x="548690" y="65659"/>
                  </a:lnTo>
                  <a:lnTo>
                    <a:pt x="548766" y="66167"/>
                  </a:lnTo>
                  <a:lnTo>
                    <a:pt x="550036" y="69850"/>
                  </a:lnTo>
                  <a:lnTo>
                    <a:pt x="551179" y="73533"/>
                  </a:lnTo>
                  <a:lnTo>
                    <a:pt x="573024" y="87249"/>
                  </a:lnTo>
                  <a:lnTo>
                    <a:pt x="583183" y="87249"/>
                  </a:lnTo>
                  <a:lnTo>
                    <a:pt x="587755" y="86487"/>
                  </a:lnTo>
                  <a:lnTo>
                    <a:pt x="595629" y="83439"/>
                  </a:lnTo>
                  <a:lnTo>
                    <a:pt x="598804" y="81280"/>
                  </a:lnTo>
                  <a:lnTo>
                    <a:pt x="601229" y="78740"/>
                  </a:lnTo>
                  <a:lnTo>
                    <a:pt x="575055" y="78740"/>
                  </a:lnTo>
                  <a:lnTo>
                    <a:pt x="572007" y="78105"/>
                  </a:lnTo>
                  <a:lnTo>
                    <a:pt x="559915" y="52705"/>
                  </a:lnTo>
                  <a:lnTo>
                    <a:pt x="560081" y="51435"/>
                  </a:lnTo>
                  <a:lnTo>
                    <a:pt x="560196" y="50546"/>
                  </a:lnTo>
                  <a:lnTo>
                    <a:pt x="560958" y="47752"/>
                  </a:lnTo>
                  <a:lnTo>
                    <a:pt x="561473" y="45593"/>
                  </a:lnTo>
                  <a:lnTo>
                    <a:pt x="561593" y="45085"/>
                  </a:lnTo>
                  <a:lnTo>
                    <a:pt x="562863" y="42799"/>
                  </a:lnTo>
                  <a:lnTo>
                    <a:pt x="564387" y="40894"/>
                  </a:lnTo>
                  <a:lnTo>
                    <a:pt x="565911" y="38862"/>
                  </a:lnTo>
                  <a:lnTo>
                    <a:pt x="567943" y="37337"/>
                  </a:lnTo>
                  <a:lnTo>
                    <a:pt x="569944" y="36449"/>
                  </a:lnTo>
                  <a:lnTo>
                    <a:pt x="572642" y="35306"/>
                  </a:lnTo>
                  <a:lnTo>
                    <a:pt x="575563" y="34671"/>
                  </a:lnTo>
                  <a:lnTo>
                    <a:pt x="602335" y="34671"/>
                  </a:lnTo>
                  <a:lnTo>
                    <a:pt x="601852" y="34162"/>
                  </a:lnTo>
                  <a:lnTo>
                    <a:pt x="599312" y="31623"/>
                  </a:lnTo>
                  <a:lnTo>
                    <a:pt x="596264" y="29591"/>
                  </a:lnTo>
                  <a:lnTo>
                    <a:pt x="592454" y="28194"/>
                  </a:lnTo>
                  <a:lnTo>
                    <a:pt x="588771" y="26924"/>
                  </a:lnTo>
                  <a:lnTo>
                    <a:pt x="584326" y="26162"/>
                  </a:lnTo>
                  <a:close/>
                </a:path>
                <a:path w="678179" h="87630">
                  <a:moveTo>
                    <a:pt x="602335" y="34671"/>
                  </a:moveTo>
                  <a:lnTo>
                    <a:pt x="582549" y="34671"/>
                  </a:lnTo>
                  <a:lnTo>
                    <a:pt x="585469" y="35306"/>
                  </a:lnTo>
                  <a:lnTo>
                    <a:pt x="587882" y="36449"/>
                  </a:lnTo>
                  <a:lnTo>
                    <a:pt x="590705" y="37719"/>
                  </a:lnTo>
                  <a:lnTo>
                    <a:pt x="590569" y="37719"/>
                  </a:lnTo>
                  <a:lnTo>
                    <a:pt x="592327" y="39243"/>
                  </a:lnTo>
                  <a:lnTo>
                    <a:pt x="595121" y="43307"/>
                  </a:lnTo>
                  <a:lnTo>
                    <a:pt x="596137" y="45593"/>
                  </a:lnTo>
                  <a:lnTo>
                    <a:pt x="597317" y="50546"/>
                  </a:lnTo>
                  <a:lnTo>
                    <a:pt x="597407" y="50927"/>
                  </a:lnTo>
                  <a:lnTo>
                    <a:pt x="597452" y="51435"/>
                  </a:lnTo>
                  <a:lnTo>
                    <a:pt x="597579" y="60706"/>
                  </a:lnTo>
                  <a:lnTo>
                    <a:pt x="597413" y="61975"/>
                  </a:lnTo>
                  <a:lnTo>
                    <a:pt x="597347" y="62484"/>
                  </a:lnTo>
                  <a:lnTo>
                    <a:pt x="597280" y="62992"/>
                  </a:lnTo>
                  <a:lnTo>
                    <a:pt x="596518" y="65659"/>
                  </a:lnTo>
                  <a:lnTo>
                    <a:pt x="596004" y="67818"/>
                  </a:lnTo>
                  <a:lnTo>
                    <a:pt x="595883" y="68325"/>
                  </a:lnTo>
                  <a:lnTo>
                    <a:pt x="594740" y="70612"/>
                  </a:lnTo>
                  <a:lnTo>
                    <a:pt x="593089" y="72517"/>
                  </a:lnTo>
                  <a:lnTo>
                    <a:pt x="591565" y="74549"/>
                  </a:lnTo>
                  <a:lnTo>
                    <a:pt x="589660" y="76073"/>
                  </a:lnTo>
                  <a:lnTo>
                    <a:pt x="587247" y="77089"/>
                  </a:lnTo>
                  <a:lnTo>
                    <a:pt x="584707" y="78105"/>
                  </a:lnTo>
                  <a:lnTo>
                    <a:pt x="581913" y="78740"/>
                  </a:lnTo>
                  <a:lnTo>
                    <a:pt x="601229" y="78740"/>
                  </a:lnTo>
                  <a:lnTo>
                    <a:pt x="609345" y="60706"/>
                  </a:lnTo>
                  <a:lnTo>
                    <a:pt x="609266" y="50927"/>
                  </a:lnTo>
                  <a:lnTo>
                    <a:pt x="604265" y="36703"/>
                  </a:lnTo>
                  <a:lnTo>
                    <a:pt x="602335" y="34671"/>
                  </a:lnTo>
                  <a:close/>
                </a:path>
                <a:path w="678179" h="87630">
                  <a:moveTo>
                    <a:pt x="595439" y="0"/>
                  </a:moveTo>
                  <a:lnTo>
                    <a:pt x="586612" y="0"/>
                  </a:lnTo>
                  <a:lnTo>
                    <a:pt x="586104" y="127"/>
                  </a:lnTo>
                  <a:lnTo>
                    <a:pt x="585596" y="381"/>
                  </a:lnTo>
                  <a:lnTo>
                    <a:pt x="585215" y="635"/>
                  </a:lnTo>
                  <a:lnTo>
                    <a:pt x="584834" y="1016"/>
                  </a:lnTo>
                  <a:lnTo>
                    <a:pt x="584326" y="1778"/>
                  </a:lnTo>
                  <a:lnTo>
                    <a:pt x="574420" y="16129"/>
                  </a:lnTo>
                  <a:lnTo>
                    <a:pt x="573912" y="16891"/>
                  </a:lnTo>
                  <a:lnTo>
                    <a:pt x="573912" y="17780"/>
                  </a:lnTo>
                  <a:lnTo>
                    <a:pt x="574420" y="18287"/>
                  </a:lnTo>
                  <a:lnTo>
                    <a:pt x="574801" y="18415"/>
                  </a:lnTo>
                  <a:lnTo>
                    <a:pt x="581151" y="18415"/>
                  </a:lnTo>
                  <a:lnTo>
                    <a:pt x="582294" y="18034"/>
                  </a:lnTo>
                  <a:lnTo>
                    <a:pt x="583437" y="16891"/>
                  </a:lnTo>
                  <a:lnTo>
                    <a:pt x="584110" y="16129"/>
                  </a:lnTo>
                  <a:lnTo>
                    <a:pt x="595883" y="2412"/>
                  </a:lnTo>
                  <a:lnTo>
                    <a:pt x="596264" y="2032"/>
                  </a:lnTo>
                  <a:lnTo>
                    <a:pt x="596391" y="635"/>
                  </a:lnTo>
                  <a:lnTo>
                    <a:pt x="596010" y="381"/>
                  </a:lnTo>
                  <a:lnTo>
                    <a:pt x="595756" y="127"/>
                  </a:lnTo>
                  <a:lnTo>
                    <a:pt x="595439" y="0"/>
                  </a:lnTo>
                  <a:close/>
                </a:path>
                <a:path w="678179" h="87630">
                  <a:moveTo>
                    <a:pt x="634364" y="27305"/>
                  </a:moveTo>
                  <a:lnTo>
                    <a:pt x="626999" y="27305"/>
                  </a:lnTo>
                  <a:lnTo>
                    <a:pt x="626427" y="27686"/>
                  </a:lnTo>
                  <a:lnTo>
                    <a:pt x="626236" y="27686"/>
                  </a:lnTo>
                  <a:lnTo>
                    <a:pt x="625601" y="28321"/>
                  </a:lnTo>
                  <a:lnTo>
                    <a:pt x="625601" y="85344"/>
                  </a:lnTo>
                  <a:lnTo>
                    <a:pt x="625855" y="85344"/>
                  </a:lnTo>
                  <a:lnTo>
                    <a:pt x="625982" y="85598"/>
                  </a:lnTo>
                  <a:lnTo>
                    <a:pt x="626236" y="85852"/>
                  </a:lnTo>
                  <a:lnTo>
                    <a:pt x="636015" y="85852"/>
                  </a:lnTo>
                  <a:lnTo>
                    <a:pt x="636396" y="85598"/>
                  </a:lnTo>
                  <a:lnTo>
                    <a:pt x="636566" y="85344"/>
                  </a:lnTo>
                  <a:lnTo>
                    <a:pt x="636653" y="84582"/>
                  </a:lnTo>
                  <a:lnTo>
                    <a:pt x="636777" y="45720"/>
                  </a:lnTo>
                  <a:lnTo>
                    <a:pt x="639826" y="42164"/>
                  </a:lnTo>
                  <a:lnTo>
                    <a:pt x="642874" y="39497"/>
                  </a:lnTo>
                  <a:lnTo>
                    <a:pt x="647863" y="36322"/>
                  </a:lnTo>
                  <a:lnTo>
                    <a:pt x="635761" y="36322"/>
                  </a:lnTo>
                  <a:lnTo>
                    <a:pt x="635698" y="28575"/>
                  </a:lnTo>
                  <a:lnTo>
                    <a:pt x="635571" y="28321"/>
                  </a:lnTo>
                  <a:lnTo>
                    <a:pt x="635000" y="27686"/>
                  </a:lnTo>
                  <a:lnTo>
                    <a:pt x="634364" y="27305"/>
                  </a:lnTo>
                  <a:close/>
                </a:path>
                <a:path w="678179" h="87630">
                  <a:moveTo>
                    <a:pt x="675131" y="35179"/>
                  </a:moveTo>
                  <a:lnTo>
                    <a:pt x="656843" y="35179"/>
                  </a:lnTo>
                  <a:lnTo>
                    <a:pt x="658113" y="35433"/>
                  </a:lnTo>
                  <a:lnTo>
                    <a:pt x="659214" y="35941"/>
                  </a:lnTo>
                  <a:lnTo>
                    <a:pt x="660095" y="36322"/>
                  </a:lnTo>
                  <a:lnTo>
                    <a:pt x="661415" y="36830"/>
                  </a:lnTo>
                  <a:lnTo>
                    <a:pt x="662812" y="37973"/>
                  </a:lnTo>
                  <a:lnTo>
                    <a:pt x="667003" y="48895"/>
                  </a:lnTo>
                  <a:lnTo>
                    <a:pt x="667003" y="84836"/>
                  </a:lnTo>
                  <a:lnTo>
                    <a:pt x="667257" y="85344"/>
                  </a:lnTo>
                  <a:lnTo>
                    <a:pt x="667765" y="85852"/>
                  </a:lnTo>
                  <a:lnTo>
                    <a:pt x="677544" y="85852"/>
                  </a:lnTo>
                  <a:lnTo>
                    <a:pt x="677799" y="85598"/>
                  </a:lnTo>
                  <a:lnTo>
                    <a:pt x="677926" y="85344"/>
                  </a:lnTo>
                  <a:lnTo>
                    <a:pt x="678179" y="85344"/>
                  </a:lnTo>
                  <a:lnTo>
                    <a:pt x="678067" y="45720"/>
                  </a:lnTo>
                  <a:lnTo>
                    <a:pt x="675258" y="35433"/>
                  </a:lnTo>
                  <a:lnTo>
                    <a:pt x="675131" y="35179"/>
                  </a:lnTo>
                  <a:close/>
                </a:path>
                <a:path w="678179" h="87630">
                  <a:moveTo>
                    <a:pt x="660400" y="26162"/>
                  </a:moveTo>
                  <a:lnTo>
                    <a:pt x="652906" y="26162"/>
                  </a:lnTo>
                  <a:lnTo>
                    <a:pt x="649477" y="27050"/>
                  </a:lnTo>
                  <a:lnTo>
                    <a:pt x="646049" y="28575"/>
                  </a:lnTo>
                  <a:lnTo>
                    <a:pt x="642619" y="30225"/>
                  </a:lnTo>
                  <a:lnTo>
                    <a:pt x="639190" y="32766"/>
                  </a:lnTo>
                  <a:lnTo>
                    <a:pt x="635761" y="36322"/>
                  </a:lnTo>
                  <a:lnTo>
                    <a:pt x="647863" y="36322"/>
                  </a:lnTo>
                  <a:lnTo>
                    <a:pt x="648461" y="35941"/>
                  </a:lnTo>
                  <a:lnTo>
                    <a:pt x="650856" y="35179"/>
                  </a:lnTo>
                  <a:lnTo>
                    <a:pt x="675131" y="35179"/>
                  </a:lnTo>
                  <a:lnTo>
                    <a:pt x="673353" y="33147"/>
                  </a:lnTo>
                  <a:lnTo>
                    <a:pt x="671702" y="30987"/>
                  </a:lnTo>
                  <a:lnTo>
                    <a:pt x="669416" y="29337"/>
                  </a:lnTo>
                  <a:lnTo>
                    <a:pt x="663828" y="26797"/>
                  </a:lnTo>
                  <a:lnTo>
                    <a:pt x="660400" y="26162"/>
                  </a:lnTo>
                  <a:close/>
                </a:path>
                <a:path w="678179" h="87630">
                  <a:moveTo>
                    <a:pt x="632459" y="27050"/>
                  </a:moveTo>
                  <a:lnTo>
                    <a:pt x="628776" y="27050"/>
                  </a:lnTo>
                  <a:lnTo>
                    <a:pt x="627507" y="27305"/>
                  </a:lnTo>
                  <a:lnTo>
                    <a:pt x="633729" y="27305"/>
                  </a:lnTo>
                  <a:lnTo>
                    <a:pt x="632459" y="27050"/>
                  </a:lnTo>
                  <a:close/>
                </a:path>
              </a:pathLst>
            </a:custGeom>
            <a:solidFill>
              <a:srgbClr val="1F1F2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784463" y="3322192"/>
              <a:ext cx="1249552" cy="114274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074664" y="3309873"/>
              <a:ext cx="1348740" cy="603885"/>
            </a:xfrm>
            <a:custGeom>
              <a:avLst/>
              <a:gdLst/>
              <a:ahLst/>
              <a:cxnLst/>
              <a:rect l="l" t="t" r="r" b="b"/>
              <a:pathLst>
                <a:path w="1348740" h="603885">
                  <a:moveTo>
                    <a:pt x="1345945" y="0"/>
                  </a:moveTo>
                  <a:lnTo>
                    <a:pt x="6350" y="0"/>
                  </a:lnTo>
                  <a:lnTo>
                    <a:pt x="2794" y="0"/>
                  </a:lnTo>
                  <a:lnTo>
                    <a:pt x="0" y="2793"/>
                  </a:lnTo>
                  <a:lnTo>
                    <a:pt x="0" y="600709"/>
                  </a:lnTo>
                  <a:lnTo>
                    <a:pt x="2794" y="603503"/>
                  </a:lnTo>
                  <a:lnTo>
                    <a:pt x="1345945" y="603503"/>
                  </a:lnTo>
                  <a:lnTo>
                    <a:pt x="1348739" y="600709"/>
                  </a:lnTo>
                  <a:lnTo>
                    <a:pt x="1348739" y="2793"/>
                  </a:lnTo>
                  <a:lnTo>
                    <a:pt x="1345945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475349" y="3556126"/>
              <a:ext cx="551815" cy="150495"/>
            </a:xfrm>
            <a:custGeom>
              <a:avLst/>
              <a:gdLst/>
              <a:ahLst/>
              <a:cxnLst/>
              <a:rect l="l" t="t" r="r" b="b"/>
              <a:pathLst>
                <a:path w="551815" h="150495">
                  <a:moveTo>
                    <a:pt x="53085" y="118618"/>
                  </a:moveTo>
                  <a:lnTo>
                    <a:pt x="43942" y="118618"/>
                  </a:lnTo>
                  <a:lnTo>
                    <a:pt x="45974" y="118745"/>
                  </a:lnTo>
                  <a:lnTo>
                    <a:pt x="50926" y="118745"/>
                  </a:lnTo>
                  <a:lnTo>
                    <a:pt x="53085" y="118618"/>
                  </a:lnTo>
                  <a:close/>
                </a:path>
                <a:path w="551815" h="150495">
                  <a:moveTo>
                    <a:pt x="61468" y="24257"/>
                  </a:moveTo>
                  <a:lnTo>
                    <a:pt x="35432" y="24257"/>
                  </a:lnTo>
                  <a:lnTo>
                    <a:pt x="35432" y="115697"/>
                  </a:lnTo>
                  <a:lnTo>
                    <a:pt x="41782" y="118618"/>
                  </a:lnTo>
                  <a:lnTo>
                    <a:pt x="54991" y="118618"/>
                  </a:lnTo>
                  <a:lnTo>
                    <a:pt x="61468" y="115697"/>
                  </a:lnTo>
                  <a:lnTo>
                    <a:pt x="61468" y="24257"/>
                  </a:lnTo>
                  <a:close/>
                </a:path>
                <a:path w="551815" h="150495">
                  <a:moveTo>
                    <a:pt x="94487" y="5714"/>
                  </a:moveTo>
                  <a:lnTo>
                    <a:pt x="2412" y="5714"/>
                  </a:lnTo>
                  <a:lnTo>
                    <a:pt x="1904" y="6096"/>
                  </a:lnTo>
                  <a:lnTo>
                    <a:pt x="1524" y="6350"/>
                  </a:lnTo>
                  <a:lnTo>
                    <a:pt x="1142" y="6858"/>
                  </a:lnTo>
                  <a:lnTo>
                    <a:pt x="380" y="8382"/>
                  </a:lnTo>
                  <a:lnTo>
                    <a:pt x="253" y="9271"/>
                  </a:lnTo>
                  <a:lnTo>
                    <a:pt x="0" y="10540"/>
                  </a:lnTo>
                  <a:lnTo>
                    <a:pt x="0" y="19303"/>
                  </a:lnTo>
                  <a:lnTo>
                    <a:pt x="253" y="20447"/>
                  </a:lnTo>
                  <a:lnTo>
                    <a:pt x="380" y="21462"/>
                  </a:lnTo>
                  <a:lnTo>
                    <a:pt x="762" y="22098"/>
                  </a:lnTo>
                  <a:lnTo>
                    <a:pt x="1142" y="22860"/>
                  </a:lnTo>
                  <a:lnTo>
                    <a:pt x="1524" y="23368"/>
                  </a:lnTo>
                  <a:lnTo>
                    <a:pt x="1904" y="23749"/>
                  </a:lnTo>
                  <a:lnTo>
                    <a:pt x="2582" y="24257"/>
                  </a:lnTo>
                  <a:lnTo>
                    <a:pt x="94318" y="24257"/>
                  </a:lnTo>
                  <a:lnTo>
                    <a:pt x="95503" y="23368"/>
                  </a:lnTo>
                  <a:lnTo>
                    <a:pt x="95884" y="22860"/>
                  </a:lnTo>
                  <a:lnTo>
                    <a:pt x="96139" y="22098"/>
                  </a:lnTo>
                  <a:lnTo>
                    <a:pt x="96520" y="21462"/>
                  </a:lnTo>
                  <a:lnTo>
                    <a:pt x="96774" y="20447"/>
                  </a:lnTo>
                  <a:lnTo>
                    <a:pt x="96900" y="19303"/>
                  </a:lnTo>
                  <a:lnTo>
                    <a:pt x="97154" y="18161"/>
                  </a:lnTo>
                  <a:lnTo>
                    <a:pt x="97154" y="11811"/>
                  </a:lnTo>
                  <a:lnTo>
                    <a:pt x="96900" y="10540"/>
                  </a:lnTo>
                  <a:lnTo>
                    <a:pt x="96774" y="9271"/>
                  </a:lnTo>
                  <a:lnTo>
                    <a:pt x="96520" y="8382"/>
                  </a:lnTo>
                  <a:lnTo>
                    <a:pt x="96139" y="7620"/>
                  </a:lnTo>
                  <a:lnTo>
                    <a:pt x="95884" y="6858"/>
                  </a:lnTo>
                  <a:lnTo>
                    <a:pt x="95503" y="6350"/>
                  </a:lnTo>
                  <a:lnTo>
                    <a:pt x="94996" y="6096"/>
                  </a:lnTo>
                  <a:lnTo>
                    <a:pt x="94487" y="5714"/>
                  </a:lnTo>
                  <a:close/>
                </a:path>
                <a:path w="551815" h="150495">
                  <a:moveTo>
                    <a:pt x="121539" y="34671"/>
                  </a:moveTo>
                  <a:lnTo>
                    <a:pt x="103885" y="34671"/>
                  </a:lnTo>
                  <a:lnTo>
                    <a:pt x="102870" y="35051"/>
                  </a:lnTo>
                  <a:lnTo>
                    <a:pt x="101980" y="35306"/>
                  </a:lnTo>
                  <a:lnTo>
                    <a:pt x="101346" y="35687"/>
                  </a:lnTo>
                  <a:lnTo>
                    <a:pt x="100965" y="36068"/>
                  </a:lnTo>
                  <a:lnTo>
                    <a:pt x="100583" y="36575"/>
                  </a:lnTo>
                  <a:lnTo>
                    <a:pt x="100456" y="91059"/>
                  </a:lnTo>
                  <a:lnTo>
                    <a:pt x="100965" y="96012"/>
                  </a:lnTo>
                  <a:lnTo>
                    <a:pt x="102107" y="99949"/>
                  </a:lnTo>
                  <a:lnTo>
                    <a:pt x="103124" y="104012"/>
                  </a:lnTo>
                  <a:lnTo>
                    <a:pt x="126619" y="120268"/>
                  </a:lnTo>
                  <a:lnTo>
                    <a:pt x="137922" y="120268"/>
                  </a:lnTo>
                  <a:lnTo>
                    <a:pt x="143128" y="119125"/>
                  </a:lnTo>
                  <a:lnTo>
                    <a:pt x="148208" y="116712"/>
                  </a:lnTo>
                  <a:lnTo>
                    <a:pt x="153161" y="114427"/>
                  </a:lnTo>
                  <a:lnTo>
                    <a:pt x="158115" y="110998"/>
                  </a:lnTo>
                  <a:lnTo>
                    <a:pt x="162941" y="106299"/>
                  </a:lnTo>
                  <a:lnTo>
                    <a:pt x="184150" y="106299"/>
                  </a:lnTo>
                  <a:lnTo>
                    <a:pt x="184150" y="101218"/>
                  </a:lnTo>
                  <a:lnTo>
                    <a:pt x="137414" y="101218"/>
                  </a:lnTo>
                  <a:lnTo>
                    <a:pt x="135254" y="100711"/>
                  </a:lnTo>
                  <a:lnTo>
                    <a:pt x="124968" y="36575"/>
                  </a:lnTo>
                  <a:lnTo>
                    <a:pt x="124586" y="36068"/>
                  </a:lnTo>
                  <a:lnTo>
                    <a:pt x="124078" y="35687"/>
                  </a:lnTo>
                  <a:lnTo>
                    <a:pt x="123444" y="35306"/>
                  </a:lnTo>
                  <a:lnTo>
                    <a:pt x="122554" y="35051"/>
                  </a:lnTo>
                  <a:lnTo>
                    <a:pt x="121539" y="34671"/>
                  </a:lnTo>
                  <a:close/>
                </a:path>
                <a:path w="551815" h="150495">
                  <a:moveTo>
                    <a:pt x="178689" y="118491"/>
                  </a:moveTo>
                  <a:lnTo>
                    <a:pt x="168401" y="118491"/>
                  </a:lnTo>
                  <a:lnTo>
                    <a:pt x="169672" y="118745"/>
                  </a:lnTo>
                  <a:lnTo>
                    <a:pt x="177292" y="118745"/>
                  </a:lnTo>
                  <a:lnTo>
                    <a:pt x="178689" y="118491"/>
                  </a:lnTo>
                  <a:close/>
                </a:path>
                <a:path w="551815" h="150495">
                  <a:moveTo>
                    <a:pt x="184150" y="106299"/>
                  </a:moveTo>
                  <a:lnTo>
                    <a:pt x="162941" y="106299"/>
                  </a:lnTo>
                  <a:lnTo>
                    <a:pt x="162941" y="115824"/>
                  </a:lnTo>
                  <a:lnTo>
                    <a:pt x="163385" y="116712"/>
                  </a:lnTo>
                  <a:lnTo>
                    <a:pt x="163449" y="116840"/>
                  </a:lnTo>
                  <a:lnTo>
                    <a:pt x="163829" y="117221"/>
                  </a:lnTo>
                  <a:lnTo>
                    <a:pt x="164337" y="117602"/>
                  </a:lnTo>
                  <a:lnTo>
                    <a:pt x="165100" y="117856"/>
                  </a:lnTo>
                  <a:lnTo>
                    <a:pt x="165989" y="118237"/>
                  </a:lnTo>
                  <a:lnTo>
                    <a:pt x="168020" y="118491"/>
                  </a:lnTo>
                  <a:lnTo>
                    <a:pt x="179070" y="118491"/>
                  </a:lnTo>
                  <a:lnTo>
                    <a:pt x="181101" y="118237"/>
                  </a:lnTo>
                  <a:lnTo>
                    <a:pt x="181991" y="117856"/>
                  </a:lnTo>
                  <a:lnTo>
                    <a:pt x="182752" y="117602"/>
                  </a:lnTo>
                  <a:lnTo>
                    <a:pt x="183387" y="117221"/>
                  </a:lnTo>
                  <a:lnTo>
                    <a:pt x="183642" y="116840"/>
                  </a:lnTo>
                  <a:lnTo>
                    <a:pt x="184023" y="116331"/>
                  </a:lnTo>
                  <a:lnTo>
                    <a:pt x="184150" y="106299"/>
                  </a:lnTo>
                  <a:close/>
                </a:path>
                <a:path w="551815" h="150495">
                  <a:moveTo>
                    <a:pt x="180721" y="34671"/>
                  </a:moveTo>
                  <a:lnTo>
                    <a:pt x="163068" y="34671"/>
                  </a:lnTo>
                  <a:lnTo>
                    <a:pt x="162051" y="35051"/>
                  </a:lnTo>
                  <a:lnTo>
                    <a:pt x="161162" y="35306"/>
                  </a:lnTo>
                  <a:lnTo>
                    <a:pt x="160400" y="35687"/>
                  </a:lnTo>
                  <a:lnTo>
                    <a:pt x="160147" y="36068"/>
                  </a:lnTo>
                  <a:lnTo>
                    <a:pt x="159766" y="36575"/>
                  </a:lnTo>
                  <a:lnTo>
                    <a:pt x="159511" y="37084"/>
                  </a:lnTo>
                  <a:lnTo>
                    <a:pt x="159511" y="89281"/>
                  </a:lnTo>
                  <a:lnTo>
                    <a:pt x="155955" y="93091"/>
                  </a:lnTo>
                  <a:lnTo>
                    <a:pt x="152526" y="96139"/>
                  </a:lnTo>
                  <a:lnTo>
                    <a:pt x="146176" y="100203"/>
                  </a:lnTo>
                  <a:lnTo>
                    <a:pt x="143001" y="101218"/>
                  </a:lnTo>
                  <a:lnTo>
                    <a:pt x="184150" y="101218"/>
                  </a:lnTo>
                  <a:lnTo>
                    <a:pt x="184150" y="37084"/>
                  </a:lnTo>
                  <a:lnTo>
                    <a:pt x="183896" y="36575"/>
                  </a:lnTo>
                  <a:lnTo>
                    <a:pt x="183515" y="36068"/>
                  </a:lnTo>
                  <a:lnTo>
                    <a:pt x="183133" y="35687"/>
                  </a:lnTo>
                  <a:lnTo>
                    <a:pt x="182499" y="35306"/>
                  </a:lnTo>
                  <a:lnTo>
                    <a:pt x="181609" y="35051"/>
                  </a:lnTo>
                  <a:lnTo>
                    <a:pt x="180721" y="34671"/>
                  </a:lnTo>
                  <a:close/>
                </a:path>
                <a:path w="551815" h="150495">
                  <a:moveTo>
                    <a:pt x="118745" y="34289"/>
                  </a:moveTo>
                  <a:lnTo>
                    <a:pt x="106806" y="34289"/>
                  </a:lnTo>
                  <a:lnTo>
                    <a:pt x="104330" y="34671"/>
                  </a:lnTo>
                  <a:lnTo>
                    <a:pt x="121030" y="34671"/>
                  </a:lnTo>
                  <a:lnTo>
                    <a:pt x="118745" y="34289"/>
                  </a:lnTo>
                  <a:close/>
                </a:path>
                <a:path w="551815" h="150495">
                  <a:moveTo>
                    <a:pt x="177800" y="34289"/>
                  </a:moveTo>
                  <a:lnTo>
                    <a:pt x="165861" y="34289"/>
                  </a:lnTo>
                  <a:lnTo>
                    <a:pt x="163385" y="34671"/>
                  </a:lnTo>
                  <a:lnTo>
                    <a:pt x="180276" y="34671"/>
                  </a:lnTo>
                  <a:lnTo>
                    <a:pt x="177800" y="34289"/>
                  </a:lnTo>
                  <a:close/>
                </a:path>
                <a:path w="551815" h="150495">
                  <a:moveTo>
                    <a:pt x="227456" y="34671"/>
                  </a:moveTo>
                  <a:lnTo>
                    <a:pt x="212217" y="34671"/>
                  </a:lnTo>
                  <a:lnTo>
                    <a:pt x="211327" y="35051"/>
                  </a:lnTo>
                  <a:lnTo>
                    <a:pt x="210566" y="35306"/>
                  </a:lnTo>
                  <a:lnTo>
                    <a:pt x="209930" y="35687"/>
                  </a:lnTo>
                  <a:lnTo>
                    <a:pt x="209486" y="36195"/>
                  </a:lnTo>
                  <a:lnTo>
                    <a:pt x="209296" y="36575"/>
                  </a:lnTo>
                  <a:lnTo>
                    <a:pt x="209296" y="116331"/>
                  </a:lnTo>
                  <a:lnTo>
                    <a:pt x="209676" y="116840"/>
                  </a:lnTo>
                  <a:lnTo>
                    <a:pt x="210057" y="117221"/>
                  </a:lnTo>
                  <a:lnTo>
                    <a:pt x="210820" y="117602"/>
                  </a:lnTo>
                  <a:lnTo>
                    <a:pt x="211708" y="117856"/>
                  </a:lnTo>
                  <a:lnTo>
                    <a:pt x="212725" y="118237"/>
                  </a:lnTo>
                  <a:lnTo>
                    <a:pt x="215519" y="118491"/>
                  </a:lnTo>
                  <a:lnTo>
                    <a:pt x="217043" y="118745"/>
                  </a:lnTo>
                  <a:lnTo>
                    <a:pt x="225932" y="118745"/>
                  </a:lnTo>
                  <a:lnTo>
                    <a:pt x="227456" y="118491"/>
                  </a:lnTo>
                  <a:lnTo>
                    <a:pt x="227838" y="118491"/>
                  </a:lnTo>
                  <a:lnTo>
                    <a:pt x="230377" y="118237"/>
                  </a:lnTo>
                  <a:lnTo>
                    <a:pt x="231267" y="117856"/>
                  </a:lnTo>
                  <a:lnTo>
                    <a:pt x="232282" y="117602"/>
                  </a:lnTo>
                  <a:lnTo>
                    <a:pt x="232918" y="117221"/>
                  </a:lnTo>
                  <a:lnTo>
                    <a:pt x="233299" y="116840"/>
                  </a:lnTo>
                  <a:lnTo>
                    <a:pt x="233679" y="116331"/>
                  </a:lnTo>
                  <a:lnTo>
                    <a:pt x="233933" y="115824"/>
                  </a:lnTo>
                  <a:lnTo>
                    <a:pt x="233933" y="63627"/>
                  </a:lnTo>
                  <a:lnTo>
                    <a:pt x="237248" y="59943"/>
                  </a:lnTo>
                  <a:lnTo>
                    <a:pt x="240792" y="56768"/>
                  </a:lnTo>
                  <a:lnTo>
                    <a:pt x="246943" y="52831"/>
                  </a:lnTo>
                  <a:lnTo>
                    <a:pt x="246745" y="52831"/>
                  </a:lnTo>
                  <a:lnTo>
                    <a:pt x="250317" y="51689"/>
                  </a:lnTo>
                  <a:lnTo>
                    <a:pt x="290916" y="51689"/>
                  </a:lnTo>
                  <a:lnTo>
                    <a:pt x="290195" y="48895"/>
                  </a:lnTo>
                  <a:lnTo>
                    <a:pt x="288970" y="46609"/>
                  </a:lnTo>
                  <a:lnTo>
                    <a:pt x="230250" y="46609"/>
                  </a:lnTo>
                  <a:lnTo>
                    <a:pt x="230124" y="36575"/>
                  </a:lnTo>
                  <a:lnTo>
                    <a:pt x="229489" y="35687"/>
                  </a:lnTo>
                  <a:lnTo>
                    <a:pt x="228853" y="35306"/>
                  </a:lnTo>
                  <a:lnTo>
                    <a:pt x="228219" y="35051"/>
                  </a:lnTo>
                  <a:lnTo>
                    <a:pt x="227456" y="34671"/>
                  </a:lnTo>
                  <a:close/>
                </a:path>
                <a:path w="551815" h="150495">
                  <a:moveTo>
                    <a:pt x="286639" y="118491"/>
                  </a:moveTo>
                  <a:lnTo>
                    <a:pt x="274574" y="118491"/>
                  </a:lnTo>
                  <a:lnTo>
                    <a:pt x="276225" y="118745"/>
                  </a:lnTo>
                  <a:lnTo>
                    <a:pt x="284987" y="118745"/>
                  </a:lnTo>
                  <a:lnTo>
                    <a:pt x="286639" y="118491"/>
                  </a:lnTo>
                  <a:close/>
                </a:path>
                <a:path w="551815" h="150495">
                  <a:moveTo>
                    <a:pt x="290916" y="51689"/>
                  </a:moveTo>
                  <a:lnTo>
                    <a:pt x="256031" y="51689"/>
                  </a:lnTo>
                  <a:lnTo>
                    <a:pt x="258191" y="52197"/>
                  </a:lnTo>
                  <a:lnTo>
                    <a:pt x="259969" y="52959"/>
                  </a:lnTo>
                  <a:lnTo>
                    <a:pt x="268224" y="67183"/>
                  </a:lnTo>
                  <a:lnTo>
                    <a:pt x="268224" y="115824"/>
                  </a:lnTo>
                  <a:lnTo>
                    <a:pt x="268477" y="116331"/>
                  </a:lnTo>
                  <a:lnTo>
                    <a:pt x="268858" y="116840"/>
                  </a:lnTo>
                  <a:lnTo>
                    <a:pt x="269240" y="117221"/>
                  </a:lnTo>
                  <a:lnTo>
                    <a:pt x="269875" y="117602"/>
                  </a:lnTo>
                  <a:lnTo>
                    <a:pt x="270764" y="117856"/>
                  </a:lnTo>
                  <a:lnTo>
                    <a:pt x="271779" y="118237"/>
                  </a:lnTo>
                  <a:lnTo>
                    <a:pt x="274065" y="118491"/>
                  </a:lnTo>
                  <a:lnTo>
                    <a:pt x="286893" y="118491"/>
                  </a:lnTo>
                  <a:lnTo>
                    <a:pt x="289432" y="118237"/>
                  </a:lnTo>
                  <a:lnTo>
                    <a:pt x="290322" y="117856"/>
                  </a:lnTo>
                  <a:lnTo>
                    <a:pt x="291337" y="117602"/>
                  </a:lnTo>
                  <a:lnTo>
                    <a:pt x="291973" y="117221"/>
                  </a:lnTo>
                  <a:lnTo>
                    <a:pt x="292353" y="116840"/>
                  </a:lnTo>
                  <a:lnTo>
                    <a:pt x="292734" y="116331"/>
                  </a:lnTo>
                  <a:lnTo>
                    <a:pt x="292989" y="115824"/>
                  </a:lnTo>
                  <a:lnTo>
                    <a:pt x="292989" y="61722"/>
                  </a:lnTo>
                  <a:lnTo>
                    <a:pt x="292353" y="56896"/>
                  </a:lnTo>
                  <a:lnTo>
                    <a:pt x="291246" y="52959"/>
                  </a:lnTo>
                  <a:lnTo>
                    <a:pt x="290916" y="51689"/>
                  </a:lnTo>
                  <a:close/>
                </a:path>
                <a:path w="551815" h="150495">
                  <a:moveTo>
                    <a:pt x="266700" y="32638"/>
                  </a:moveTo>
                  <a:lnTo>
                    <a:pt x="255270" y="32638"/>
                  </a:lnTo>
                  <a:lnTo>
                    <a:pt x="250062" y="33782"/>
                  </a:lnTo>
                  <a:lnTo>
                    <a:pt x="245109" y="36195"/>
                  </a:lnTo>
                  <a:lnTo>
                    <a:pt x="240029" y="38481"/>
                  </a:lnTo>
                  <a:lnTo>
                    <a:pt x="235076" y="41910"/>
                  </a:lnTo>
                  <a:lnTo>
                    <a:pt x="230250" y="46609"/>
                  </a:lnTo>
                  <a:lnTo>
                    <a:pt x="288970" y="46609"/>
                  </a:lnTo>
                  <a:lnTo>
                    <a:pt x="288290" y="45338"/>
                  </a:lnTo>
                  <a:lnTo>
                    <a:pt x="285750" y="42418"/>
                  </a:lnTo>
                  <a:lnTo>
                    <a:pt x="283336" y="39370"/>
                  </a:lnTo>
                  <a:lnTo>
                    <a:pt x="279907" y="36957"/>
                  </a:lnTo>
                  <a:lnTo>
                    <a:pt x="275844" y="35306"/>
                  </a:lnTo>
                  <a:lnTo>
                    <a:pt x="271779" y="33527"/>
                  </a:lnTo>
                  <a:lnTo>
                    <a:pt x="266700" y="32638"/>
                  </a:lnTo>
                  <a:close/>
                </a:path>
                <a:path w="551815" h="150495">
                  <a:moveTo>
                    <a:pt x="224917" y="34289"/>
                  </a:moveTo>
                  <a:lnTo>
                    <a:pt x="214629" y="34289"/>
                  </a:lnTo>
                  <a:lnTo>
                    <a:pt x="212725" y="34671"/>
                  </a:lnTo>
                  <a:lnTo>
                    <a:pt x="227012" y="34671"/>
                  </a:lnTo>
                  <a:lnTo>
                    <a:pt x="224917" y="34289"/>
                  </a:lnTo>
                  <a:close/>
                </a:path>
                <a:path w="551815" h="150495">
                  <a:moveTo>
                    <a:pt x="337311" y="34544"/>
                  </a:moveTo>
                  <a:lnTo>
                    <a:pt x="322199" y="34544"/>
                  </a:lnTo>
                  <a:lnTo>
                    <a:pt x="320928" y="34798"/>
                  </a:lnTo>
                  <a:lnTo>
                    <a:pt x="319912" y="35178"/>
                  </a:lnTo>
                  <a:lnTo>
                    <a:pt x="319024" y="35433"/>
                  </a:lnTo>
                  <a:lnTo>
                    <a:pt x="318261" y="35813"/>
                  </a:lnTo>
                  <a:lnTo>
                    <a:pt x="317880" y="36322"/>
                  </a:lnTo>
                  <a:lnTo>
                    <a:pt x="317500" y="36702"/>
                  </a:lnTo>
                  <a:lnTo>
                    <a:pt x="317500" y="116331"/>
                  </a:lnTo>
                  <a:lnTo>
                    <a:pt x="317880" y="116840"/>
                  </a:lnTo>
                  <a:lnTo>
                    <a:pt x="318261" y="117221"/>
                  </a:lnTo>
                  <a:lnTo>
                    <a:pt x="319024" y="117602"/>
                  </a:lnTo>
                  <a:lnTo>
                    <a:pt x="319912" y="117856"/>
                  </a:lnTo>
                  <a:lnTo>
                    <a:pt x="320928" y="118237"/>
                  </a:lnTo>
                  <a:lnTo>
                    <a:pt x="323723" y="118491"/>
                  </a:lnTo>
                  <a:lnTo>
                    <a:pt x="325247" y="118745"/>
                  </a:lnTo>
                  <a:lnTo>
                    <a:pt x="334136" y="118745"/>
                  </a:lnTo>
                  <a:lnTo>
                    <a:pt x="335660" y="118491"/>
                  </a:lnTo>
                  <a:lnTo>
                    <a:pt x="336042" y="118491"/>
                  </a:lnTo>
                  <a:lnTo>
                    <a:pt x="338581" y="118237"/>
                  </a:lnTo>
                  <a:lnTo>
                    <a:pt x="339471" y="117856"/>
                  </a:lnTo>
                  <a:lnTo>
                    <a:pt x="340486" y="117602"/>
                  </a:lnTo>
                  <a:lnTo>
                    <a:pt x="341122" y="117221"/>
                  </a:lnTo>
                  <a:lnTo>
                    <a:pt x="341502" y="116840"/>
                  </a:lnTo>
                  <a:lnTo>
                    <a:pt x="341883" y="116331"/>
                  </a:lnTo>
                  <a:lnTo>
                    <a:pt x="342137" y="115824"/>
                  </a:lnTo>
                  <a:lnTo>
                    <a:pt x="342137" y="37211"/>
                  </a:lnTo>
                  <a:lnTo>
                    <a:pt x="341883" y="36702"/>
                  </a:lnTo>
                  <a:lnTo>
                    <a:pt x="341502" y="36322"/>
                  </a:lnTo>
                  <a:lnTo>
                    <a:pt x="341122" y="35813"/>
                  </a:lnTo>
                  <a:lnTo>
                    <a:pt x="340486" y="35433"/>
                  </a:lnTo>
                  <a:lnTo>
                    <a:pt x="339471" y="35178"/>
                  </a:lnTo>
                  <a:lnTo>
                    <a:pt x="338581" y="34798"/>
                  </a:lnTo>
                  <a:lnTo>
                    <a:pt x="337311" y="34544"/>
                  </a:lnTo>
                  <a:close/>
                </a:path>
                <a:path w="551815" h="150495">
                  <a:moveTo>
                    <a:pt x="334136" y="34162"/>
                  </a:moveTo>
                  <a:lnTo>
                    <a:pt x="325247" y="34162"/>
                  </a:lnTo>
                  <a:lnTo>
                    <a:pt x="322961" y="34544"/>
                  </a:lnTo>
                  <a:lnTo>
                    <a:pt x="336422" y="34544"/>
                  </a:lnTo>
                  <a:lnTo>
                    <a:pt x="334136" y="34162"/>
                  </a:lnTo>
                  <a:close/>
                </a:path>
                <a:path w="551815" h="150495">
                  <a:moveTo>
                    <a:pt x="335279" y="0"/>
                  </a:moveTo>
                  <a:lnTo>
                    <a:pt x="324230" y="0"/>
                  </a:lnTo>
                  <a:lnTo>
                    <a:pt x="320421" y="888"/>
                  </a:lnTo>
                  <a:lnTo>
                    <a:pt x="316483" y="4318"/>
                  </a:lnTo>
                  <a:lnTo>
                    <a:pt x="315552" y="7112"/>
                  </a:lnTo>
                  <a:lnTo>
                    <a:pt x="315468" y="16001"/>
                  </a:lnTo>
                  <a:lnTo>
                    <a:pt x="316483" y="18923"/>
                  </a:lnTo>
                  <a:lnTo>
                    <a:pt x="320294" y="22225"/>
                  </a:lnTo>
                  <a:lnTo>
                    <a:pt x="324103" y="22987"/>
                  </a:lnTo>
                  <a:lnTo>
                    <a:pt x="335152" y="22987"/>
                  </a:lnTo>
                  <a:lnTo>
                    <a:pt x="338418" y="22225"/>
                  </a:lnTo>
                  <a:lnTo>
                    <a:pt x="338806" y="22225"/>
                  </a:lnTo>
                  <a:lnTo>
                    <a:pt x="342870" y="18923"/>
                  </a:lnTo>
                  <a:lnTo>
                    <a:pt x="343958" y="16001"/>
                  </a:lnTo>
                  <a:lnTo>
                    <a:pt x="344043" y="7112"/>
                  </a:lnTo>
                  <a:lnTo>
                    <a:pt x="343071" y="4318"/>
                  </a:lnTo>
                  <a:lnTo>
                    <a:pt x="343026" y="4190"/>
                  </a:lnTo>
                  <a:lnTo>
                    <a:pt x="340995" y="2539"/>
                  </a:lnTo>
                  <a:lnTo>
                    <a:pt x="339090" y="888"/>
                  </a:lnTo>
                  <a:lnTo>
                    <a:pt x="335279" y="0"/>
                  </a:lnTo>
                  <a:close/>
                </a:path>
                <a:path w="551815" h="150495">
                  <a:moveTo>
                    <a:pt x="384428" y="34671"/>
                  </a:moveTo>
                  <a:lnTo>
                    <a:pt x="369189" y="34671"/>
                  </a:lnTo>
                  <a:lnTo>
                    <a:pt x="368300" y="35051"/>
                  </a:lnTo>
                  <a:lnTo>
                    <a:pt x="367537" y="35306"/>
                  </a:lnTo>
                  <a:lnTo>
                    <a:pt x="366902" y="35687"/>
                  </a:lnTo>
                  <a:lnTo>
                    <a:pt x="366458" y="36195"/>
                  </a:lnTo>
                  <a:lnTo>
                    <a:pt x="366268" y="36575"/>
                  </a:lnTo>
                  <a:lnTo>
                    <a:pt x="366268" y="116331"/>
                  </a:lnTo>
                  <a:lnTo>
                    <a:pt x="366649" y="116840"/>
                  </a:lnTo>
                  <a:lnTo>
                    <a:pt x="367029" y="117221"/>
                  </a:lnTo>
                  <a:lnTo>
                    <a:pt x="367792" y="117602"/>
                  </a:lnTo>
                  <a:lnTo>
                    <a:pt x="368680" y="117856"/>
                  </a:lnTo>
                  <a:lnTo>
                    <a:pt x="369697" y="118237"/>
                  </a:lnTo>
                  <a:lnTo>
                    <a:pt x="372491" y="118491"/>
                  </a:lnTo>
                  <a:lnTo>
                    <a:pt x="374015" y="118745"/>
                  </a:lnTo>
                  <a:lnTo>
                    <a:pt x="382904" y="118745"/>
                  </a:lnTo>
                  <a:lnTo>
                    <a:pt x="384428" y="118491"/>
                  </a:lnTo>
                  <a:lnTo>
                    <a:pt x="384810" y="118491"/>
                  </a:lnTo>
                  <a:lnTo>
                    <a:pt x="387350" y="118237"/>
                  </a:lnTo>
                  <a:lnTo>
                    <a:pt x="388239" y="117856"/>
                  </a:lnTo>
                  <a:lnTo>
                    <a:pt x="389254" y="117602"/>
                  </a:lnTo>
                  <a:lnTo>
                    <a:pt x="389890" y="117221"/>
                  </a:lnTo>
                  <a:lnTo>
                    <a:pt x="390271" y="116840"/>
                  </a:lnTo>
                  <a:lnTo>
                    <a:pt x="390651" y="116331"/>
                  </a:lnTo>
                  <a:lnTo>
                    <a:pt x="390905" y="115824"/>
                  </a:lnTo>
                  <a:lnTo>
                    <a:pt x="390905" y="63627"/>
                  </a:lnTo>
                  <a:lnTo>
                    <a:pt x="394220" y="59943"/>
                  </a:lnTo>
                  <a:lnTo>
                    <a:pt x="397764" y="56768"/>
                  </a:lnTo>
                  <a:lnTo>
                    <a:pt x="403915" y="52831"/>
                  </a:lnTo>
                  <a:lnTo>
                    <a:pt x="403717" y="52831"/>
                  </a:lnTo>
                  <a:lnTo>
                    <a:pt x="407289" y="51689"/>
                  </a:lnTo>
                  <a:lnTo>
                    <a:pt x="447888" y="51689"/>
                  </a:lnTo>
                  <a:lnTo>
                    <a:pt x="447167" y="48895"/>
                  </a:lnTo>
                  <a:lnTo>
                    <a:pt x="445942" y="46609"/>
                  </a:lnTo>
                  <a:lnTo>
                    <a:pt x="387223" y="46609"/>
                  </a:lnTo>
                  <a:lnTo>
                    <a:pt x="387096" y="36575"/>
                  </a:lnTo>
                  <a:lnTo>
                    <a:pt x="386460" y="35687"/>
                  </a:lnTo>
                  <a:lnTo>
                    <a:pt x="385825" y="35306"/>
                  </a:lnTo>
                  <a:lnTo>
                    <a:pt x="385191" y="35051"/>
                  </a:lnTo>
                  <a:lnTo>
                    <a:pt x="384428" y="34671"/>
                  </a:lnTo>
                  <a:close/>
                </a:path>
                <a:path w="551815" h="150495">
                  <a:moveTo>
                    <a:pt x="443610" y="118491"/>
                  </a:moveTo>
                  <a:lnTo>
                    <a:pt x="431546" y="118491"/>
                  </a:lnTo>
                  <a:lnTo>
                    <a:pt x="433197" y="118745"/>
                  </a:lnTo>
                  <a:lnTo>
                    <a:pt x="441959" y="118745"/>
                  </a:lnTo>
                  <a:lnTo>
                    <a:pt x="443610" y="118491"/>
                  </a:lnTo>
                  <a:close/>
                </a:path>
                <a:path w="551815" h="150495">
                  <a:moveTo>
                    <a:pt x="447888" y="51689"/>
                  </a:moveTo>
                  <a:lnTo>
                    <a:pt x="413003" y="51689"/>
                  </a:lnTo>
                  <a:lnTo>
                    <a:pt x="415162" y="52197"/>
                  </a:lnTo>
                  <a:lnTo>
                    <a:pt x="416941" y="52959"/>
                  </a:lnTo>
                  <a:lnTo>
                    <a:pt x="425196" y="67183"/>
                  </a:lnTo>
                  <a:lnTo>
                    <a:pt x="425196" y="115824"/>
                  </a:lnTo>
                  <a:lnTo>
                    <a:pt x="425450" y="116331"/>
                  </a:lnTo>
                  <a:lnTo>
                    <a:pt x="425830" y="116840"/>
                  </a:lnTo>
                  <a:lnTo>
                    <a:pt x="426211" y="117221"/>
                  </a:lnTo>
                  <a:lnTo>
                    <a:pt x="426847" y="117602"/>
                  </a:lnTo>
                  <a:lnTo>
                    <a:pt x="427735" y="117856"/>
                  </a:lnTo>
                  <a:lnTo>
                    <a:pt x="428751" y="118237"/>
                  </a:lnTo>
                  <a:lnTo>
                    <a:pt x="431037" y="118491"/>
                  </a:lnTo>
                  <a:lnTo>
                    <a:pt x="443865" y="118491"/>
                  </a:lnTo>
                  <a:lnTo>
                    <a:pt x="446404" y="118237"/>
                  </a:lnTo>
                  <a:lnTo>
                    <a:pt x="447294" y="117856"/>
                  </a:lnTo>
                  <a:lnTo>
                    <a:pt x="448309" y="117602"/>
                  </a:lnTo>
                  <a:lnTo>
                    <a:pt x="448945" y="117221"/>
                  </a:lnTo>
                  <a:lnTo>
                    <a:pt x="449325" y="116840"/>
                  </a:lnTo>
                  <a:lnTo>
                    <a:pt x="449706" y="116331"/>
                  </a:lnTo>
                  <a:lnTo>
                    <a:pt x="449960" y="115824"/>
                  </a:lnTo>
                  <a:lnTo>
                    <a:pt x="449960" y="61722"/>
                  </a:lnTo>
                  <a:lnTo>
                    <a:pt x="449325" y="56896"/>
                  </a:lnTo>
                  <a:lnTo>
                    <a:pt x="448218" y="52959"/>
                  </a:lnTo>
                  <a:lnTo>
                    <a:pt x="447888" y="51689"/>
                  </a:lnTo>
                  <a:close/>
                </a:path>
                <a:path w="551815" h="150495">
                  <a:moveTo>
                    <a:pt x="423672" y="32638"/>
                  </a:moveTo>
                  <a:lnTo>
                    <a:pt x="412242" y="32638"/>
                  </a:lnTo>
                  <a:lnTo>
                    <a:pt x="407034" y="33782"/>
                  </a:lnTo>
                  <a:lnTo>
                    <a:pt x="402081" y="36195"/>
                  </a:lnTo>
                  <a:lnTo>
                    <a:pt x="397001" y="38481"/>
                  </a:lnTo>
                  <a:lnTo>
                    <a:pt x="392049" y="41910"/>
                  </a:lnTo>
                  <a:lnTo>
                    <a:pt x="387223" y="46609"/>
                  </a:lnTo>
                  <a:lnTo>
                    <a:pt x="445942" y="46609"/>
                  </a:lnTo>
                  <a:lnTo>
                    <a:pt x="445261" y="45338"/>
                  </a:lnTo>
                  <a:lnTo>
                    <a:pt x="442722" y="42418"/>
                  </a:lnTo>
                  <a:lnTo>
                    <a:pt x="440308" y="39370"/>
                  </a:lnTo>
                  <a:lnTo>
                    <a:pt x="436879" y="36957"/>
                  </a:lnTo>
                  <a:lnTo>
                    <a:pt x="432816" y="35306"/>
                  </a:lnTo>
                  <a:lnTo>
                    <a:pt x="428751" y="33527"/>
                  </a:lnTo>
                  <a:lnTo>
                    <a:pt x="423672" y="32638"/>
                  </a:lnTo>
                  <a:close/>
                </a:path>
                <a:path w="551815" h="150495">
                  <a:moveTo>
                    <a:pt x="381889" y="34289"/>
                  </a:moveTo>
                  <a:lnTo>
                    <a:pt x="371601" y="34289"/>
                  </a:lnTo>
                  <a:lnTo>
                    <a:pt x="369697" y="34671"/>
                  </a:lnTo>
                  <a:lnTo>
                    <a:pt x="383984" y="34671"/>
                  </a:lnTo>
                  <a:lnTo>
                    <a:pt x="381889" y="34289"/>
                  </a:lnTo>
                  <a:close/>
                </a:path>
                <a:path w="551815" h="150495">
                  <a:moveTo>
                    <a:pt x="510667" y="33147"/>
                  </a:moveTo>
                  <a:lnTo>
                    <a:pt x="499008" y="33147"/>
                  </a:lnTo>
                  <a:lnTo>
                    <a:pt x="495046" y="33655"/>
                  </a:lnTo>
                  <a:lnTo>
                    <a:pt x="490600" y="34925"/>
                  </a:lnTo>
                  <a:lnTo>
                    <a:pt x="486155" y="36322"/>
                  </a:lnTo>
                  <a:lnTo>
                    <a:pt x="482219" y="38100"/>
                  </a:lnTo>
                  <a:lnTo>
                    <a:pt x="479044" y="40639"/>
                  </a:lnTo>
                  <a:lnTo>
                    <a:pt x="475869" y="43052"/>
                  </a:lnTo>
                  <a:lnTo>
                    <a:pt x="473328" y="46100"/>
                  </a:lnTo>
                  <a:lnTo>
                    <a:pt x="469773" y="53212"/>
                  </a:lnTo>
                  <a:lnTo>
                    <a:pt x="468911" y="57150"/>
                  </a:lnTo>
                  <a:lnTo>
                    <a:pt x="468952" y="66421"/>
                  </a:lnTo>
                  <a:lnTo>
                    <a:pt x="469382" y="68834"/>
                  </a:lnTo>
                  <a:lnTo>
                    <a:pt x="469473" y="69342"/>
                  </a:lnTo>
                  <a:lnTo>
                    <a:pt x="469519" y="69596"/>
                  </a:lnTo>
                  <a:lnTo>
                    <a:pt x="470916" y="72390"/>
                  </a:lnTo>
                  <a:lnTo>
                    <a:pt x="472312" y="75311"/>
                  </a:lnTo>
                  <a:lnTo>
                    <a:pt x="474091" y="77724"/>
                  </a:lnTo>
                  <a:lnTo>
                    <a:pt x="476376" y="79756"/>
                  </a:lnTo>
                  <a:lnTo>
                    <a:pt x="473582" y="82042"/>
                  </a:lnTo>
                  <a:lnTo>
                    <a:pt x="471297" y="84581"/>
                  </a:lnTo>
                  <a:lnTo>
                    <a:pt x="467741" y="90170"/>
                  </a:lnTo>
                  <a:lnTo>
                    <a:pt x="466851" y="93345"/>
                  </a:lnTo>
                  <a:lnTo>
                    <a:pt x="466928" y="99695"/>
                  </a:lnTo>
                  <a:lnTo>
                    <a:pt x="467614" y="101981"/>
                  </a:lnTo>
                  <a:lnTo>
                    <a:pt x="470661" y="106553"/>
                  </a:lnTo>
                  <a:lnTo>
                    <a:pt x="472948" y="108331"/>
                  </a:lnTo>
                  <a:lnTo>
                    <a:pt x="475742" y="109728"/>
                  </a:lnTo>
                  <a:lnTo>
                    <a:pt x="473709" y="110998"/>
                  </a:lnTo>
                  <a:lnTo>
                    <a:pt x="471931" y="112395"/>
                  </a:lnTo>
                  <a:lnTo>
                    <a:pt x="468756" y="115316"/>
                  </a:lnTo>
                  <a:lnTo>
                    <a:pt x="467359" y="116840"/>
                  </a:lnTo>
                  <a:lnTo>
                    <a:pt x="466344" y="118491"/>
                  </a:lnTo>
                  <a:lnTo>
                    <a:pt x="465296" y="119887"/>
                  </a:lnTo>
                  <a:lnTo>
                    <a:pt x="463215" y="132715"/>
                  </a:lnTo>
                  <a:lnTo>
                    <a:pt x="463561" y="133985"/>
                  </a:lnTo>
                  <a:lnTo>
                    <a:pt x="497331" y="149987"/>
                  </a:lnTo>
                  <a:lnTo>
                    <a:pt x="512572" y="149987"/>
                  </a:lnTo>
                  <a:lnTo>
                    <a:pt x="517855" y="149479"/>
                  </a:lnTo>
                  <a:lnTo>
                    <a:pt x="518689" y="149479"/>
                  </a:lnTo>
                  <a:lnTo>
                    <a:pt x="525018" y="147828"/>
                  </a:lnTo>
                  <a:lnTo>
                    <a:pt x="530732" y="146431"/>
                  </a:lnTo>
                  <a:lnTo>
                    <a:pt x="535431" y="144399"/>
                  </a:lnTo>
                  <a:lnTo>
                    <a:pt x="539242" y="141859"/>
                  </a:lnTo>
                  <a:lnTo>
                    <a:pt x="543051" y="139446"/>
                  </a:lnTo>
                  <a:lnTo>
                    <a:pt x="545973" y="136525"/>
                  </a:lnTo>
                  <a:lnTo>
                    <a:pt x="546819" y="135000"/>
                  </a:lnTo>
                  <a:lnTo>
                    <a:pt x="499872" y="135000"/>
                  </a:lnTo>
                  <a:lnTo>
                    <a:pt x="495173" y="134239"/>
                  </a:lnTo>
                  <a:lnTo>
                    <a:pt x="491871" y="132715"/>
                  </a:lnTo>
                  <a:lnTo>
                    <a:pt x="488569" y="131318"/>
                  </a:lnTo>
                  <a:lnTo>
                    <a:pt x="486918" y="129031"/>
                  </a:lnTo>
                  <a:lnTo>
                    <a:pt x="488986" y="120015"/>
                  </a:lnTo>
                  <a:lnTo>
                    <a:pt x="489076" y="119887"/>
                  </a:lnTo>
                  <a:lnTo>
                    <a:pt x="489966" y="118872"/>
                  </a:lnTo>
                  <a:lnTo>
                    <a:pt x="491998" y="116840"/>
                  </a:lnTo>
                  <a:lnTo>
                    <a:pt x="493109" y="115950"/>
                  </a:lnTo>
                  <a:lnTo>
                    <a:pt x="495046" y="114681"/>
                  </a:lnTo>
                  <a:lnTo>
                    <a:pt x="549482" y="114681"/>
                  </a:lnTo>
                  <a:lnTo>
                    <a:pt x="548512" y="112903"/>
                  </a:lnTo>
                  <a:lnTo>
                    <a:pt x="547116" y="110236"/>
                  </a:lnTo>
                  <a:lnTo>
                    <a:pt x="545083" y="107823"/>
                  </a:lnTo>
                  <a:lnTo>
                    <a:pt x="542417" y="105918"/>
                  </a:lnTo>
                  <a:lnTo>
                    <a:pt x="539876" y="104012"/>
                  </a:lnTo>
                  <a:lnTo>
                    <a:pt x="519302" y="99568"/>
                  </a:lnTo>
                  <a:lnTo>
                    <a:pt x="497967" y="98806"/>
                  </a:lnTo>
                  <a:lnTo>
                    <a:pt x="495490" y="98806"/>
                  </a:lnTo>
                  <a:lnTo>
                    <a:pt x="492632" y="98171"/>
                  </a:lnTo>
                  <a:lnTo>
                    <a:pt x="490981" y="97028"/>
                  </a:lnTo>
                  <a:lnTo>
                    <a:pt x="489203" y="96012"/>
                  </a:lnTo>
                  <a:lnTo>
                    <a:pt x="488442" y="94615"/>
                  </a:lnTo>
                  <a:lnTo>
                    <a:pt x="488442" y="91567"/>
                  </a:lnTo>
                  <a:lnTo>
                    <a:pt x="488696" y="90424"/>
                  </a:lnTo>
                  <a:lnTo>
                    <a:pt x="489966" y="88392"/>
                  </a:lnTo>
                  <a:lnTo>
                    <a:pt x="490727" y="87503"/>
                  </a:lnTo>
                  <a:lnTo>
                    <a:pt x="491490" y="86741"/>
                  </a:lnTo>
                  <a:lnTo>
                    <a:pt x="524609" y="86741"/>
                  </a:lnTo>
                  <a:lnTo>
                    <a:pt x="528827" y="84836"/>
                  </a:lnTo>
                  <a:lnTo>
                    <a:pt x="535177" y="80010"/>
                  </a:lnTo>
                  <a:lnTo>
                    <a:pt x="537591" y="77089"/>
                  </a:lnTo>
                  <a:lnTo>
                    <a:pt x="538770" y="74549"/>
                  </a:lnTo>
                  <a:lnTo>
                    <a:pt x="500633" y="74549"/>
                  </a:lnTo>
                  <a:lnTo>
                    <a:pt x="497077" y="73406"/>
                  </a:lnTo>
                  <a:lnTo>
                    <a:pt x="491744" y="68834"/>
                  </a:lnTo>
                  <a:lnTo>
                    <a:pt x="490474" y="65659"/>
                  </a:lnTo>
                  <a:lnTo>
                    <a:pt x="490528" y="59562"/>
                  </a:lnTo>
                  <a:lnTo>
                    <a:pt x="498601" y="49275"/>
                  </a:lnTo>
                  <a:lnTo>
                    <a:pt x="500506" y="48513"/>
                  </a:lnTo>
                  <a:lnTo>
                    <a:pt x="502666" y="48133"/>
                  </a:lnTo>
                  <a:lnTo>
                    <a:pt x="551408" y="48133"/>
                  </a:lnTo>
                  <a:lnTo>
                    <a:pt x="551560" y="47878"/>
                  </a:lnTo>
                  <a:lnTo>
                    <a:pt x="551783" y="46100"/>
                  </a:lnTo>
                  <a:lnTo>
                    <a:pt x="551815" y="40005"/>
                  </a:lnTo>
                  <a:lnTo>
                    <a:pt x="551590" y="38100"/>
                  </a:lnTo>
                  <a:lnTo>
                    <a:pt x="551560" y="37846"/>
                  </a:lnTo>
                  <a:lnTo>
                    <a:pt x="550799" y="36575"/>
                  </a:lnTo>
                  <a:lnTo>
                    <a:pt x="550164" y="35306"/>
                  </a:lnTo>
                  <a:lnTo>
                    <a:pt x="549275" y="34671"/>
                  </a:lnTo>
                  <a:lnTo>
                    <a:pt x="520319" y="34671"/>
                  </a:lnTo>
                  <a:lnTo>
                    <a:pt x="518159" y="34162"/>
                  </a:lnTo>
                  <a:lnTo>
                    <a:pt x="513206" y="33400"/>
                  </a:lnTo>
                  <a:lnTo>
                    <a:pt x="510667" y="33147"/>
                  </a:lnTo>
                  <a:close/>
                </a:path>
                <a:path w="551815" h="150495">
                  <a:moveTo>
                    <a:pt x="549482" y="114681"/>
                  </a:moveTo>
                  <a:lnTo>
                    <a:pt x="495046" y="114681"/>
                  </a:lnTo>
                  <a:lnTo>
                    <a:pt x="520953" y="115316"/>
                  </a:lnTo>
                  <a:lnTo>
                    <a:pt x="517292" y="115316"/>
                  </a:lnTo>
                  <a:lnTo>
                    <a:pt x="519937" y="115950"/>
                  </a:lnTo>
                  <a:lnTo>
                    <a:pt x="524983" y="118872"/>
                  </a:lnTo>
                  <a:lnTo>
                    <a:pt x="524835" y="118872"/>
                  </a:lnTo>
                  <a:lnTo>
                    <a:pt x="525906" y="120777"/>
                  </a:lnTo>
                  <a:lnTo>
                    <a:pt x="525811" y="125222"/>
                  </a:lnTo>
                  <a:lnTo>
                    <a:pt x="525589" y="126111"/>
                  </a:lnTo>
                  <a:lnTo>
                    <a:pt x="525526" y="126365"/>
                  </a:lnTo>
                  <a:lnTo>
                    <a:pt x="524891" y="127635"/>
                  </a:lnTo>
                  <a:lnTo>
                    <a:pt x="524255" y="129031"/>
                  </a:lnTo>
                  <a:lnTo>
                    <a:pt x="523112" y="130302"/>
                  </a:lnTo>
                  <a:lnTo>
                    <a:pt x="521589" y="131445"/>
                  </a:lnTo>
                  <a:lnTo>
                    <a:pt x="519937" y="132461"/>
                  </a:lnTo>
                  <a:lnTo>
                    <a:pt x="517905" y="133350"/>
                  </a:lnTo>
                  <a:lnTo>
                    <a:pt x="515366" y="133985"/>
                  </a:lnTo>
                  <a:lnTo>
                    <a:pt x="511979" y="135000"/>
                  </a:lnTo>
                  <a:lnTo>
                    <a:pt x="546819" y="135000"/>
                  </a:lnTo>
                  <a:lnTo>
                    <a:pt x="549782" y="129667"/>
                  </a:lnTo>
                  <a:lnTo>
                    <a:pt x="550608" y="126365"/>
                  </a:lnTo>
                  <a:lnTo>
                    <a:pt x="550619" y="118491"/>
                  </a:lnTo>
                  <a:lnTo>
                    <a:pt x="550089" y="115950"/>
                  </a:lnTo>
                  <a:lnTo>
                    <a:pt x="549829" y="115316"/>
                  </a:lnTo>
                  <a:lnTo>
                    <a:pt x="549482" y="114681"/>
                  </a:lnTo>
                  <a:close/>
                </a:path>
                <a:path w="551815" h="150495">
                  <a:moveTo>
                    <a:pt x="524446" y="86741"/>
                  </a:moveTo>
                  <a:lnTo>
                    <a:pt x="491490" y="86741"/>
                  </a:lnTo>
                  <a:lnTo>
                    <a:pt x="492886" y="87503"/>
                  </a:lnTo>
                  <a:lnTo>
                    <a:pt x="495109" y="88392"/>
                  </a:lnTo>
                  <a:lnTo>
                    <a:pt x="495300" y="88392"/>
                  </a:lnTo>
                  <a:lnTo>
                    <a:pt x="497331" y="88900"/>
                  </a:lnTo>
                  <a:lnTo>
                    <a:pt x="499872" y="89408"/>
                  </a:lnTo>
                  <a:lnTo>
                    <a:pt x="502666" y="89789"/>
                  </a:lnTo>
                  <a:lnTo>
                    <a:pt x="510921" y="89789"/>
                  </a:lnTo>
                  <a:lnTo>
                    <a:pt x="516000" y="89154"/>
                  </a:lnTo>
                  <a:lnTo>
                    <a:pt x="524446" y="86741"/>
                  </a:lnTo>
                  <a:close/>
                </a:path>
                <a:path w="551815" h="150495">
                  <a:moveTo>
                    <a:pt x="551408" y="48133"/>
                  </a:moveTo>
                  <a:lnTo>
                    <a:pt x="509777" y="48133"/>
                  </a:lnTo>
                  <a:lnTo>
                    <a:pt x="513587" y="49275"/>
                  </a:lnTo>
                  <a:lnTo>
                    <a:pt x="516127" y="51689"/>
                  </a:lnTo>
                  <a:lnTo>
                    <a:pt x="518795" y="53975"/>
                  </a:lnTo>
                  <a:lnTo>
                    <a:pt x="520065" y="57150"/>
                  </a:lnTo>
                  <a:lnTo>
                    <a:pt x="520065" y="63118"/>
                  </a:lnTo>
                  <a:lnTo>
                    <a:pt x="516381" y="70612"/>
                  </a:lnTo>
                  <a:lnTo>
                    <a:pt x="515239" y="71881"/>
                  </a:lnTo>
                  <a:lnTo>
                    <a:pt x="513715" y="72771"/>
                  </a:lnTo>
                  <a:lnTo>
                    <a:pt x="511809" y="73533"/>
                  </a:lnTo>
                  <a:lnTo>
                    <a:pt x="510031" y="74168"/>
                  </a:lnTo>
                  <a:lnTo>
                    <a:pt x="507873" y="74549"/>
                  </a:lnTo>
                  <a:lnTo>
                    <a:pt x="538770" y="74549"/>
                  </a:lnTo>
                  <a:lnTo>
                    <a:pt x="539242" y="73533"/>
                  </a:lnTo>
                  <a:lnTo>
                    <a:pt x="541020" y="69977"/>
                  </a:lnTo>
                  <a:lnTo>
                    <a:pt x="541708" y="66421"/>
                  </a:lnTo>
                  <a:lnTo>
                    <a:pt x="541781" y="59562"/>
                  </a:lnTo>
                  <a:lnTo>
                    <a:pt x="541595" y="58166"/>
                  </a:lnTo>
                  <a:lnTo>
                    <a:pt x="541527" y="57658"/>
                  </a:lnTo>
                  <a:lnTo>
                    <a:pt x="540893" y="55880"/>
                  </a:lnTo>
                  <a:lnTo>
                    <a:pt x="540257" y="54229"/>
                  </a:lnTo>
                  <a:lnTo>
                    <a:pt x="539242" y="52578"/>
                  </a:lnTo>
                  <a:lnTo>
                    <a:pt x="537845" y="51181"/>
                  </a:lnTo>
                  <a:lnTo>
                    <a:pt x="549148" y="51181"/>
                  </a:lnTo>
                  <a:lnTo>
                    <a:pt x="550036" y="50546"/>
                  </a:lnTo>
                  <a:lnTo>
                    <a:pt x="550729" y="49275"/>
                  </a:lnTo>
                  <a:lnTo>
                    <a:pt x="551408" y="4813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76188" y="1854580"/>
              <a:ext cx="1347215" cy="1411097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449824" y="2229484"/>
              <a:ext cx="1551940" cy="2839085"/>
            </a:xfrm>
            <a:custGeom>
              <a:avLst/>
              <a:gdLst/>
              <a:ahLst/>
              <a:cxnLst/>
              <a:rect l="l" t="t" r="r" b="b"/>
              <a:pathLst>
                <a:path w="1551940" h="2839085">
                  <a:moveTo>
                    <a:pt x="384048" y="191262"/>
                  </a:moveTo>
                  <a:lnTo>
                    <a:pt x="0" y="0"/>
                  </a:lnTo>
                  <a:lnTo>
                    <a:pt x="0" y="382524"/>
                  </a:lnTo>
                  <a:lnTo>
                    <a:pt x="384048" y="191262"/>
                  </a:lnTo>
                  <a:close/>
                </a:path>
                <a:path w="1551940" h="2839085">
                  <a:moveTo>
                    <a:pt x="1551432" y="2838958"/>
                  </a:moveTo>
                  <a:lnTo>
                    <a:pt x="1359408" y="2454910"/>
                  </a:lnTo>
                  <a:lnTo>
                    <a:pt x="1167371" y="2838958"/>
                  </a:lnTo>
                  <a:lnTo>
                    <a:pt x="1551432" y="2838958"/>
                  </a:lnTo>
                  <a:close/>
                </a:path>
              </a:pathLst>
            </a:custGeom>
            <a:solidFill>
              <a:srgbClr val="44536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848100" y="1050036"/>
              <a:ext cx="3912235" cy="3771900"/>
            </a:xfrm>
            <a:custGeom>
              <a:avLst/>
              <a:gdLst/>
              <a:ahLst/>
              <a:cxnLst/>
              <a:rect l="l" t="t" r="r" b="b"/>
              <a:pathLst>
                <a:path w="3912234" h="3771900">
                  <a:moveTo>
                    <a:pt x="0" y="3771519"/>
                  </a:moveTo>
                  <a:lnTo>
                    <a:pt x="3912107" y="3771519"/>
                  </a:lnTo>
                  <a:lnTo>
                    <a:pt x="3912107" y="0"/>
                  </a:lnTo>
                  <a:lnTo>
                    <a:pt x="0" y="0"/>
                  </a:lnTo>
                  <a:lnTo>
                    <a:pt x="0" y="3771519"/>
                  </a:lnTo>
                  <a:close/>
                </a:path>
              </a:pathLst>
            </a:custGeom>
            <a:ln w="12700">
              <a:solidFill>
                <a:srgbClr val="173961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792724" y="5137010"/>
              <a:ext cx="2315210" cy="906780"/>
            </a:xfrm>
            <a:custGeom>
              <a:avLst/>
              <a:gdLst/>
              <a:ahLst/>
              <a:cxnLst/>
              <a:rect l="l" t="t" r="r" b="b"/>
              <a:pathLst>
                <a:path w="2315209" h="906779">
                  <a:moveTo>
                    <a:pt x="0" y="906691"/>
                  </a:moveTo>
                  <a:lnTo>
                    <a:pt x="2314955" y="906691"/>
                  </a:lnTo>
                  <a:lnTo>
                    <a:pt x="2314955" y="0"/>
                  </a:lnTo>
                  <a:lnTo>
                    <a:pt x="0" y="0"/>
                  </a:lnTo>
                  <a:lnTo>
                    <a:pt x="0" y="906691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898134" y="5224653"/>
              <a:ext cx="1209420" cy="104648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173722" y="5224653"/>
              <a:ext cx="452374" cy="104648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977128" y="5606578"/>
              <a:ext cx="257555" cy="202345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512190" y="5540832"/>
              <a:ext cx="287758" cy="306298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062216" y="5499696"/>
              <a:ext cx="278891" cy="348957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7574549" y="5505992"/>
              <a:ext cx="257036" cy="336340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773795" y="4635753"/>
              <a:ext cx="1251077" cy="114127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7769479" y="4641341"/>
              <a:ext cx="885190" cy="384175"/>
            </a:xfrm>
            <a:custGeom>
              <a:avLst/>
              <a:gdLst/>
              <a:ahLst/>
              <a:cxnLst/>
              <a:rect l="l" t="t" r="r" b="b"/>
              <a:pathLst>
                <a:path w="885190" h="384175">
                  <a:moveTo>
                    <a:pt x="7366" y="0"/>
                  </a:moveTo>
                  <a:lnTo>
                    <a:pt x="0" y="17525"/>
                  </a:lnTo>
                  <a:lnTo>
                    <a:pt x="811022" y="357758"/>
                  </a:lnTo>
                  <a:lnTo>
                    <a:pt x="799973" y="384047"/>
                  </a:lnTo>
                  <a:lnTo>
                    <a:pt x="885063" y="378459"/>
                  </a:lnTo>
                  <a:lnTo>
                    <a:pt x="829564" y="313816"/>
                  </a:lnTo>
                  <a:lnTo>
                    <a:pt x="818515" y="340105"/>
                  </a:lnTo>
                  <a:lnTo>
                    <a:pt x="7366" y="0"/>
                  </a:lnTo>
                  <a:close/>
                </a:path>
              </a:pathLst>
            </a:custGeom>
            <a:solidFill>
              <a:srgbClr val="9999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9230868" y="5156873"/>
              <a:ext cx="387096" cy="387057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9253728" y="2624226"/>
              <a:ext cx="512064" cy="31391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9162288" y="1490383"/>
              <a:ext cx="455675" cy="455637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9236964" y="3850932"/>
              <a:ext cx="361188" cy="36114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157539" y="5261965"/>
              <a:ext cx="664329" cy="726884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6074664" y="3962145"/>
              <a:ext cx="1348740" cy="603885"/>
            </a:xfrm>
            <a:custGeom>
              <a:avLst/>
              <a:gdLst/>
              <a:ahLst/>
              <a:cxnLst/>
              <a:rect l="l" t="t" r="r" b="b"/>
              <a:pathLst>
                <a:path w="1348740" h="603885">
                  <a:moveTo>
                    <a:pt x="1345945" y="0"/>
                  </a:moveTo>
                  <a:lnTo>
                    <a:pt x="6350" y="0"/>
                  </a:lnTo>
                  <a:lnTo>
                    <a:pt x="2794" y="0"/>
                  </a:lnTo>
                  <a:lnTo>
                    <a:pt x="0" y="2793"/>
                  </a:lnTo>
                  <a:lnTo>
                    <a:pt x="0" y="600582"/>
                  </a:lnTo>
                  <a:lnTo>
                    <a:pt x="2794" y="603376"/>
                  </a:lnTo>
                  <a:lnTo>
                    <a:pt x="1345945" y="603376"/>
                  </a:lnTo>
                  <a:lnTo>
                    <a:pt x="1348739" y="600582"/>
                  </a:lnTo>
                  <a:lnTo>
                    <a:pt x="1348739" y="2793"/>
                  </a:lnTo>
                  <a:lnTo>
                    <a:pt x="1345945" y="0"/>
                  </a:lnTo>
                  <a:close/>
                </a:path>
              </a:pathLst>
            </a:custGeom>
            <a:solidFill>
              <a:srgbClr val="07D2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6603873" y="4221098"/>
              <a:ext cx="303530" cy="99695"/>
            </a:xfrm>
            <a:custGeom>
              <a:avLst/>
              <a:gdLst/>
              <a:ahLst/>
              <a:cxnLst/>
              <a:rect l="l" t="t" r="r" b="b"/>
              <a:pathLst>
                <a:path w="303529" h="99695">
                  <a:moveTo>
                    <a:pt x="17462" y="98170"/>
                  </a:moveTo>
                  <a:lnTo>
                    <a:pt x="6096" y="98170"/>
                  </a:lnTo>
                  <a:lnTo>
                    <a:pt x="7620" y="98298"/>
                  </a:lnTo>
                  <a:lnTo>
                    <a:pt x="16001" y="98298"/>
                  </a:lnTo>
                  <a:lnTo>
                    <a:pt x="17462" y="98170"/>
                  </a:lnTo>
                  <a:close/>
                </a:path>
                <a:path w="303529" h="99695">
                  <a:moveTo>
                    <a:pt x="79755" y="98170"/>
                  </a:moveTo>
                  <a:lnTo>
                    <a:pt x="66675" y="98170"/>
                  </a:lnTo>
                  <a:lnTo>
                    <a:pt x="68199" y="98298"/>
                  </a:lnTo>
                  <a:lnTo>
                    <a:pt x="77977" y="98298"/>
                  </a:lnTo>
                  <a:lnTo>
                    <a:pt x="79755" y="98170"/>
                  </a:lnTo>
                  <a:close/>
                </a:path>
                <a:path w="303529" h="99695">
                  <a:moveTo>
                    <a:pt x="44576" y="1777"/>
                  </a:moveTo>
                  <a:lnTo>
                    <a:pt x="4667" y="1777"/>
                  </a:lnTo>
                  <a:lnTo>
                    <a:pt x="3428" y="2158"/>
                  </a:lnTo>
                  <a:lnTo>
                    <a:pt x="2031" y="3048"/>
                  </a:lnTo>
                  <a:lnTo>
                    <a:pt x="634" y="4063"/>
                  </a:lnTo>
                  <a:lnTo>
                    <a:pt x="0" y="5587"/>
                  </a:lnTo>
                  <a:lnTo>
                    <a:pt x="0" y="95757"/>
                  </a:lnTo>
                  <a:lnTo>
                    <a:pt x="5206" y="98170"/>
                  </a:lnTo>
                  <a:lnTo>
                    <a:pt x="18351" y="98170"/>
                  </a:lnTo>
                  <a:lnTo>
                    <a:pt x="20066" y="97789"/>
                  </a:lnTo>
                  <a:lnTo>
                    <a:pt x="21399" y="97408"/>
                  </a:lnTo>
                  <a:lnTo>
                    <a:pt x="22478" y="97027"/>
                  </a:lnTo>
                  <a:lnTo>
                    <a:pt x="22764" y="96646"/>
                  </a:lnTo>
                  <a:lnTo>
                    <a:pt x="23368" y="96138"/>
                  </a:lnTo>
                  <a:lnTo>
                    <a:pt x="23495" y="58546"/>
                  </a:lnTo>
                  <a:lnTo>
                    <a:pt x="65846" y="58546"/>
                  </a:lnTo>
                  <a:lnTo>
                    <a:pt x="65150" y="57784"/>
                  </a:lnTo>
                  <a:lnTo>
                    <a:pt x="63753" y="56642"/>
                  </a:lnTo>
                  <a:lnTo>
                    <a:pt x="60705" y="54609"/>
                  </a:lnTo>
                  <a:lnTo>
                    <a:pt x="57403" y="53086"/>
                  </a:lnTo>
                  <a:lnTo>
                    <a:pt x="60959" y="52196"/>
                  </a:lnTo>
                  <a:lnTo>
                    <a:pt x="64134" y="50926"/>
                  </a:lnTo>
                  <a:lnTo>
                    <a:pt x="69723" y="47878"/>
                  </a:lnTo>
                  <a:lnTo>
                    <a:pt x="72008" y="46100"/>
                  </a:lnTo>
                  <a:lnTo>
                    <a:pt x="73913" y="43942"/>
                  </a:lnTo>
                  <a:lnTo>
                    <a:pt x="23495" y="43942"/>
                  </a:lnTo>
                  <a:lnTo>
                    <a:pt x="23495" y="16890"/>
                  </a:lnTo>
                  <a:lnTo>
                    <a:pt x="77238" y="16890"/>
                  </a:lnTo>
                  <a:lnTo>
                    <a:pt x="76326" y="14986"/>
                  </a:lnTo>
                  <a:lnTo>
                    <a:pt x="49783" y="2158"/>
                  </a:lnTo>
                  <a:lnTo>
                    <a:pt x="44576" y="1777"/>
                  </a:lnTo>
                  <a:close/>
                </a:path>
                <a:path w="303529" h="99695">
                  <a:moveTo>
                    <a:pt x="83439" y="97789"/>
                  </a:moveTo>
                  <a:lnTo>
                    <a:pt x="63372" y="97789"/>
                  </a:lnTo>
                  <a:lnTo>
                    <a:pt x="65277" y="98170"/>
                  </a:lnTo>
                  <a:lnTo>
                    <a:pt x="81533" y="98170"/>
                  </a:lnTo>
                  <a:lnTo>
                    <a:pt x="83439" y="97789"/>
                  </a:lnTo>
                  <a:close/>
                </a:path>
                <a:path w="303529" h="99695">
                  <a:moveTo>
                    <a:pt x="65846" y="58546"/>
                  </a:moveTo>
                  <a:lnTo>
                    <a:pt x="33274" y="58546"/>
                  </a:lnTo>
                  <a:lnTo>
                    <a:pt x="35559" y="58927"/>
                  </a:lnTo>
                  <a:lnTo>
                    <a:pt x="39370" y="60198"/>
                  </a:lnTo>
                  <a:lnTo>
                    <a:pt x="41021" y="61087"/>
                  </a:lnTo>
                  <a:lnTo>
                    <a:pt x="42418" y="62356"/>
                  </a:lnTo>
                  <a:lnTo>
                    <a:pt x="43942" y="63626"/>
                  </a:lnTo>
                  <a:lnTo>
                    <a:pt x="60451" y="95123"/>
                  </a:lnTo>
                  <a:lnTo>
                    <a:pt x="60959" y="96138"/>
                  </a:lnTo>
                  <a:lnTo>
                    <a:pt x="61341" y="96646"/>
                  </a:lnTo>
                  <a:lnTo>
                    <a:pt x="61722" y="97027"/>
                  </a:lnTo>
                  <a:lnTo>
                    <a:pt x="62356" y="97408"/>
                  </a:lnTo>
                  <a:lnTo>
                    <a:pt x="63690" y="97789"/>
                  </a:lnTo>
                  <a:lnTo>
                    <a:pt x="83248" y="97789"/>
                  </a:lnTo>
                  <a:lnTo>
                    <a:pt x="84581" y="97408"/>
                  </a:lnTo>
                  <a:lnTo>
                    <a:pt x="85344" y="97027"/>
                  </a:lnTo>
                  <a:lnTo>
                    <a:pt x="85174" y="97027"/>
                  </a:lnTo>
                  <a:lnTo>
                    <a:pt x="85428" y="96646"/>
                  </a:lnTo>
                  <a:lnTo>
                    <a:pt x="85566" y="96646"/>
                  </a:lnTo>
                  <a:lnTo>
                    <a:pt x="85598" y="94233"/>
                  </a:lnTo>
                  <a:lnTo>
                    <a:pt x="85344" y="93344"/>
                  </a:lnTo>
                  <a:lnTo>
                    <a:pt x="84962" y="92456"/>
                  </a:lnTo>
                  <a:lnTo>
                    <a:pt x="84454" y="91058"/>
                  </a:lnTo>
                  <a:lnTo>
                    <a:pt x="83566" y="89153"/>
                  </a:lnTo>
                  <a:lnTo>
                    <a:pt x="73786" y="70231"/>
                  </a:lnTo>
                  <a:lnTo>
                    <a:pt x="72644" y="67944"/>
                  </a:lnTo>
                  <a:lnTo>
                    <a:pt x="71500" y="65912"/>
                  </a:lnTo>
                  <a:lnTo>
                    <a:pt x="70230" y="64134"/>
                  </a:lnTo>
                  <a:lnTo>
                    <a:pt x="69164" y="62356"/>
                  </a:lnTo>
                  <a:lnTo>
                    <a:pt x="67818" y="60706"/>
                  </a:lnTo>
                  <a:lnTo>
                    <a:pt x="65846" y="58546"/>
                  </a:lnTo>
                  <a:close/>
                </a:path>
                <a:path w="303529" h="99695">
                  <a:moveTo>
                    <a:pt x="77238" y="16890"/>
                  </a:moveTo>
                  <a:lnTo>
                    <a:pt x="41909" y="16890"/>
                  </a:lnTo>
                  <a:lnTo>
                    <a:pt x="44450" y="17399"/>
                  </a:lnTo>
                  <a:lnTo>
                    <a:pt x="48386" y="18287"/>
                  </a:lnTo>
                  <a:lnTo>
                    <a:pt x="51180" y="19812"/>
                  </a:lnTo>
                  <a:lnTo>
                    <a:pt x="54609" y="24256"/>
                  </a:lnTo>
                  <a:lnTo>
                    <a:pt x="55499" y="26924"/>
                  </a:lnTo>
                  <a:lnTo>
                    <a:pt x="55499" y="32131"/>
                  </a:lnTo>
                  <a:lnTo>
                    <a:pt x="50419" y="40005"/>
                  </a:lnTo>
                  <a:lnTo>
                    <a:pt x="48768" y="41275"/>
                  </a:lnTo>
                  <a:lnTo>
                    <a:pt x="46735" y="42163"/>
                  </a:lnTo>
                  <a:lnTo>
                    <a:pt x="44196" y="42925"/>
                  </a:lnTo>
                  <a:lnTo>
                    <a:pt x="41655" y="43561"/>
                  </a:lnTo>
                  <a:lnTo>
                    <a:pt x="38861" y="43942"/>
                  </a:lnTo>
                  <a:lnTo>
                    <a:pt x="73913" y="43942"/>
                  </a:lnTo>
                  <a:lnTo>
                    <a:pt x="75819" y="41909"/>
                  </a:lnTo>
                  <a:lnTo>
                    <a:pt x="77343" y="39496"/>
                  </a:lnTo>
                  <a:lnTo>
                    <a:pt x="78231" y="36830"/>
                  </a:lnTo>
                  <a:lnTo>
                    <a:pt x="79248" y="34162"/>
                  </a:lnTo>
                  <a:lnTo>
                    <a:pt x="79755" y="31242"/>
                  </a:lnTo>
                  <a:lnTo>
                    <a:pt x="79755" y="24256"/>
                  </a:lnTo>
                  <a:lnTo>
                    <a:pt x="79121" y="20827"/>
                  </a:lnTo>
                  <a:lnTo>
                    <a:pt x="77238" y="16890"/>
                  </a:lnTo>
                  <a:close/>
                </a:path>
                <a:path w="303529" h="99695">
                  <a:moveTo>
                    <a:pt x="109854" y="98170"/>
                  </a:moveTo>
                  <a:lnTo>
                    <a:pt x="97281" y="98170"/>
                  </a:lnTo>
                  <a:lnTo>
                    <a:pt x="98805" y="98298"/>
                  </a:lnTo>
                  <a:lnTo>
                    <a:pt x="108330" y="98298"/>
                  </a:lnTo>
                  <a:lnTo>
                    <a:pt x="109854" y="98170"/>
                  </a:lnTo>
                  <a:close/>
                </a:path>
                <a:path w="303529" h="99695">
                  <a:moveTo>
                    <a:pt x="195453" y="98170"/>
                  </a:moveTo>
                  <a:lnTo>
                    <a:pt x="179831" y="98170"/>
                  </a:lnTo>
                  <a:lnTo>
                    <a:pt x="181482" y="98298"/>
                  </a:lnTo>
                  <a:lnTo>
                    <a:pt x="193801" y="98298"/>
                  </a:lnTo>
                  <a:lnTo>
                    <a:pt x="195453" y="98170"/>
                  </a:lnTo>
                  <a:close/>
                </a:path>
                <a:path w="303529" h="99695">
                  <a:moveTo>
                    <a:pt x="113284" y="97789"/>
                  </a:moveTo>
                  <a:lnTo>
                    <a:pt x="94953" y="97789"/>
                  </a:lnTo>
                  <a:lnTo>
                    <a:pt x="95969" y="98170"/>
                  </a:lnTo>
                  <a:lnTo>
                    <a:pt x="111378" y="98170"/>
                  </a:lnTo>
                  <a:lnTo>
                    <a:pt x="113284" y="97789"/>
                  </a:lnTo>
                  <a:close/>
                </a:path>
                <a:path w="303529" h="99695">
                  <a:moveTo>
                    <a:pt x="192086" y="75945"/>
                  </a:moveTo>
                  <a:lnTo>
                    <a:pt x="167004" y="75945"/>
                  </a:lnTo>
                  <a:lnTo>
                    <a:pt x="174878" y="95250"/>
                  </a:lnTo>
                  <a:lnTo>
                    <a:pt x="175005" y="96012"/>
                  </a:lnTo>
                  <a:lnTo>
                    <a:pt x="175513" y="96646"/>
                  </a:lnTo>
                  <a:lnTo>
                    <a:pt x="176212" y="97408"/>
                  </a:lnTo>
                  <a:lnTo>
                    <a:pt x="178879" y="98170"/>
                  </a:lnTo>
                  <a:lnTo>
                    <a:pt x="196532" y="98170"/>
                  </a:lnTo>
                  <a:lnTo>
                    <a:pt x="198247" y="97789"/>
                  </a:lnTo>
                  <a:lnTo>
                    <a:pt x="199008" y="97027"/>
                  </a:lnTo>
                  <a:lnTo>
                    <a:pt x="199644" y="96646"/>
                  </a:lnTo>
                  <a:lnTo>
                    <a:pt x="199517" y="93852"/>
                  </a:lnTo>
                  <a:lnTo>
                    <a:pt x="199008" y="92456"/>
                  </a:lnTo>
                  <a:lnTo>
                    <a:pt x="198247" y="90677"/>
                  </a:lnTo>
                  <a:lnTo>
                    <a:pt x="192086" y="75945"/>
                  </a:lnTo>
                  <a:close/>
                </a:path>
                <a:path w="303529" h="99695">
                  <a:moveTo>
                    <a:pt x="155955" y="1396"/>
                  </a:moveTo>
                  <a:lnTo>
                    <a:pt x="136398" y="1396"/>
                  </a:lnTo>
                  <a:lnTo>
                    <a:pt x="134874" y="1524"/>
                  </a:lnTo>
                  <a:lnTo>
                    <a:pt x="94742" y="90424"/>
                  </a:lnTo>
                  <a:lnTo>
                    <a:pt x="93979" y="92201"/>
                  </a:lnTo>
                  <a:lnTo>
                    <a:pt x="93599" y="93599"/>
                  </a:lnTo>
                  <a:lnTo>
                    <a:pt x="93535" y="93852"/>
                  </a:lnTo>
                  <a:lnTo>
                    <a:pt x="93438" y="96012"/>
                  </a:lnTo>
                  <a:lnTo>
                    <a:pt x="93599" y="96646"/>
                  </a:lnTo>
                  <a:lnTo>
                    <a:pt x="94742" y="97789"/>
                  </a:lnTo>
                  <a:lnTo>
                    <a:pt x="113093" y="97789"/>
                  </a:lnTo>
                  <a:lnTo>
                    <a:pt x="116331" y="94742"/>
                  </a:lnTo>
                  <a:lnTo>
                    <a:pt x="123698" y="75945"/>
                  </a:lnTo>
                  <a:lnTo>
                    <a:pt x="192086" y="75945"/>
                  </a:lnTo>
                  <a:lnTo>
                    <a:pt x="185820" y="60959"/>
                  </a:lnTo>
                  <a:lnTo>
                    <a:pt x="128777" y="60959"/>
                  </a:lnTo>
                  <a:lnTo>
                    <a:pt x="145287" y="20065"/>
                  </a:lnTo>
                  <a:lnTo>
                    <a:pt x="168720" y="20065"/>
                  </a:lnTo>
                  <a:lnTo>
                    <a:pt x="162559" y="5333"/>
                  </a:lnTo>
                  <a:lnTo>
                    <a:pt x="162178" y="4318"/>
                  </a:lnTo>
                  <a:lnTo>
                    <a:pt x="161798" y="3556"/>
                  </a:lnTo>
                  <a:lnTo>
                    <a:pt x="160781" y="2539"/>
                  </a:lnTo>
                  <a:lnTo>
                    <a:pt x="159893" y="2031"/>
                  </a:lnTo>
                  <a:lnTo>
                    <a:pt x="157606" y="1524"/>
                  </a:lnTo>
                  <a:lnTo>
                    <a:pt x="155955" y="1396"/>
                  </a:lnTo>
                  <a:close/>
                </a:path>
                <a:path w="303529" h="99695">
                  <a:moveTo>
                    <a:pt x="168720" y="20065"/>
                  </a:moveTo>
                  <a:lnTo>
                    <a:pt x="145287" y="20065"/>
                  </a:lnTo>
                  <a:lnTo>
                    <a:pt x="161544" y="60959"/>
                  </a:lnTo>
                  <a:lnTo>
                    <a:pt x="185820" y="60959"/>
                  </a:lnTo>
                  <a:lnTo>
                    <a:pt x="168720" y="20065"/>
                  </a:lnTo>
                  <a:close/>
                </a:path>
                <a:path w="303529" h="99695">
                  <a:moveTo>
                    <a:pt x="269494" y="0"/>
                  </a:moveTo>
                  <a:lnTo>
                    <a:pt x="255397" y="0"/>
                  </a:lnTo>
                  <a:lnTo>
                    <a:pt x="247015" y="1143"/>
                  </a:lnTo>
                  <a:lnTo>
                    <a:pt x="239649" y="3428"/>
                  </a:lnTo>
                  <a:lnTo>
                    <a:pt x="232282" y="5842"/>
                  </a:lnTo>
                  <a:lnTo>
                    <a:pt x="225932" y="9143"/>
                  </a:lnTo>
                  <a:lnTo>
                    <a:pt x="220725" y="13588"/>
                  </a:lnTo>
                  <a:lnTo>
                    <a:pt x="215392" y="17906"/>
                  </a:lnTo>
                  <a:lnTo>
                    <a:pt x="211454" y="23240"/>
                  </a:lnTo>
                  <a:lnTo>
                    <a:pt x="208533" y="29590"/>
                  </a:lnTo>
                  <a:lnTo>
                    <a:pt x="205712" y="35940"/>
                  </a:lnTo>
                  <a:lnTo>
                    <a:pt x="204216" y="42925"/>
                  </a:lnTo>
                  <a:lnTo>
                    <a:pt x="204216" y="58419"/>
                  </a:lnTo>
                  <a:lnTo>
                    <a:pt x="224917" y="90805"/>
                  </a:lnTo>
                  <a:lnTo>
                    <a:pt x="246178" y="98551"/>
                  </a:lnTo>
                  <a:lnTo>
                    <a:pt x="246662" y="98551"/>
                  </a:lnTo>
                  <a:lnTo>
                    <a:pt x="254000" y="99568"/>
                  </a:lnTo>
                  <a:lnTo>
                    <a:pt x="266319" y="99568"/>
                  </a:lnTo>
                  <a:lnTo>
                    <a:pt x="269494" y="99440"/>
                  </a:lnTo>
                  <a:lnTo>
                    <a:pt x="275717" y="98932"/>
                  </a:lnTo>
                  <a:lnTo>
                    <a:pt x="278892" y="98551"/>
                  </a:lnTo>
                  <a:lnTo>
                    <a:pt x="287908" y="97027"/>
                  </a:lnTo>
                  <a:lnTo>
                    <a:pt x="290829" y="96265"/>
                  </a:lnTo>
                  <a:lnTo>
                    <a:pt x="293624" y="95631"/>
                  </a:lnTo>
                  <a:lnTo>
                    <a:pt x="296036" y="94868"/>
                  </a:lnTo>
                  <a:lnTo>
                    <a:pt x="299847" y="93599"/>
                  </a:lnTo>
                  <a:lnTo>
                    <a:pt x="301244" y="92709"/>
                  </a:lnTo>
                  <a:lnTo>
                    <a:pt x="301751" y="91567"/>
                  </a:lnTo>
                  <a:lnTo>
                    <a:pt x="302386" y="90550"/>
                  </a:lnTo>
                  <a:lnTo>
                    <a:pt x="302768" y="89153"/>
                  </a:lnTo>
                  <a:lnTo>
                    <a:pt x="302750" y="83312"/>
                  </a:lnTo>
                  <a:lnTo>
                    <a:pt x="259079" y="83312"/>
                  </a:lnTo>
                  <a:lnTo>
                    <a:pt x="254126" y="82550"/>
                  </a:lnTo>
                  <a:lnTo>
                    <a:pt x="228346" y="55118"/>
                  </a:lnTo>
                  <a:lnTo>
                    <a:pt x="228420" y="44195"/>
                  </a:lnTo>
                  <a:lnTo>
                    <a:pt x="229234" y="40005"/>
                  </a:lnTo>
                  <a:lnTo>
                    <a:pt x="231012" y="35940"/>
                  </a:lnTo>
                  <a:lnTo>
                    <a:pt x="232663" y="31750"/>
                  </a:lnTo>
                  <a:lnTo>
                    <a:pt x="259587" y="16001"/>
                  </a:lnTo>
                  <a:lnTo>
                    <a:pt x="303003" y="16001"/>
                  </a:lnTo>
                  <a:lnTo>
                    <a:pt x="302895" y="12192"/>
                  </a:lnTo>
                  <a:lnTo>
                    <a:pt x="296545" y="5587"/>
                  </a:lnTo>
                  <a:lnTo>
                    <a:pt x="294512" y="4571"/>
                  </a:lnTo>
                  <a:lnTo>
                    <a:pt x="291973" y="3682"/>
                  </a:lnTo>
                  <a:lnTo>
                    <a:pt x="285750" y="2158"/>
                  </a:lnTo>
                  <a:lnTo>
                    <a:pt x="282194" y="1396"/>
                  </a:lnTo>
                  <a:lnTo>
                    <a:pt x="278129" y="888"/>
                  </a:lnTo>
                  <a:lnTo>
                    <a:pt x="273938" y="253"/>
                  </a:lnTo>
                  <a:lnTo>
                    <a:pt x="269494" y="0"/>
                  </a:lnTo>
                  <a:close/>
                </a:path>
                <a:path w="303529" h="99695">
                  <a:moveTo>
                    <a:pt x="298323" y="43306"/>
                  </a:moveTo>
                  <a:lnTo>
                    <a:pt x="256412" y="43306"/>
                  </a:lnTo>
                  <a:lnTo>
                    <a:pt x="255650" y="43814"/>
                  </a:lnTo>
                  <a:lnTo>
                    <a:pt x="255270" y="44195"/>
                  </a:lnTo>
                  <a:lnTo>
                    <a:pt x="255117" y="44576"/>
                  </a:lnTo>
                  <a:lnTo>
                    <a:pt x="255016" y="44831"/>
                  </a:lnTo>
                  <a:lnTo>
                    <a:pt x="254634" y="45338"/>
                  </a:lnTo>
                  <a:lnTo>
                    <a:pt x="254507" y="46100"/>
                  </a:lnTo>
                  <a:lnTo>
                    <a:pt x="254380" y="55118"/>
                  </a:lnTo>
                  <a:lnTo>
                    <a:pt x="255016" y="56261"/>
                  </a:lnTo>
                  <a:lnTo>
                    <a:pt x="255524" y="57403"/>
                  </a:lnTo>
                  <a:lnTo>
                    <a:pt x="256412" y="57912"/>
                  </a:lnTo>
                  <a:lnTo>
                    <a:pt x="279400" y="57912"/>
                  </a:lnTo>
                  <a:lnTo>
                    <a:pt x="279400" y="80263"/>
                  </a:lnTo>
                  <a:lnTo>
                    <a:pt x="277113" y="81280"/>
                  </a:lnTo>
                  <a:lnTo>
                    <a:pt x="274827" y="82042"/>
                  </a:lnTo>
                  <a:lnTo>
                    <a:pt x="269621" y="83057"/>
                  </a:lnTo>
                  <a:lnTo>
                    <a:pt x="267080" y="83312"/>
                  </a:lnTo>
                  <a:lnTo>
                    <a:pt x="302750" y="83312"/>
                  </a:lnTo>
                  <a:lnTo>
                    <a:pt x="302641" y="47498"/>
                  </a:lnTo>
                  <a:lnTo>
                    <a:pt x="302259" y="46736"/>
                  </a:lnTo>
                  <a:lnTo>
                    <a:pt x="302048" y="46100"/>
                  </a:lnTo>
                  <a:lnTo>
                    <a:pt x="301625" y="45338"/>
                  </a:lnTo>
                  <a:lnTo>
                    <a:pt x="300990" y="44831"/>
                  </a:lnTo>
                  <a:lnTo>
                    <a:pt x="300481" y="44195"/>
                  </a:lnTo>
                  <a:lnTo>
                    <a:pt x="299847" y="43814"/>
                  </a:lnTo>
                  <a:lnTo>
                    <a:pt x="298323" y="43306"/>
                  </a:lnTo>
                  <a:close/>
                </a:path>
                <a:path w="303529" h="99695">
                  <a:moveTo>
                    <a:pt x="303003" y="16001"/>
                  </a:moveTo>
                  <a:lnTo>
                    <a:pt x="270382" y="16001"/>
                  </a:lnTo>
                  <a:lnTo>
                    <a:pt x="274954" y="16382"/>
                  </a:lnTo>
                  <a:lnTo>
                    <a:pt x="282955" y="18161"/>
                  </a:lnTo>
                  <a:lnTo>
                    <a:pt x="296290" y="23240"/>
                  </a:lnTo>
                  <a:lnTo>
                    <a:pt x="297815" y="24002"/>
                  </a:lnTo>
                  <a:lnTo>
                    <a:pt x="299084" y="24511"/>
                  </a:lnTo>
                  <a:lnTo>
                    <a:pt x="300354" y="24511"/>
                  </a:lnTo>
                  <a:lnTo>
                    <a:pt x="300862" y="24383"/>
                  </a:lnTo>
                  <a:lnTo>
                    <a:pt x="301434" y="24002"/>
                  </a:lnTo>
                  <a:lnTo>
                    <a:pt x="301878" y="23368"/>
                  </a:lnTo>
                  <a:lnTo>
                    <a:pt x="302132" y="22732"/>
                  </a:lnTo>
                  <a:lnTo>
                    <a:pt x="302323" y="22351"/>
                  </a:lnTo>
                  <a:lnTo>
                    <a:pt x="302641" y="21336"/>
                  </a:lnTo>
                  <a:lnTo>
                    <a:pt x="302768" y="20319"/>
                  </a:lnTo>
                  <a:lnTo>
                    <a:pt x="302895" y="19303"/>
                  </a:lnTo>
                  <a:lnTo>
                    <a:pt x="303003" y="160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9" name="object 4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789932" y="2554020"/>
              <a:ext cx="484632" cy="484581"/>
            </a:xfrm>
            <a:prstGeom prst="rect">
              <a:avLst/>
            </a:prstGeom>
          </p:spPr>
        </p:pic>
      </p:grpSp>
      <p:sp>
        <p:nvSpPr>
          <p:cNvPr id="50" name="object 50"/>
          <p:cNvSpPr/>
          <p:nvPr/>
        </p:nvSpPr>
        <p:spPr>
          <a:xfrm>
            <a:off x="3200400" y="1763141"/>
            <a:ext cx="384175" cy="384175"/>
          </a:xfrm>
          <a:custGeom>
            <a:avLst/>
            <a:gdLst/>
            <a:ahLst/>
            <a:cxnLst/>
            <a:rect l="l" t="t" r="r" b="b"/>
            <a:pathLst>
              <a:path w="384175" h="384175">
                <a:moveTo>
                  <a:pt x="0" y="0"/>
                </a:moveTo>
                <a:lnTo>
                  <a:pt x="0" y="384048"/>
                </a:lnTo>
                <a:lnTo>
                  <a:pt x="384048" y="192024"/>
                </a:lnTo>
                <a:lnTo>
                  <a:pt x="0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703580" y="3462782"/>
            <a:ext cx="2293620" cy="957580"/>
            <a:chOff x="703580" y="3462782"/>
            <a:chExt cx="2293620" cy="957580"/>
          </a:xfrm>
        </p:grpSpPr>
        <p:sp>
          <p:nvSpPr>
            <p:cNvPr id="52" name="object 52"/>
            <p:cNvSpPr/>
            <p:nvPr/>
          </p:nvSpPr>
          <p:spPr>
            <a:xfrm>
              <a:off x="709930" y="3469132"/>
              <a:ext cx="2280920" cy="944880"/>
            </a:xfrm>
            <a:custGeom>
              <a:avLst/>
              <a:gdLst/>
              <a:ahLst/>
              <a:cxnLst/>
              <a:rect l="l" t="t" r="r" b="b"/>
              <a:pathLst>
                <a:path w="2280920" h="944879">
                  <a:moveTo>
                    <a:pt x="0" y="944880"/>
                  </a:moveTo>
                  <a:lnTo>
                    <a:pt x="2280920" y="944880"/>
                  </a:lnTo>
                  <a:lnTo>
                    <a:pt x="2280920" y="0"/>
                  </a:lnTo>
                  <a:lnTo>
                    <a:pt x="0" y="0"/>
                  </a:lnTo>
                  <a:lnTo>
                    <a:pt x="0" y="944880"/>
                  </a:lnTo>
                  <a:close/>
                </a:path>
              </a:pathLst>
            </a:custGeom>
            <a:ln w="12699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3" name="object 53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16838" y="3564382"/>
              <a:ext cx="253507" cy="96646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1121778" y="3617976"/>
              <a:ext cx="44450" cy="10795"/>
            </a:xfrm>
            <a:custGeom>
              <a:avLst/>
              <a:gdLst/>
              <a:ahLst/>
              <a:cxnLst/>
              <a:rect l="l" t="t" r="r" b="b"/>
              <a:pathLst>
                <a:path w="44450" h="10795">
                  <a:moveTo>
                    <a:pt x="41363" y="0"/>
                  </a:moveTo>
                  <a:lnTo>
                    <a:pt x="2159" y="0"/>
                  </a:lnTo>
                  <a:lnTo>
                    <a:pt x="1358" y="381"/>
                  </a:lnTo>
                  <a:lnTo>
                    <a:pt x="266" y="1905"/>
                  </a:lnTo>
                  <a:lnTo>
                    <a:pt x="0" y="3175"/>
                  </a:lnTo>
                  <a:lnTo>
                    <a:pt x="0" y="6985"/>
                  </a:lnTo>
                  <a:lnTo>
                    <a:pt x="266" y="8255"/>
                  </a:lnTo>
                  <a:lnTo>
                    <a:pt x="1358" y="9906"/>
                  </a:lnTo>
                  <a:lnTo>
                    <a:pt x="2159" y="10287"/>
                  </a:lnTo>
                  <a:lnTo>
                    <a:pt x="41897" y="10287"/>
                  </a:lnTo>
                  <a:lnTo>
                    <a:pt x="42684" y="9906"/>
                  </a:lnTo>
                  <a:lnTo>
                    <a:pt x="43764" y="8381"/>
                  </a:lnTo>
                  <a:lnTo>
                    <a:pt x="44030" y="6985"/>
                  </a:lnTo>
                  <a:lnTo>
                    <a:pt x="44030" y="5080"/>
                  </a:lnTo>
                  <a:lnTo>
                    <a:pt x="413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228204" y="3562985"/>
              <a:ext cx="1276235" cy="99059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2405812" y="3850159"/>
              <a:ext cx="505775" cy="504403"/>
            </a:xfrm>
            <a:prstGeom prst="rect">
              <a:avLst/>
            </a:prstGeom>
          </p:spPr>
        </p:pic>
      </p:grpSp>
      <p:sp>
        <p:nvSpPr>
          <p:cNvPr id="57" name="object 57"/>
          <p:cNvSpPr/>
          <p:nvPr/>
        </p:nvSpPr>
        <p:spPr>
          <a:xfrm>
            <a:off x="1720088" y="4470400"/>
            <a:ext cx="382905" cy="384175"/>
          </a:xfrm>
          <a:custGeom>
            <a:avLst/>
            <a:gdLst/>
            <a:ahLst/>
            <a:cxnLst/>
            <a:rect l="l" t="t" r="r" b="b"/>
            <a:pathLst>
              <a:path w="382905" h="384175">
                <a:moveTo>
                  <a:pt x="191262" y="0"/>
                </a:moveTo>
                <a:lnTo>
                  <a:pt x="0" y="384048"/>
                </a:lnTo>
                <a:lnTo>
                  <a:pt x="382524" y="384048"/>
                </a:lnTo>
                <a:lnTo>
                  <a:pt x="191262" y="0"/>
                </a:lnTo>
                <a:close/>
              </a:path>
            </a:pathLst>
          </a:custGeom>
          <a:solidFill>
            <a:srgbClr val="F4F4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191515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1047" y="995680"/>
            <a:ext cx="1401229" cy="26085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066035" y="1058036"/>
            <a:ext cx="118871" cy="147192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315336" y="995172"/>
            <a:ext cx="340995" cy="210185"/>
          </a:xfrm>
          <a:custGeom>
            <a:avLst/>
            <a:gdLst/>
            <a:ahLst/>
            <a:cxnLst/>
            <a:rect l="l" t="t" r="r" b="b"/>
            <a:pathLst>
              <a:path w="340994" h="210184">
                <a:moveTo>
                  <a:pt x="21336" y="380"/>
                </a:moveTo>
                <a:lnTo>
                  <a:pt x="4825" y="380"/>
                </a:lnTo>
                <a:lnTo>
                  <a:pt x="3556" y="762"/>
                </a:lnTo>
                <a:lnTo>
                  <a:pt x="1524" y="1524"/>
                </a:lnTo>
                <a:lnTo>
                  <a:pt x="762" y="2031"/>
                </a:lnTo>
                <a:lnTo>
                  <a:pt x="381" y="2666"/>
                </a:lnTo>
                <a:lnTo>
                  <a:pt x="0" y="3175"/>
                </a:lnTo>
                <a:lnTo>
                  <a:pt x="0" y="204977"/>
                </a:lnTo>
                <a:lnTo>
                  <a:pt x="381" y="205612"/>
                </a:lnTo>
                <a:lnTo>
                  <a:pt x="6604" y="207899"/>
                </a:lnTo>
                <a:lnTo>
                  <a:pt x="19557" y="207899"/>
                </a:lnTo>
                <a:lnTo>
                  <a:pt x="26162" y="204977"/>
                </a:lnTo>
                <a:lnTo>
                  <a:pt x="26162" y="3175"/>
                </a:lnTo>
                <a:lnTo>
                  <a:pt x="25654" y="2666"/>
                </a:lnTo>
                <a:lnTo>
                  <a:pt x="25273" y="2031"/>
                </a:lnTo>
                <a:lnTo>
                  <a:pt x="24637" y="1524"/>
                </a:lnTo>
                <a:lnTo>
                  <a:pt x="22606" y="762"/>
                </a:lnTo>
                <a:lnTo>
                  <a:pt x="21336" y="380"/>
                </a:lnTo>
                <a:close/>
              </a:path>
              <a:path w="340994" h="210184">
                <a:moveTo>
                  <a:pt x="17906" y="0"/>
                </a:moveTo>
                <a:lnTo>
                  <a:pt x="8255" y="0"/>
                </a:lnTo>
                <a:lnTo>
                  <a:pt x="5778" y="380"/>
                </a:lnTo>
                <a:lnTo>
                  <a:pt x="20383" y="380"/>
                </a:lnTo>
                <a:lnTo>
                  <a:pt x="17906" y="0"/>
                </a:lnTo>
                <a:close/>
              </a:path>
              <a:path w="340994" h="210184">
                <a:moveTo>
                  <a:pt x="138175" y="62864"/>
                </a:moveTo>
                <a:lnTo>
                  <a:pt x="99198" y="71481"/>
                </a:lnTo>
                <a:lnTo>
                  <a:pt x="71534" y="100949"/>
                </a:lnTo>
                <a:lnTo>
                  <a:pt x="65657" y="121412"/>
                </a:lnTo>
                <a:lnTo>
                  <a:pt x="65531" y="122062"/>
                </a:lnTo>
                <a:lnTo>
                  <a:pt x="64813" y="128524"/>
                </a:lnTo>
                <a:lnTo>
                  <a:pt x="64714" y="129412"/>
                </a:lnTo>
                <a:lnTo>
                  <a:pt x="64674" y="129768"/>
                </a:lnTo>
                <a:lnTo>
                  <a:pt x="64483" y="135127"/>
                </a:lnTo>
                <a:lnTo>
                  <a:pt x="64388" y="137794"/>
                </a:lnTo>
                <a:lnTo>
                  <a:pt x="64560" y="143152"/>
                </a:lnTo>
                <a:lnTo>
                  <a:pt x="64652" y="146038"/>
                </a:lnTo>
                <a:lnTo>
                  <a:pt x="77743" y="185953"/>
                </a:lnTo>
                <a:lnTo>
                  <a:pt x="110892" y="207325"/>
                </a:lnTo>
                <a:lnTo>
                  <a:pt x="135127" y="210057"/>
                </a:lnTo>
                <a:lnTo>
                  <a:pt x="143224" y="209750"/>
                </a:lnTo>
                <a:lnTo>
                  <a:pt x="143766" y="209750"/>
                </a:lnTo>
                <a:lnTo>
                  <a:pt x="180085" y="197818"/>
                </a:lnTo>
                <a:lnTo>
                  <a:pt x="190099" y="189356"/>
                </a:lnTo>
                <a:lnTo>
                  <a:pt x="127888" y="189356"/>
                </a:lnTo>
                <a:lnTo>
                  <a:pt x="121423" y="188087"/>
                </a:lnTo>
                <a:lnTo>
                  <a:pt x="121036" y="188087"/>
                </a:lnTo>
                <a:lnTo>
                  <a:pt x="109346" y="182372"/>
                </a:lnTo>
                <a:lnTo>
                  <a:pt x="104775" y="178562"/>
                </a:lnTo>
                <a:lnTo>
                  <a:pt x="97917" y="168910"/>
                </a:lnTo>
                <a:lnTo>
                  <a:pt x="95504" y="163322"/>
                </a:lnTo>
                <a:lnTo>
                  <a:pt x="94106" y="156844"/>
                </a:lnTo>
                <a:lnTo>
                  <a:pt x="92695" y="150844"/>
                </a:lnTo>
                <a:lnTo>
                  <a:pt x="92582" y="150367"/>
                </a:lnTo>
                <a:lnTo>
                  <a:pt x="91919" y="144399"/>
                </a:lnTo>
                <a:lnTo>
                  <a:pt x="91820" y="128524"/>
                </a:lnTo>
                <a:lnTo>
                  <a:pt x="92551" y="122681"/>
                </a:lnTo>
                <a:lnTo>
                  <a:pt x="92628" y="122062"/>
                </a:lnTo>
                <a:lnTo>
                  <a:pt x="102648" y="98419"/>
                </a:lnTo>
                <a:lnTo>
                  <a:pt x="106425" y="93472"/>
                </a:lnTo>
                <a:lnTo>
                  <a:pt x="111125" y="89915"/>
                </a:lnTo>
                <a:lnTo>
                  <a:pt x="116712" y="87249"/>
                </a:lnTo>
                <a:lnTo>
                  <a:pt x="122427" y="84708"/>
                </a:lnTo>
                <a:lnTo>
                  <a:pt x="129158" y="83438"/>
                </a:lnTo>
                <a:lnTo>
                  <a:pt x="192543" y="83438"/>
                </a:lnTo>
                <a:lnTo>
                  <a:pt x="191388" y="82041"/>
                </a:lnTo>
                <a:lnTo>
                  <a:pt x="154828" y="64103"/>
                </a:lnTo>
                <a:lnTo>
                  <a:pt x="147166" y="63220"/>
                </a:lnTo>
                <a:lnTo>
                  <a:pt x="148037" y="63220"/>
                </a:lnTo>
                <a:lnTo>
                  <a:pt x="138175" y="62864"/>
                </a:lnTo>
                <a:close/>
              </a:path>
              <a:path w="340994" h="210184">
                <a:moveTo>
                  <a:pt x="192543" y="83438"/>
                </a:moveTo>
                <a:lnTo>
                  <a:pt x="145669" y="83438"/>
                </a:lnTo>
                <a:lnTo>
                  <a:pt x="152781" y="84836"/>
                </a:lnTo>
                <a:lnTo>
                  <a:pt x="158495" y="87629"/>
                </a:lnTo>
                <a:lnTo>
                  <a:pt x="164211" y="90550"/>
                </a:lnTo>
                <a:lnTo>
                  <a:pt x="168782" y="94361"/>
                </a:lnTo>
                <a:lnTo>
                  <a:pt x="172085" y="99187"/>
                </a:lnTo>
                <a:lnTo>
                  <a:pt x="175513" y="104012"/>
                </a:lnTo>
                <a:lnTo>
                  <a:pt x="177926" y="109727"/>
                </a:lnTo>
                <a:lnTo>
                  <a:pt x="179324" y="116204"/>
                </a:lnTo>
                <a:lnTo>
                  <a:pt x="180848" y="122681"/>
                </a:lnTo>
                <a:lnTo>
                  <a:pt x="181509" y="128524"/>
                </a:lnTo>
                <a:lnTo>
                  <a:pt x="181610" y="144399"/>
                </a:lnTo>
                <a:lnTo>
                  <a:pt x="180863" y="150367"/>
                </a:lnTo>
                <a:lnTo>
                  <a:pt x="180804" y="150844"/>
                </a:lnTo>
                <a:lnTo>
                  <a:pt x="180720" y="151511"/>
                </a:lnTo>
                <a:lnTo>
                  <a:pt x="177164" y="164464"/>
                </a:lnTo>
                <a:lnTo>
                  <a:pt x="174498" y="170052"/>
                </a:lnTo>
                <a:lnTo>
                  <a:pt x="170814" y="174625"/>
                </a:lnTo>
                <a:lnTo>
                  <a:pt x="167131" y="179324"/>
                </a:lnTo>
                <a:lnTo>
                  <a:pt x="162432" y="183006"/>
                </a:lnTo>
                <a:lnTo>
                  <a:pt x="151002" y="188087"/>
                </a:lnTo>
                <a:lnTo>
                  <a:pt x="144271" y="189356"/>
                </a:lnTo>
                <a:lnTo>
                  <a:pt x="190099" y="189356"/>
                </a:lnTo>
                <a:lnTo>
                  <a:pt x="207883" y="150844"/>
                </a:lnTo>
                <a:lnTo>
                  <a:pt x="208946" y="137794"/>
                </a:lnTo>
                <a:lnTo>
                  <a:pt x="209042" y="135127"/>
                </a:lnTo>
                <a:lnTo>
                  <a:pt x="199088" y="92471"/>
                </a:lnTo>
                <a:lnTo>
                  <a:pt x="195506" y="87024"/>
                </a:lnTo>
                <a:lnTo>
                  <a:pt x="192543" y="83438"/>
                </a:lnTo>
                <a:close/>
              </a:path>
              <a:path w="340994" h="210184">
                <a:moveTo>
                  <a:pt x="244195" y="177800"/>
                </a:moveTo>
                <a:lnTo>
                  <a:pt x="241300" y="177800"/>
                </a:lnTo>
                <a:lnTo>
                  <a:pt x="240030" y="178562"/>
                </a:lnTo>
                <a:lnTo>
                  <a:pt x="239649" y="179069"/>
                </a:lnTo>
                <a:lnTo>
                  <a:pt x="239268" y="179831"/>
                </a:lnTo>
                <a:lnTo>
                  <a:pt x="239013" y="180720"/>
                </a:lnTo>
                <a:lnTo>
                  <a:pt x="238887" y="181228"/>
                </a:lnTo>
                <a:lnTo>
                  <a:pt x="238760" y="181737"/>
                </a:lnTo>
                <a:lnTo>
                  <a:pt x="238302" y="184023"/>
                </a:lnTo>
                <a:lnTo>
                  <a:pt x="238251" y="190880"/>
                </a:lnTo>
                <a:lnTo>
                  <a:pt x="238506" y="193293"/>
                </a:lnTo>
                <a:lnTo>
                  <a:pt x="269113" y="208914"/>
                </a:lnTo>
                <a:lnTo>
                  <a:pt x="273812" y="209676"/>
                </a:lnTo>
                <a:lnTo>
                  <a:pt x="278638" y="210057"/>
                </a:lnTo>
                <a:lnTo>
                  <a:pt x="292226" y="210057"/>
                </a:lnTo>
                <a:lnTo>
                  <a:pt x="329819" y="195199"/>
                </a:lnTo>
                <a:lnTo>
                  <a:pt x="333882" y="190500"/>
                </a:lnTo>
                <a:lnTo>
                  <a:pt x="278256" y="190500"/>
                </a:lnTo>
                <a:lnTo>
                  <a:pt x="273050" y="189737"/>
                </a:lnTo>
                <a:lnTo>
                  <a:pt x="268350" y="188467"/>
                </a:lnTo>
                <a:lnTo>
                  <a:pt x="263779" y="187070"/>
                </a:lnTo>
                <a:lnTo>
                  <a:pt x="259842" y="185674"/>
                </a:lnTo>
                <a:lnTo>
                  <a:pt x="256412" y="184023"/>
                </a:lnTo>
                <a:lnTo>
                  <a:pt x="253111" y="182499"/>
                </a:lnTo>
                <a:lnTo>
                  <a:pt x="250189" y="180975"/>
                </a:lnTo>
                <a:lnTo>
                  <a:pt x="248132" y="179831"/>
                </a:lnTo>
                <a:lnTo>
                  <a:pt x="245618" y="178307"/>
                </a:lnTo>
                <a:lnTo>
                  <a:pt x="244195" y="177800"/>
                </a:lnTo>
                <a:close/>
              </a:path>
              <a:path w="340994" h="210184">
                <a:moveTo>
                  <a:pt x="298323" y="62864"/>
                </a:moveTo>
                <a:lnTo>
                  <a:pt x="285623" y="62864"/>
                </a:lnTo>
                <a:lnTo>
                  <a:pt x="278002" y="64007"/>
                </a:lnTo>
                <a:lnTo>
                  <a:pt x="244982" y="87502"/>
                </a:lnTo>
                <a:lnTo>
                  <a:pt x="241681" y="97408"/>
                </a:lnTo>
                <a:lnTo>
                  <a:pt x="241681" y="108585"/>
                </a:lnTo>
                <a:lnTo>
                  <a:pt x="269113" y="138937"/>
                </a:lnTo>
                <a:lnTo>
                  <a:pt x="278130" y="142493"/>
                </a:lnTo>
                <a:lnTo>
                  <a:pt x="283072" y="144399"/>
                </a:lnTo>
                <a:lnTo>
                  <a:pt x="287146" y="145795"/>
                </a:lnTo>
                <a:lnTo>
                  <a:pt x="291338" y="147319"/>
                </a:lnTo>
                <a:lnTo>
                  <a:pt x="295656" y="148843"/>
                </a:lnTo>
                <a:lnTo>
                  <a:pt x="314325" y="165226"/>
                </a:lnTo>
                <a:lnTo>
                  <a:pt x="314325" y="172719"/>
                </a:lnTo>
                <a:lnTo>
                  <a:pt x="313689" y="175894"/>
                </a:lnTo>
                <a:lnTo>
                  <a:pt x="312165" y="178562"/>
                </a:lnTo>
                <a:lnTo>
                  <a:pt x="310769" y="181228"/>
                </a:lnTo>
                <a:lnTo>
                  <a:pt x="288798" y="190500"/>
                </a:lnTo>
                <a:lnTo>
                  <a:pt x="333882" y="190500"/>
                </a:lnTo>
                <a:lnTo>
                  <a:pt x="336423" y="185419"/>
                </a:lnTo>
                <a:lnTo>
                  <a:pt x="339217" y="180086"/>
                </a:lnTo>
                <a:lnTo>
                  <a:pt x="340613" y="173862"/>
                </a:lnTo>
                <a:lnTo>
                  <a:pt x="340613" y="161289"/>
                </a:lnTo>
                <a:lnTo>
                  <a:pt x="339470" y="156337"/>
                </a:lnTo>
                <a:lnTo>
                  <a:pt x="308356" y="129920"/>
                </a:lnTo>
                <a:lnTo>
                  <a:pt x="303911" y="128269"/>
                </a:lnTo>
                <a:lnTo>
                  <a:pt x="299338" y="126491"/>
                </a:lnTo>
                <a:lnTo>
                  <a:pt x="294767" y="124967"/>
                </a:lnTo>
                <a:lnTo>
                  <a:pt x="290449" y="123316"/>
                </a:lnTo>
                <a:lnTo>
                  <a:pt x="286004" y="121792"/>
                </a:lnTo>
                <a:lnTo>
                  <a:pt x="270382" y="110998"/>
                </a:lnTo>
                <a:lnTo>
                  <a:pt x="268331" y="108585"/>
                </a:lnTo>
                <a:lnTo>
                  <a:pt x="268224" y="108457"/>
                </a:lnTo>
                <a:lnTo>
                  <a:pt x="267081" y="105155"/>
                </a:lnTo>
                <a:lnTo>
                  <a:pt x="267081" y="98551"/>
                </a:lnTo>
                <a:lnTo>
                  <a:pt x="267715" y="95885"/>
                </a:lnTo>
                <a:lnTo>
                  <a:pt x="268858" y="93599"/>
                </a:lnTo>
                <a:lnTo>
                  <a:pt x="269821" y="91312"/>
                </a:lnTo>
                <a:lnTo>
                  <a:pt x="284643" y="82676"/>
                </a:lnTo>
                <a:lnTo>
                  <a:pt x="283591" y="82676"/>
                </a:lnTo>
                <a:lnTo>
                  <a:pt x="289687" y="81914"/>
                </a:lnTo>
                <a:lnTo>
                  <a:pt x="332994" y="81914"/>
                </a:lnTo>
                <a:lnTo>
                  <a:pt x="332994" y="78486"/>
                </a:lnTo>
                <a:lnTo>
                  <a:pt x="332739" y="77469"/>
                </a:lnTo>
                <a:lnTo>
                  <a:pt x="332613" y="76580"/>
                </a:lnTo>
                <a:lnTo>
                  <a:pt x="332358" y="75056"/>
                </a:lnTo>
                <a:lnTo>
                  <a:pt x="331596" y="73787"/>
                </a:lnTo>
                <a:lnTo>
                  <a:pt x="331343" y="73151"/>
                </a:lnTo>
                <a:lnTo>
                  <a:pt x="330581" y="72516"/>
                </a:lnTo>
                <a:lnTo>
                  <a:pt x="302132" y="63245"/>
                </a:lnTo>
                <a:lnTo>
                  <a:pt x="298323" y="62864"/>
                </a:lnTo>
                <a:close/>
              </a:path>
              <a:path w="340994" h="210184">
                <a:moveTo>
                  <a:pt x="332994" y="81914"/>
                </a:moveTo>
                <a:lnTo>
                  <a:pt x="299212" y="81914"/>
                </a:lnTo>
                <a:lnTo>
                  <a:pt x="304545" y="82676"/>
                </a:lnTo>
                <a:lnTo>
                  <a:pt x="304149" y="82676"/>
                </a:lnTo>
                <a:lnTo>
                  <a:pt x="307594" y="83565"/>
                </a:lnTo>
                <a:lnTo>
                  <a:pt x="311404" y="84708"/>
                </a:lnTo>
                <a:lnTo>
                  <a:pt x="314832" y="85851"/>
                </a:lnTo>
                <a:lnTo>
                  <a:pt x="317754" y="87122"/>
                </a:lnTo>
                <a:lnTo>
                  <a:pt x="320675" y="88264"/>
                </a:lnTo>
                <a:lnTo>
                  <a:pt x="322961" y="89535"/>
                </a:lnTo>
                <a:lnTo>
                  <a:pt x="324865" y="90550"/>
                </a:lnTo>
                <a:lnTo>
                  <a:pt x="326644" y="91693"/>
                </a:lnTo>
                <a:lnTo>
                  <a:pt x="328390" y="92328"/>
                </a:lnTo>
                <a:lnTo>
                  <a:pt x="329776" y="92328"/>
                </a:lnTo>
                <a:lnTo>
                  <a:pt x="332881" y="87502"/>
                </a:lnTo>
                <a:lnTo>
                  <a:pt x="332994" y="81914"/>
                </a:lnTo>
                <a:close/>
              </a:path>
            </a:pathLst>
          </a:custGeom>
          <a:solidFill>
            <a:srgbClr val="13365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3160" y="994155"/>
            <a:ext cx="1077722" cy="211074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4383404" y="995680"/>
            <a:ext cx="307975" cy="209550"/>
          </a:xfrm>
          <a:custGeom>
            <a:avLst/>
            <a:gdLst/>
            <a:ahLst/>
            <a:cxnLst/>
            <a:rect l="l" t="t" r="r" b="b"/>
            <a:pathLst>
              <a:path w="307975" h="209550">
                <a:moveTo>
                  <a:pt x="71500" y="62357"/>
                </a:moveTo>
                <a:lnTo>
                  <a:pt x="62865" y="62357"/>
                </a:lnTo>
                <a:lnTo>
                  <a:pt x="55385" y="62690"/>
                </a:lnTo>
                <a:lnTo>
                  <a:pt x="16002" y="82804"/>
                </a:lnTo>
                <a:lnTo>
                  <a:pt x="984" y="121300"/>
                </a:lnTo>
                <a:lnTo>
                  <a:pt x="0" y="137668"/>
                </a:lnTo>
                <a:lnTo>
                  <a:pt x="108" y="141732"/>
                </a:lnTo>
                <a:lnTo>
                  <a:pt x="192" y="144907"/>
                </a:lnTo>
                <a:lnTo>
                  <a:pt x="18161" y="194818"/>
                </a:lnTo>
                <a:lnTo>
                  <a:pt x="59309" y="209550"/>
                </a:lnTo>
                <a:lnTo>
                  <a:pt x="65750" y="209192"/>
                </a:lnTo>
                <a:lnTo>
                  <a:pt x="66309" y="209192"/>
                </a:lnTo>
                <a:lnTo>
                  <a:pt x="104578" y="190698"/>
                </a:lnTo>
                <a:lnTo>
                  <a:pt x="106829" y="188595"/>
                </a:lnTo>
                <a:lnTo>
                  <a:pt x="57023" y="188595"/>
                </a:lnTo>
                <a:lnTo>
                  <a:pt x="51667" y="187198"/>
                </a:lnTo>
                <a:lnTo>
                  <a:pt x="51376" y="187198"/>
                </a:lnTo>
                <a:lnTo>
                  <a:pt x="46482" y="184023"/>
                </a:lnTo>
                <a:lnTo>
                  <a:pt x="41910" y="180975"/>
                </a:lnTo>
                <a:lnTo>
                  <a:pt x="38100" y="177037"/>
                </a:lnTo>
                <a:lnTo>
                  <a:pt x="35306" y="171958"/>
                </a:lnTo>
                <a:lnTo>
                  <a:pt x="32512" y="167005"/>
                </a:lnTo>
                <a:lnTo>
                  <a:pt x="30480" y="161290"/>
                </a:lnTo>
                <a:lnTo>
                  <a:pt x="29337" y="154812"/>
                </a:lnTo>
                <a:lnTo>
                  <a:pt x="28321" y="148336"/>
                </a:lnTo>
                <a:lnTo>
                  <a:pt x="27686" y="141732"/>
                </a:lnTo>
                <a:lnTo>
                  <a:pt x="27686" y="128650"/>
                </a:lnTo>
                <a:lnTo>
                  <a:pt x="43053" y="90932"/>
                </a:lnTo>
                <a:lnTo>
                  <a:pt x="58293" y="83566"/>
                </a:lnTo>
                <a:lnTo>
                  <a:pt x="134239" y="83566"/>
                </a:lnTo>
                <a:lnTo>
                  <a:pt x="134239" y="82804"/>
                </a:lnTo>
                <a:lnTo>
                  <a:pt x="107454" y="82804"/>
                </a:lnTo>
                <a:lnTo>
                  <a:pt x="102147" y="77958"/>
                </a:lnTo>
                <a:lnTo>
                  <a:pt x="96932" y="73882"/>
                </a:lnTo>
                <a:lnTo>
                  <a:pt x="91670" y="70425"/>
                </a:lnTo>
                <a:lnTo>
                  <a:pt x="86595" y="67691"/>
                </a:lnTo>
                <a:lnTo>
                  <a:pt x="79248" y="64135"/>
                </a:lnTo>
                <a:lnTo>
                  <a:pt x="71500" y="62357"/>
                </a:lnTo>
                <a:close/>
              </a:path>
              <a:path w="307975" h="209550">
                <a:moveTo>
                  <a:pt x="132365" y="206335"/>
                </a:moveTo>
                <a:lnTo>
                  <a:pt x="112573" y="206335"/>
                </a:lnTo>
                <a:lnTo>
                  <a:pt x="113157" y="206502"/>
                </a:lnTo>
                <a:lnTo>
                  <a:pt x="114173" y="206883"/>
                </a:lnTo>
                <a:lnTo>
                  <a:pt x="115443" y="207137"/>
                </a:lnTo>
                <a:lnTo>
                  <a:pt x="116967" y="207391"/>
                </a:lnTo>
                <a:lnTo>
                  <a:pt x="128143" y="207391"/>
                </a:lnTo>
                <a:lnTo>
                  <a:pt x="129667" y="207137"/>
                </a:lnTo>
                <a:lnTo>
                  <a:pt x="130810" y="206883"/>
                </a:lnTo>
                <a:lnTo>
                  <a:pt x="131699" y="206502"/>
                </a:lnTo>
                <a:lnTo>
                  <a:pt x="132365" y="206335"/>
                </a:lnTo>
                <a:close/>
              </a:path>
              <a:path w="307975" h="209550">
                <a:moveTo>
                  <a:pt x="134239" y="185293"/>
                </a:moveTo>
                <a:lnTo>
                  <a:pt x="110362" y="185293"/>
                </a:lnTo>
                <a:lnTo>
                  <a:pt x="110362" y="203835"/>
                </a:lnTo>
                <a:lnTo>
                  <a:pt x="110617" y="204470"/>
                </a:lnTo>
                <a:lnTo>
                  <a:pt x="111125" y="205105"/>
                </a:lnTo>
                <a:lnTo>
                  <a:pt x="111506" y="205740"/>
                </a:lnTo>
                <a:lnTo>
                  <a:pt x="112398" y="206335"/>
                </a:lnTo>
                <a:lnTo>
                  <a:pt x="132605" y="206335"/>
                </a:lnTo>
                <a:lnTo>
                  <a:pt x="133350" y="205740"/>
                </a:lnTo>
                <a:lnTo>
                  <a:pt x="134112" y="204470"/>
                </a:lnTo>
                <a:lnTo>
                  <a:pt x="134239" y="203835"/>
                </a:lnTo>
                <a:lnTo>
                  <a:pt x="134239" y="185293"/>
                </a:lnTo>
                <a:close/>
              </a:path>
              <a:path w="307975" h="209550">
                <a:moveTo>
                  <a:pt x="134239" y="83566"/>
                </a:moveTo>
                <a:lnTo>
                  <a:pt x="72517" y="83566"/>
                </a:lnTo>
                <a:lnTo>
                  <a:pt x="79629" y="85725"/>
                </a:lnTo>
                <a:lnTo>
                  <a:pt x="86360" y="90043"/>
                </a:lnTo>
                <a:lnTo>
                  <a:pt x="91455" y="93640"/>
                </a:lnTo>
                <a:lnTo>
                  <a:pt x="96647" y="97964"/>
                </a:lnTo>
                <a:lnTo>
                  <a:pt x="101933" y="103026"/>
                </a:lnTo>
                <a:lnTo>
                  <a:pt x="107315" y="108839"/>
                </a:lnTo>
                <a:lnTo>
                  <a:pt x="107315" y="162433"/>
                </a:lnTo>
                <a:lnTo>
                  <a:pt x="103124" y="167259"/>
                </a:lnTo>
                <a:lnTo>
                  <a:pt x="99187" y="171323"/>
                </a:lnTo>
                <a:lnTo>
                  <a:pt x="95377" y="174625"/>
                </a:lnTo>
                <a:lnTo>
                  <a:pt x="91567" y="178054"/>
                </a:lnTo>
                <a:lnTo>
                  <a:pt x="87884" y="180721"/>
                </a:lnTo>
                <a:lnTo>
                  <a:pt x="84455" y="182753"/>
                </a:lnTo>
                <a:lnTo>
                  <a:pt x="81025" y="184912"/>
                </a:lnTo>
                <a:lnTo>
                  <a:pt x="77597" y="186309"/>
                </a:lnTo>
                <a:lnTo>
                  <a:pt x="74295" y="187198"/>
                </a:lnTo>
                <a:lnTo>
                  <a:pt x="70993" y="188214"/>
                </a:lnTo>
                <a:lnTo>
                  <a:pt x="67564" y="188595"/>
                </a:lnTo>
                <a:lnTo>
                  <a:pt x="106829" y="188595"/>
                </a:lnTo>
                <a:lnTo>
                  <a:pt x="110362" y="185293"/>
                </a:lnTo>
                <a:lnTo>
                  <a:pt x="134239" y="185293"/>
                </a:lnTo>
                <a:lnTo>
                  <a:pt x="134239" y="83566"/>
                </a:lnTo>
                <a:close/>
              </a:path>
              <a:path w="307975" h="209550">
                <a:moveTo>
                  <a:pt x="123317" y="0"/>
                </a:moveTo>
                <a:lnTo>
                  <a:pt x="118110" y="0"/>
                </a:lnTo>
                <a:lnTo>
                  <a:pt x="115950" y="127"/>
                </a:lnTo>
                <a:lnTo>
                  <a:pt x="112522" y="635"/>
                </a:lnTo>
                <a:lnTo>
                  <a:pt x="111125" y="889"/>
                </a:lnTo>
                <a:lnTo>
                  <a:pt x="110109" y="1270"/>
                </a:lnTo>
                <a:lnTo>
                  <a:pt x="108966" y="1650"/>
                </a:lnTo>
                <a:lnTo>
                  <a:pt x="108331" y="2159"/>
                </a:lnTo>
                <a:lnTo>
                  <a:pt x="107569" y="3429"/>
                </a:lnTo>
                <a:lnTo>
                  <a:pt x="107315" y="4064"/>
                </a:lnTo>
                <a:lnTo>
                  <a:pt x="107315" y="82804"/>
                </a:lnTo>
                <a:lnTo>
                  <a:pt x="134239" y="82804"/>
                </a:lnTo>
                <a:lnTo>
                  <a:pt x="134239" y="4064"/>
                </a:lnTo>
                <a:lnTo>
                  <a:pt x="131318" y="1270"/>
                </a:lnTo>
                <a:lnTo>
                  <a:pt x="130429" y="889"/>
                </a:lnTo>
                <a:lnTo>
                  <a:pt x="129032" y="635"/>
                </a:lnTo>
                <a:lnTo>
                  <a:pt x="125603" y="127"/>
                </a:lnTo>
                <a:lnTo>
                  <a:pt x="123317" y="0"/>
                </a:lnTo>
                <a:close/>
              </a:path>
              <a:path w="307975" h="209550">
                <a:moveTo>
                  <a:pt x="243332" y="62357"/>
                </a:moveTo>
                <a:lnTo>
                  <a:pt x="202247" y="73787"/>
                </a:lnTo>
                <a:lnTo>
                  <a:pt x="178039" y="105711"/>
                </a:lnTo>
                <a:lnTo>
                  <a:pt x="173320" y="134112"/>
                </a:lnTo>
                <a:lnTo>
                  <a:pt x="173369" y="140970"/>
                </a:lnTo>
                <a:lnTo>
                  <a:pt x="183666" y="180848"/>
                </a:lnTo>
                <a:lnTo>
                  <a:pt x="214630" y="204978"/>
                </a:lnTo>
                <a:lnTo>
                  <a:pt x="246253" y="209550"/>
                </a:lnTo>
                <a:lnTo>
                  <a:pt x="253111" y="209550"/>
                </a:lnTo>
                <a:lnTo>
                  <a:pt x="257968" y="209264"/>
                </a:lnTo>
                <a:lnTo>
                  <a:pt x="259004" y="209264"/>
                </a:lnTo>
                <a:lnTo>
                  <a:pt x="265811" y="208153"/>
                </a:lnTo>
                <a:lnTo>
                  <a:pt x="271907" y="207264"/>
                </a:lnTo>
                <a:lnTo>
                  <a:pt x="277241" y="206121"/>
                </a:lnTo>
                <a:lnTo>
                  <a:pt x="300736" y="194945"/>
                </a:lnTo>
                <a:lnTo>
                  <a:pt x="300990" y="194183"/>
                </a:lnTo>
                <a:lnTo>
                  <a:pt x="300990" y="189611"/>
                </a:lnTo>
                <a:lnTo>
                  <a:pt x="239903" y="189611"/>
                </a:lnTo>
                <a:lnTo>
                  <a:pt x="232410" y="188468"/>
                </a:lnTo>
                <a:lnTo>
                  <a:pt x="203424" y="161387"/>
                </a:lnTo>
                <a:lnTo>
                  <a:pt x="200914" y="148462"/>
                </a:lnTo>
                <a:lnTo>
                  <a:pt x="200914" y="140970"/>
                </a:lnTo>
                <a:lnTo>
                  <a:pt x="299847" y="140970"/>
                </a:lnTo>
                <a:lnTo>
                  <a:pt x="302260" y="140208"/>
                </a:lnTo>
                <a:lnTo>
                  <a:pt x="304292" y="138557"/>
                </a:lnTo>
                <a:lnTo>
                  <a:pt x="306450" y="136906"/>
                </a:lnTo>
                <a:lnTo>
                  <a:pt x="307467" y="134112"/>
                </a:lnTo>
                <a:lnTo>
                  <a:pt x="307467" y="122936"/>
                </a:lnTo>
                <a:lnTo>
                  <a:pt x="200914" y="122936"/>
                </a:lnTo>
                <a:lnTo>
                  <a:pt x="201168" y="117475"/>
                </a:lnTo>
                <a:lnTo>
                  <a:pt x="202092" y="112738"/>
                </a:lnTo>
                <a:lnTo>
                  <a:pt x="202184" y="112268"/>
                </a:lnTo>
                <a:lnTo>
                  <a:pt x="204089" y="107315"/>
                </a:lnTo>
                <a:lnTo>
                  <a:pt x="205867" y="102235"/>
                </a:lnTo>
                <a:lnTo>
                  <a:pt x="235331" y="81534"/>
                </a:lnTo>
                <a:lnTo>
                  <a:pt x="292943" y="81534"/>
                </a:lnTo>
                <a:lnTo>
                  <a:pt x="287274" y="75311"/>
                </a:lnTo>
                <a:lnTo>
                  <a:pt x="251608" y="62688"/>
                </a:lnTo>
                <a:lnTo>
                  <a:pt x="243332" y="62357"/>
                </a:lnTo>
                <a:close/>
              </a:path>
              <a:path w="307975" h="209550">
                <a:moveTo>
                  <a:pt x="298450" y="179705"/>
                </a:moveTo>
                <a:lnTo>
                  <a:pt x="295179" y="179705"/>
                </a:lnTo>
                <a:lnTo>
                  <a:pt x="293750" y="180086"/>
                </a:lnTo>
                <a:lnTo>
                  <a:pt x="289941" y="181610"/>
                </a:lnTo>
                <a:lnTo>
                  <a:pt x="288304" y="182245"/>
                </a:lnTo>
                <a:lnTo>
                  <a:pt x="285369" y="183261"/>
                </a:lnTo>
                <a:lnTo>
                  <a:pt x="281432" y="184531"/>
                </a:lnTo>
                <a:lnTo>
                  <a:pt x="277368" y="185928"/>
                </a:lnTo>
                <a:lnTo>
                  <a:pt x="272669" y="187071"/>
                </a:lnTo>
                <a:lnTo>
                  <a:pt x="261874" y="189103"/>
                </a:lnTo>
                <a:lnTo>
                  <a:pt x="255650" y="189611"/>
                </a:lnTo>
                <a:lnTo>
                  <a:pt x="300990" y="189611"/>
                </a:lnTo>
                <a:lnTo>
                  <a:pt x="300990" y="183261"/>
                </a:lnTo>
                <a:lnTo>
                  <a:pt x="300736" y="182245"/>
                </a:lnTo>
                <a:lnTo>
                  <a:pt x="300355" y="181610"/>
                </a:lnTo>
                <a:lnTo>
                  <a:pt x="300164" y="181038"/>
                </a:lnTo>
                <a:lnTo>
                  <a:pt x="300100" y="180848"/>
                </a:lnTo>
                <a:lnTo>
                  <a:pt x="299593" y="180340"/>
                </a:lnTo>
                <a:lnTo>
                  <a:pt x="298958" y="180086"/>
                </a:lnTo>
                <a:lnTo>
                  <a:pt x="298450" y="179705"/>
                </a:lnTo>
                <a:close/>
              </a:path>
              <a:path w="307975" h="209550">
                <a:moveTo>
                  <a:pt x="292943" y="81534"/>
                </a:moveTo>
                <a:lnTo>
                  <a:pt x="241935" y="81534"/>
                </a:lnTo>
                <a:lnTo>
                  <a:pt x="251996" y="82296"/>
                </a:lnTo>
                <a:lnTo>
                  <a:pt x="251326" y="82296"/>
                </a:lnTo>
                <a:lnTo>
                  <a:pt x="280163" y="113817"/>
                </a:lnTo>
                <a:lnTo>
                  <a:pt x="280316" y="117475"/>
                </a:lnTo>
                <a:lnTo>
                  <a:pt x="280431" y="120253"/>
                </a:lnTo>
                <a:lnTo>
                  <a:pt x="280543" y="122936"/>
                </a:lnTo>
                <a:lnTo>
                  <a:pt x="307467" y="122936"/>
                </a:lnTo>
                <a:lnTo>
                  <a:pt x="307467" y="117094"/>
                </a:lnTo>
                <a:lnTo>
                  <a:pt x="306324" y="108839"/>
                </a:lnTo>
                <a:lnTo>
                  <a:pt x="303218" y="98994"/>
                </a:lnTo>
                <a:lnTo>
                  <a:pt x="301498" y="93472"/>
                </a:lnTo>
                <a:lnTo>
                  <a:pt x="297688" y="86741"/>
                </a:lnTo>
                <a:lnTo>
                  <a:pt x="292943" y="81534"/>
                </a:lnTo>
                <a:close/>
              </a:path>
            </a:pathLst>
          </a:custGeom>
          <a:solidFill>
            <a:srgbClr val="00C5D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16221" y="995172"/>
            <a:ext cx="186181" cy="210057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561212" y="1430147"/>
            <a:ext cx="197485" cy="3175"/>
          </a:xfrm>
          <a:custGeom>
            <a:avLst/>
            <a:gdLst/>
            <a:ahLst/>
            <a:cxnLst/>
            <a:rect l="l" t="t" r="r" b="b"/>
            <a:pathLst>
              <a:path w="197484" h="3175">
                <a:moveTo>
                  <a:pt x="0" y="0"/>
                </a:moveTo>
                <a:lnTo>
                  <a:pt x="197027" y="2793"/>
                </a:lnTo>
              </a:path>
            </a:pathLst>
          </a:custGeom>
          <a:ln w="41275">
            <a:solidFill>
              <a:srgbClr val="5AC9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0" name="object 10"/>
          <p:cNvGrpSpPr/>
          <p:nvPr/>
        </p:nvGrpSpPr>
        <p:grpSpPr>
          <a:xfrm>
            <a:off x="502284" y="0"/>
            <a:ext cx="11689080" cy="6857365"/>
            <a:chOff x="502284" y="0"/>
            <a:chExt cx="11689080" cy="6857365"/>
          </a:xfrm>
        </p:grpSpPr>
        <p:sp>
          <p:nvSpPr>
            <p:cNvPr id="11" name="object 11"/>
            <p:cNvSpPr/>
            <p:nvPr/>
          </p:nvSpPr>
          <p:spPr>
            <a:xfrm>
              <a:off x="5190236" y="0"/>
              <a:ext cx="7001509" cy="6857365"/>
            </a:xfrm>
            <a:custGeom>
              <a:avLst/>
              <a:gdLst/>
              <a:ahLst/>
              <a:cxnLst/>
              <a:rect l="l" t="t" r="r" b="b"/>
              <a:pathLst>
                <a:path w="7001509" h="6857365">
                  <a:moveTo>
                    <a:pt x="7001129" y="0"/>
                  </a:moveTo>
                  <a:lnTo>
                    <a:pt x="0" y="0"/>
                  </a:lnTo>
                  <a:lnTo>
                    <a:pt x="0" y="6857364"/>
                  </a:lnTo>
                  <a:lnTo>
                    <a:pt x="7001129" y="6857364"/>
                  </a:lnTo>
                  <a:lnTo>
                    <a:pt x="7001129" y="0"/>
                  </a:lnTo>
                  <a:close/>
                </a:path>
              </a:pathLst>
            </a:custGeom>
            <a:solidFill>
              <a:srgbClr val="FAFA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136514" y="995172"/>
              <a:ext cx="1498091" cy="26161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44938" y="994028"/>
              <a:ext cx="1091215" cy="211200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7058659" y="1781429"/>
              <a:ext cx="2066925" cy="2953385"/>
            </a:xfrm>
            <a:custGeom>
              <a:avLst/>
              <a:gdLst/>
              <a:ahLst/>
              <a:cxnLst/>
              <a:rect l="l" t="t" r="r" b="b"/>
              <a:pathLst>
                <a:path w="2066925" h="2953385">
                  <a:moveTo>
                    <a:pt x="2066544" y="0"/>
                  </a:moveTo>
                  <a:lnTo>
                    <a:pt x="0" y="0"/>
                  </a:lnTo>
                  <a:lnTo>
                    <a:pt x="0" y="2953258"/>
                  </a:lnTo>
                  <a:lnTo>
                    <a:pt x="2066544" y="2953258"/>
                  </a:lnTo>
                  <a:lnTo>
                    <a:pt x="206654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7058659" y="1781429"/>
              <a:ext cx="2066925" cy="2953385"/>
            </a:xfrm>
            <a:custGeom>
              <a:avLst/>
              <a:gdLst/>
              <a:ahLst/>
              <a:cxnLst/>
              <a:rect l="l" t="t" r="r" b="b"/>
              <a:pathLst>
                <a:path w="2066925" h="2953385">
                  <a:moveTo>
                    <a:pt x="0" y="2953258"/>
                  </a:moveTo>
                  <a:lnTo>
                    <a:pt x="2066544" y="2953258"/>
                  </a:lnTo>
                  <a:lnTo>
                    <a:pt x="2066544" y="0"/>
                  </a:lnTo>
                  <a:lnTo>
                    <a:pt x="0" y="0"/>
                  </a:lnTo>
                  <a:lnTo>
                    <a:pt x="0" y="2953258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153782" y="3776726"/>
              <a:ext cx="579247" cy="154812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7821676" y="3765677"/>
              <a:ext cx="256540" cy="166370"/>
            </a:xfrm>
            <a:custGeom>
              <a:avLst/>
              <a:gdLst/>
              <a:ahLst/>
              <a:cxnLst/>
              <a:rect l="l" t="t" r="r" b="b"/>
              <a:pathLst>
                <a:path w="256540" h="166370">
                  <a:moveTo>
                    <a:pt x="56896" y="47625"/>
                  </a:moveTo>
                  <a:lnTo>
                    <a:pt x="42291" y="47625"/>
                  </a:lnTo>
                  <a:lnTo>
                    <a:pt x="35051" y="49022"/>
                  </a:lnTo>
                  <a:lnTo>
                    <a:pt x="28701" y="51816"/>
                  </a:lnTo>
                  <a:lnTo>
                    <a:pt x="22478" y="54737"/>
                  </a:lnTo>
                  <a:lnTo>
                    <a:pt x="17145" y="58674"/>
                  </a:lnTo>
                  <a:lnTo>
                    <a:pt x="12953" y="64008"/>
                  </a:lnTo>
                  <a:lnTo>
                    <a:pt x="8763" y="69215"/>
                  </a:lnTo>
                  <a:lnTo>
                    <a:pt x="5588" y="75565"/>
                  </a:lnTo>
                  <a:lnTo>
                    <a:pt x="3264" y="83185"/>
                  </a:lnTo>
                  <a:lnTo>
                    <a:pt x="1254" y="90043"/>
                  </a:lnTo>
                  <a:lnTo>
                    <a:pt x="1143" y="90424"/>
                  </a:lnTo>
                  <a:lnTo>
                    <a:pt x="121" y="97917"/>
                  </a:lnTo>
                  <a:lnTo>
                    <a:pt x="0" y="115950"/>
                  </a:lnTo>
                  <a:lnTo>
                    <a:pt x="889" y="123317"/>
                  </a:lnTo>
                  <a:lnTo>
                    <a:pt x="2505" y="129667"/>
                  </a:lnTo>
                  <a:lnTo>
                    <a:pt x="4257" y="137033"/>
                  </a:lnTo>
                  <a:lnTo>
                    <a:pt x="31876" y="164337"/>
                  </a:lnTo>
                  <a:lnTo>
                    <a:pt x="39370" y="165862"/>
                  </a:lnTo>
                  <a:lnTo>
                    <a:pt x="56133" y="165862"/>
                  </a:lnTo>
                  <a:lnTo>
                    <a:pt x="63373" y="164337"/>
                  </a:lnTo>
                  <a:lnTo>
                    <a:pt x="69850" y="161036"/>
                  </a:lnTo>
                  <a:lnTo>
                    <a:pt x="76326" y="157861"/>
                  </a:lnTo>
                  <a:lnTo>
                    <a:pt x="82550" y="153416"/>
                  </a:lnTo>
                  <a:lnTo>
                    <a:pt x="88519" y="147574"/>
                  </a:lnTo>
                  <a:lnTo>
                    <a:pt x="116077" y="147574"/>
                  </a:lnTo>
                  <a:lnTo>
                    <a:pt x="116077" y="140843"/>
                  </a:lnTo>
                  <a:lnTo>
                    <a:pt x="51816" y="140843"/>
                  </a:lnTo>
                  <a:lnTo>
                    <a:pt x="48593" y="139954"/>
                  </a:lnTo>
                  <a:lnTo>
                    <a:pt x="48327" y="139954"/>
                  </a:lnTo>
                  <a:lnTo>
                    <a:pt x="42291" y="136017"/>
                  </a:lnTo>
                  <a:lnTo>
                    <a:pt x="39877" y="133350"/>
                  </a:lnTo>
                  <a:lnTo>
                    <a:pt x="38100" y="130048"/>
                  </a:lnTo>
                  <a:lnTo>
                    <a:pt x="36393" y="127000"/>
                  </a:lnTo>
                  <a:lnTo>
                    <a:pt x="35095" y="123317"/>
                  </a:lnTo>
                  <a:lnTo>
                    <a:pt x="33527" y="114808"/>
                  </a:lnTo>
                  <a:lnTo>
                    <a:pt x="33147" y="110617"/>
                  </a:lnTo>
                  <a:lnTo>
                    <a:pt x="33147" y="101981"/>
                  </a:lnTo>
                  <a:lnTo>
                    <a:pt x="33543" y="98806"/>
                  </a:lnTo>
                  <a:lnTo>
                    <a:pt x="33654" y="97917"/>
                  </a:lnTo>
                  <a:lnTo>
                    <a:pt x="35346" y="90424"/>
                  </a:lnTo>
                  <a:lnTo>
                    <a:pt x="35432" y="90043"/>
                  </a:lnTo>
                  <a:lnTo>
                    <a:pt x="36829" y="86487"/>
                  </a:lnTo>
                  <a:lnTo>
                    <a:pt x="52704" y="72643"/>
                  </a:lnTo>
                  <a:lnTo>
                    <a:pt x="116077" y="72643"/>
                  </a:lnTo>
                  <a:lnTo>
                    <a:pt x="116077" y="61722"/>
                  </a:lnTo>
                  <a:lnTo>
                    <a:pt x="83693" y="61722"/>
                  </a:lnTo>
                  <a:lnTo>
                    <a:pt x="78613" y="57150"/>
                  </a:lnTo>
                  <a:lnTo>
                    <a:pt x="73278" y="53593"/>
                  </a:lnTo>
                  <a:lnTo>
                    <a:pt x="62865" y="48768"/>
                  </a:lnTo>
                  <a:lnTo>
                    <a:pt x="56896" y="47625"/>
                  </a:lnTo>
                  <a:close/>
                </a:path>
                <a:path w="256540" h="166370">
                  <a:moveTo>
                    <a:pt x="116077" y="147574"/>
                  </a:moveTo>
                  <a:lnTo>
                    <a:pt x="88519" y="147574"/>
                  </a:lnTo>
                  <a:lnTo>
                    <a:pt x="88519" y="160020"/>
                  </a:lnTo>
                  <a:lnTo>
                    <a:pt x="88773" y="160781"/>
                  </a:lnTo>
                  <a:lnTo>
                    <a:pt x="89662" y="161925"/>
                  </a:lnTo>
                  <a:lnTo>
                    <a:pt x="90424" y="162433"/>
                  </a:lnTo>
                  <a:lnTo>
                    <a:pt x="91567" y="162814"/>
                  </a:lnTo>
                  <a:lnTo>
                    <a:pt x="92582" y="163195"/>
                  </a:lnTo>
                  <a:lnTo>
                    <a:pt x="93979" y="163449"/>
                  </a:lnTo>
                  <a:lnTo>
                    <a:pt x="95757" y="163703"/>
                  </a:lnTo>
                  <a:lnTo>
                    <a:pt x="108966" y="163703"/>
                  </a:lnTo>
                  <a:lnTo>
                    <a:pt x="110744" y="163449"/>
                  </a:lnTo>
                  <a:lnTo>
                    <a:pt x="112141" y="163195"/>
                  </a:lnTo>
                  <a:lnTo>
                    <a:pt x="113156" y="162814"/>
                  </a:lnTo>
                  <a:lnTo>
                    <a:pt x="114300" y="162433"/>
                  </a:lnTo>
                  <a:lnTo>
                    <a:pt x="114934" y="161925"/>
                  </a:lnTo>
                  <a:lnTo>
                    <a:pt x="115443" y="161417"/>
                  </a:lnTo>
                  <a:lnTo>
                    <a:pt x="115824" y="160781"/>
                  </a:lnTo>
                  <a:lnTo>
                    <a:pt x="116077" y="160020"/>
                  </a:lnTo>
                  <a:lnTo>
                    <a:pt x="116077" y="147574"/>
                  </a:lnTo>
                  <a:close/>
                </a:path>
                <a:path w="256540" h="166370">
                  <a:moveTo>
                    <a:pt x="116077" y="72643"/>
                  </a:moveTo>
                  <a:lnTo>
                    <a:pt x="61595" y="72643"/>
                  </a:lnTo>
                  <a:lnTo>
                    <a:pt x="66040" y="74041"/>
                  </a:lnTo>
                  <a:lnTo>
                    <a:pt x="70357" y="76835"/>
                  </a:lnTo>
                  <a:lnTo>
                    <a:pt x="74549" y="79756"/>
                  </a:lnTo>
                  <a:lnTo>
                    <a:pt x="79121" y="83820"/>
                  </a:lnTo>
                  <a:lnTo>
                    <a:pt x="83693" y="89154"/>
                  </a:lnTo>
                  <a:lnTo>
                    <a:pt x="83693" y="123952"/>
                  </a:lnTo>
                  <a:lnTo>
                    <a:pt x="69342" y="137033"/>
                  </a:lnTo>
                  <a:lnTo>
                    <a:pt x="67055" y="138430"/>
                  </a:lnTo>
                  <a:lnTo>
                    <a:pt x="64897" y="139446"/>
                  </a:lnTo>
                  <a:lnTo>
                    <a:pt x="62865" y="139954"/>
                  </a:lnTo>
                  <a:lnTo>
                    <a:pt x="60705" y="140589"/>
                  </a:lnTo>
                  <a:lnTo>
                    <a:pt x="58547" y="140843"/>
                  </a:lnTo>
                  <a:lnTo>
                    <a:pt x="116077" y="140843"/>
                  </a:lnTo>
                  <a:lnTo>
                    <a:pt x="116077" y="72643"/>
                  </a:lnTo>
                  <a:close/>
                </a:path>
                <a:path w="256540" h="166370">
                  <a:moveTo>
                    <a:pt x="105664" y="0"/>
                  </a:moveTo>
                  <a:lnTo>
                    <a:pt x="94106" y="0"/>
                  </a:lnTo>
                  <a:lnTo>
                    <a:pt x="89916" y="508"/>
                  </a:lnTo>
                  <a:lnTo>
                    <a:pt x="88265" y="762"/>
                  </a:lnTo>
                  <a:lnTo>
                    <a:pt x="86995" y="1270"/>
                  </a:lnTo>
                  <a:lnTo>
                    <a:pt x="85725" y="1650"/>
                  </a:lnTo>
                  <a:lnTo>
                    <a:pt x="84963" y="2159"/>
                  </a:lnTo>
                  <a:lnTo>
                    <a:pt x="83947" y="3429"/>
                  </a:lnTo>
                  <a:lnTo>
                    <a:pt x="83693" y="4191"/>
                  </a:lnTo>
                  <a:lnTo>
                    <a:pt x="83693" y="61722"/>
                  </a:lnTo>
                  <a:lnTo>
                    <a:pt x="116077" y="61722"/>
                  </a:lnTo>
                  <a:lnTo>
                    <a:pt x="116077" y="4191"/>
                  </a:lnTo>
                  <a:lnTo>
                    <a:pt x="115824" y="3429"/>
                  </a:lnTo>
                  <a:lnTo>
                    <a:pt x="114807" y="2159"/>
                  </a:lnTo>
                  <a:lnTo>
                    <a:pt x="113919" y="1650"/>
                  </a:lnTo>
                  <a:lnTo>
                    <a:pt x="112649" y="1270"/>
                  </a:lnTo>
                  <a:lnTo>
                    <a:pt x="111505" y="762"/>
                  </a:lnTo>
                  <a:lnTo>
                    <a:pt x="109854" y="508"/>
                  </a:lnTo>
                  <a:lnTo>
                    <a:pt x="105664" y="0"/>
                  </a:lnTo>
                  <a:close/>
                </a:path>
                <a:path w="256540" h="166370">
                  <a:moveTo>
                    <a:pt x="211708" y="47625"/>
                  </a:moveTo>
                  <a:lnTo>
                    <a:pt x="192913" y="47625"/>
                  </a:lnTo>
                  <a:lnTo>
                    <a:pt x="184657" y="49022"/>
                  </a:lnTo>
                  <a:lnTo>
                    <a:pt x="149859" y="75184"/>
                  </a:lnTo>
                  <a:lnTo>
                    <a:pt x="145532" y="88137"/>
                  </a:lnTo>
                  <a:lnTo>
                    <a:pt x="145432" y="88465"/>
                  </a:lnTo>
                  <a:lnTo>
                    <a:pt x="144160" y="94599"/>
                  </a:lnTo>
                  <a:lnTo>
                    <a:pt x="143388" y="101090"/>
                  </a:lnTo>
                  <a:lnTo>
                    <a:pt x="143367" y="115048"/>
                  </a:lnTo>
                  <a:lnTo>
                    <a:pt x="144081" y="121681"/>
                  </a:lnTo>
                  <a:lnTo>
                    <a:pt x="145272" y="127863"/>
                  </a:lnTo>
                  <a:lnTo>
                    <a:pt x="146828" y="133223"/>
                  </a:lnTo>
                  <a:lnTo>
                    <a:pt x="146939" y="133604"/>
                  </a:lnTo>
                  <a:lnTo>
                    <a:pt x="149478" y="140843"/>
                  </a:lnTo>
                  <a:lnTo>
                    <a:pt x="153416" y="146939"/>
                  </a:lnTo>
                  <a:lnTo>
                    <a:pt x="158623" y="151637"/>
                  </a:lnTo>
                  <a:lnTo>
                    <a:pt x="163702" y="156464"/>
                  </a:lnTo>
                  <a:lnTo>
                    <a:pt x="204850" y="165862"/>
                  </a:lnTo>
                  <a:lnTo>
                    <a:pt x="210566" y="165862"/>
                  </a:lnTo>
                  <a:lnTo>
                    <a:pt x="215066" y="165647"/>
                  </a:lnTo>
                  <a:lnTo>
                    <a:pt x="215642" y="165647"/>
                  </a:lnTo>
                  <a:lnTo>
                    <a:pt x="220852" y="164846"/>
                  </a:lnTo>
                  <a:lnTo>
                    <a:pt x="225932" y="164211"/>
                  </a:lnTo>
                  <a:lnTo>
                    <a:pt x="230377" y="163449"/>
                  </a:lnTo>
                  <a:lnTo>
                    <a:pt x="238125" y="161671"/>
                  </a:lnTo>
                  <a:lnTo>
                    <a:pt x="241300" y="160781"/>
                  </a:lnTo>
                  <a:lnTo>
                    <a:pt x="243840" y="159766"/>
                  </a:lnTo>
                  <a:lnTo>
                    <a:pt x="246252" y="158877"/>
                  </a:lnTo>
                  <a:lnTo>
                    <a:pt x="247776" y="158115"/>
                  </a:lnTo>
                  <a:lnTo>
                    <a:pt x="248412" y="157606"/>
                  </a:lnTo>
                  <a:lnTo>
                    <a:pt x="248920" y="156972"/>
                  </a:lnTo>
                  <a:lnTo>
                    <a:pt x="249427" y="156464"/>
                  </a:lnTo>
                  <a:lnTo>
                    <a:pt x="249681" y="155829"/>
                  </a:lnTo>
                  <a:lnTo>
                    <a:pt x="250063" y="155321"/>
                  </a:lnTo>
                  <a:lnTo>
                    <a:pt x="250317" y="154559"/>
                  </a:lnTo>
                  <a:lnTo>
                    <a:pt x="250571" y="153670"/>
                  </a:lnTo>
                  <a:lnTo>
                    <a:pt x="250483" y="143510"/>
                  </a:lnTo>
                  <a:lnTo>
                    <a:pt x="202183" y="143510"/>
                  </a:lnTo>
                  <a:lnTo>
                    <a:pt x="197484" y="142875"/>
                  </a:lnTo>
                  <a:lnTo>
                    <a:pt x="176275" y="118745"/>
                  </a:lnTo>
                  <a:lnTo>
                    <a:pt x="176275" y="114300"/>
                  </a:lnTo>
                  <a:lnTo>
                    <a:pt x="249554" y="114300"/>
                  </a:lnTo>
                  <a:lnTo>
                    <a:pt x="252095" y="113411"/>
                  </a:lnTo>
                  <a:lnTo>
                    <a:pt x="253873" y="111760"/>
                  </a:lnTo>
                  <a:lnTo>
                    <a:pt x="255524" y="109981"/>
                  </a:lnTo>
                  <a:lnTo>
                    <a:pt x="256413" y="107315"/>
                  </a:lnTo>
                  <a:lnTo>
                    <a:pt x="256413" y="95250"/>
                  </a:lnTo>
                  <a:lnTo>
                    <a:pt x="176275" y="95250"/>
                  </a:lnTo>
                  <a:lnTo>
                    <a:pt x="176398" y="91693"/>
                  </a:lnTo>
                  <a:lnTo>
                    <a:pt x="176977" y="88465"/>
                  </a:lnTo>
                  <a:lnTo>
                    <a:pt x="177038" y="88137"/>
                  </a:lnTo>
                  <a:lnTo>
                    <a:pt x="178180" y="84836"/>
                  </a:lnTo>
                  <a:lnTo>
                    <a:pt x="179197" y="81534"/>
                  </a:lnTo>
                  <a:lnTo>
                    <a:pt x="197103" y="68580"/>
                  </a:lnTo>
                  <a:lnTo>
                    <a:pt x="249106" y="68580"/>
                  </a:lnTo>
                  <a:lnTo>
                    <a:pt x="248030" y="66802"/>
                  </a:lnTo>
                  <a:lnTo>
                    <a:pt x="243713" y="62230"/>
                  </a:lnTo>
                  <a:lnTo>
                    <a:pt x="239268" y="57658"/>
                  </a:lnTo>
                  <a:lnTo>
                    <a:pt x="233679" y="54102"/>
                  </a:lnTo>
                  <a:lnTo>
                    <a:pt x="226822" y="51562"/>
                  </a:lnTo>
                  <a:lnTo>
                    <a:pt x="220290" y="49022"/>
                  </a:lnTo>
                  <a:lnTo>
                    <a:pt x="220789" y="49022"/>
                  </a:lnTo>
                  <a:lnTo>
                    <a:pt x="211708" y="47625"/>
                  </a:lnTo>
                  <a:close/>
                </a:path>
                <a:path w="256540" h="166370">
                  <a:moveTo>
                    <a:pt x="248284" y="136525"/>
                  </a:moveTo>
                  <a:lnTo>
                    <a:pt x="245067" y="136525"/>
                  </a:lnTo>
                  <a:lnTo>
                    <a:pt x="243967" y="136779"/>
                  </a:lnTo>
                  <a:lnTo>
                    <a:pt x="241807" y="137541"/>
                  </a:lnTo>
                  <a:lnTo>
                    <a:pt x="239775" y="138303"/>
                  </a:lnTo>
                  <a:lnTo>
                    <a:pt x="237235" y="139065"/>
                  </a:lnTo>
                  <a:lnTo>
                    <a:pt x="213487" y="143510"/>
                  </a:lnTo>
                  <a:lnTo>
                    <a:pt x="250483" y="143510"/>
                  </a:lnTo>
                  <a:lnTo>
                    <a:pt x="250444" y="138937"/>
                  </a:lnTo>
                  <a:lnTo>
                    <a:pt x="250190" y="138303"/>
                  </a:lnTo>
                  <a:lnTo>
                    <a:pt x="249808" y="137541"/>
                  </a:lnTo>
                  <a:lnTo>
                    <a:pt x="249300" y="137033"/>
                  </a:lnTo>
                  <a:lnTo>
                    <a:pt x="248284" y="136525"/>
                  </a:lnTo>
                  <a:close/>
                </a:path>
                <a:path w="256540" h="166370">
                  <a:moveTo>
                    <a:pt x="249106" y="68580"/>
                  </a:moveTo>
                  <a:lnTo>
                    <a:pt x="209423" y="68580"/>
                  </a:lnTo>
                  <a:lnTo>
                    <a:pt x="215519" y="70866"/>
                  </a:lnTo>
                  <a:lnTo>
                    <a:pt x="219455" y="75692"/>
                  </a:lnTo>
                  <a:lnTo>
                    <a:pt x="223393" y="80391"/>
                  </a:lnTo>
                  <a:lnTo>
                    <a:pt x="225171" y="86868"/>
                  </a:lnTo>
                  <a:lnTo>
                    <a:pt x="225132" y="88137"/>
                  </a:lnTo>
                  <a:lnTo>
                    <a:pt x="225024" y="91693"/>
                  </a:lnTo>
                  <a:lnTo>
                    <a:pt x="224917" y="95250"/>
                  </a:lnTo>
                  <a:lnTo>
                    <a:pt x="256413" y="95250"/>
                  </a:lnTo>
                  <a:lnTo>
                    <a:pt x="256413" y="91693"/>
                  </a:lnTo>
                  <a:lnTo>
                    <a:pt x="255397" y="84836"/>
                  </a:lnTo>
                  <a:lnTo>
                    <a:pt x="253446" y="78740"/>
                  </a:lnTo>
                  <a:lnTo>
                    <a:pt x="251332" y="72262"/>
                  </a:lnTo>
                  <a:lnTo>
                    <a:pt x="249106" y="68580"/>
                  </a:lnTo>
                  <a:close/>
                </a:path>
              </a:pathLst>
            </a:custGeom>
            <a:solidFill>
              <a:srgbClr val="17386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161783" y="4055236"/>
              <a:ext cx="1128776" cy="165862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7168388" y="4407027"/>
              <a:ext cx="205740" cy="76200"/>
            </a:xfrm>
            <a:custGeom>
              <a:avLst/>
              <a:gdLst/>
              <a:ahLst/>
              <a:cxnLst/>
              <a:rect l="l" t="t" r="r" b="b"/>
              <a:pathLst>
                <a:path w="205740" h="76200">
                  <a:moveTo>
                    <a:pt x="205739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05739" y="76200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879339" y="1781429"/>
              <a:ext cx="2066925" cy="2953385"/>
            </a:xfrm>
            <a:custGeom>
              <a:avLst/>
              <a:gdLst/>
              <a:ahLst/>
              <a:cxnLst/>
              <a:rect l="l" t="t" r="r" b="b"/>
              <a:pathLst>
                <a:path w="2066925" h="2953385">
                  <a:moveTo>
                    <a:pt x="2066543" y="0"/>
                  </a:moveTo>
                  <a:lnTo>
                    <a:pt x="0" y="0"/>
                  </a:lnTo>
                  <a:lnTo>
                    <a:pt x="0" y="2953258"/>
                  </a:lnTo>
                  <a:lnTo>
                    <a:pt x="2066543" y="2953258"/>
                  </a:lnTo>
                  <a:lnTo>
                    <a:pt x="2066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879339" y="1781429"/>
              <a:ext cx="2066925" cy="2953385"/>
            </a:xfrm>
            <a:custGeom>
              <a:avLst/>
              <a:gdLst/>
              <a:ahLst/>
              <a:cxnLst/>
              <a:rect l="l" t="t" r="r" b="b"/>
              <a:pathLst>
                <a:path w="2066925" h="2953385">
                  <a:moveTo>
                    <a:pt x="0" y="2953258"/>
                  </a:moveTo>
                  <a:lnTo>
                    <a:pt x="2066543" y="2953258"/>
                  </a:lnTo>
                  <a:lnTo>
                    <a:pt x="2066543" y="0"/>
                  </a:lnTo>
                  <a:lnTo>
                    <a:pt x="0" y="0"/>
                  </a:lnTo>
                  <a:lnTo>
                    <a:pt x="0" y="2953258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91354" y="3764153"/>
              <a:ext cx="1011047" cy="16738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989068" y="4407027"/>
              <a:ext cx="205740" cy="76200"/>
            </a:xfrm>
            <a:custGeom>
              <a:avLst/>
              <a:gdLst/>
              <a:ahLst/>
              <a:cxnLst/>
              <a:rect l="l" t="t" r="r" b="b"/>
              <a:pathLst>
                <a:path w="205739" h="76200">
                  <a:moveTo>
                    <a:pt x="20574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05740" y="76200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692527" y="1781429"/>
              <a:ext cx="2066925" cy="2953385"/>
            </a:xfrm>
            <a:custGeom>
              <a:avLst/>
              <a:gdLst/>
              <a:ahLst/>
              <a:cxnLst/>
              <a:rect l="l" t="t" r="r" b="b"/>
              <a:pathLst>
                <a:path w="2066925" h="2953385">
                  <a:moveTo>
                    <a:pt x="0" y="2953258"/>
                  </a:moveTo>
                  <a:lnTo>
                    <a:pt x="2066544" y="2953258"/>
                  </a:lnTo>
                  <a:lnTo>
                    <a:pt x="2066544" y="0"/>
                  </a:lnTo>
                  <a:lnTo>
                    <a:pt x="0" y="0"/>
                  </a:lnTo>
                  <a:lnTo>
                    <a:pt x="0" y="2953258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03398" y="3760089"/>
              <a:ext cx="1600200" cy="159131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2802255" y="4407027"/>
              <a:ext cx="205740" cy="76200"/>
            </a:xfrm>
            <a:custGeom>
              <a:avLst/>
              <a:gdLst/>
              <a:ahLst/>
              <a:cxnLst/>
              <a:rect l="l" t="t" r="r" b="b"/>
              <a:pathLst>
                <a:path w="205739" h="76200">
                  <a:moveTo>
                    <a:pt x="205739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05739" y="76200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8634" y="1781429"/>
              <a:ext cx="2065020" cy="2953385"/>
            </a:xfrm>
            <a:custGeom>
              <a:avLst/>
              <a:gdLst/>
              <a:ahLst/>
              <a:cxnLst/>
              <a:rect l="l" t="t" r="r" b="b"/>
              <a:pathLst>
                <a:path w="2065020" h="2953385">
                  <a:moveTo>
                    <a:pt x="0" y="2953258"/>
                  </a:moveTo>
                  <a:lnTo>
                    <a:pt x="2065019" y="2953258"/>
                  </a:lnTo>
                  <a:lnTo>
                    <a:pt x="2065019" y="0"/>
                  </a:lnTo>
                  <a:lnTo>
                    <a:pt x="0" y="0"/>
                  </a:lnTo>
                  <a:lnTo>
                    <a:pt x="0" y="2953258"/>
                  </a:lnTo>
                  <a:close/>
                </a:path>
              </a:pathLst>
            </a:custGeom>
            <a:ln w="12699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9023" y="3764153"/>
              <a:ext cx="1196822" cy="167386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903348" y="3815334"/>
              <a:ext cx="121919" cy="156210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09765" y="4055236"/>
              <a:ext cx="1198460" cy="165862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16838" y="4407027"/>
              <a:ext cx="205740" cy="76200"/>
            </a:xfrm>
            <a:custGeom>
              <a:avLst/>
              <a:gdLst/>
              <a:ahLst/>
              <a:cxnLst/>
              <a:rect l="l" t="t" r="r" b="b"/>
              <a:pathLst>
                <a:path w="205740" h="76200">
                  <a:moveTo>
                    <a:pt x="205739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05739" y="76200"/>
                  </a:lnTo>
                  <a:lnTo>
                    <a:pt x="205739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245600" y="1781429"/>
              <a:ext cx="2065020" cy="2953385"/>
            </a:xfrm>
            <a:custGeom>
              <a:avLst/>
              <a:gdLst/>
              <a:ahLst/>
              <a:cxnLst/>
              <a:rect l="l" t="t" r="r" b="b"/>
              <a:pathLst>
                <a:path w="2065020" h="2953385">
                  <a:moveTo>
                    <a:pt x="2064893" y="0"/>
                  </a:moveTo>
                  <a:lnTo>
                    <a:pt x="0" y="0"/>
                  </a:lnTo>
                  <a:lnTo>
                    <a:pt x="0" y="2953258"/>
                  </a:lnTo>
                  <a:lnTo>
                    <a:pt x="2064893" y="2953258"/>
                  </a:lnTo>
                  <a:lnTo>
                    <a:pt x="206489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9245600" y="1781429"/>
              <a:ext cx="2065020" cy="2953385"/>
            </a:xfrm>
            <a:custGeom>
              <a:avLst/>
              <a:gdLst/>
              <a:ahLst/>
              <a:cxnLst/>
              <a:rect l="l" t="t" r="r" b="b"/>
              <a:pathLst>
                <a:path w="2065020" h="2953385">
                  <a:moveTo>
                    <a:pt x="0" y="2953258"/>
                  </a:moveTo>
                  <a:lnTo>
                    <a:pt x="2065020" y="2953258"/>
                  </a:lnTo>
                  <a:lnTo>
                    <a:pt x="2065020" y="0"/>
                  </a:lnTo>
                  <a:lnTo>
                    <a:pt x="0" y="0"/>
                  </a:lnTo>
                  <a:lnTo>
                    <a:pt x="0" y="2953258"/>
                  </a:lnTo>
                  <a:close/>
                </a:path>
              </a:pathLst>
            </a:custGeom>
            <a:ln w="12699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9345803" y="3765296"/>
              <a:ext cx="1169162" cy="166243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01070" y="3813302"/>
              <a:ext cx="106299" cy="11823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9353550" y="4055236"/>
              <a:ext cx="782320" cy="165862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53677" y="4407027"/>
              <a:ext cx="205740" cy="76200"/>
            </a:xfrm>
            <a:custGeom>
              <a:avLst/>
              <a:gdLst/>
              <a:ahLst/>
              <a:cxnLst/>
              <a:rect l="l" t="t" r="r" b="b"/>
              <a:pathLst>
                <a:path w="205740" h="76200">
                  <a:moveTo>
                    <a:pt x="205740" y="0"/>
                  </a:moveTo>
                  <a:lnTo>
                    <a:pt x="0" y="0"/>
                  </a:lnTo>
                  <a:lnTo>
                    <a:pt x="0" y="76200"/>
                  </a:lnTo>
                  <a:lnTo>
                    <a:pt x="205740" y="76200"/>
                  </a:lnTo>
                  <a:lnTo>
                    <a:pt x="205740" y="0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765934" y="4897628"/>
              <a:ext cx="4058285" cy="1655445"/>
            </a:xfrm>
            <a:custGeom>
              <a:avLst/>
              <a:gdLst/>
              <a:ahLst/>
              <a:cxnLst/>
              <a:rect l="l" t="t" r="r" b="b"/>
              <a:pathLst>
                <a:path w="4058285" h="1655445">
                  <a:moveTo>
                    <a:pt x="4058285" y="0"/>
                  </a:moveTo>
                  <a:lnTo>
                    <a:pt x="0" y="0"/>
                  </a:lnTo>
                  <a:lnTo>
                    <a:pt x="0" y="1654962"/>
                  </a:lnTo>
                  <a:lnTo>
                    <a:pt x="4058285" y="1654962"/>
                  </a:lnTo>
                  <a:lnTo>
                    <a:pt x="40582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765934" y="4897653"/>
              <a:ext cx="4058285" cy="1655445"/>
            </a:xfrm>
            <a:custGeom>
              <a:avLst/>
              <a:gdLst/>
              <a:ahLst/>
              <a:cxnLst/>
              <a:rect l="l" t="t" r="r" b="b"/>
              <a:pathLst>
                <a:path w="4058285" h="1655445">
                  <a:moveTo>
                    <a:pt x="0" y="1654937"/>
                  </a:moveTo>
                  <a:lnTo>
                    <a:pt x="4058285" y="1654937"/>
                  </a:lnTo>
                  <a:lnTo>
                    <a:pt x="4058285" y="0"/>
                  </a:lnTo>
                  <a:lnTo>
                    <a:pt x="0" y="0"/>
                  </a:lnTo>
                  <a:lnTo>
                    <a:pt x="0" y="1654937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970524" y="4897628"/>
              <a:ext cx="4057015" cy="1655445"/>
            </a:xfrm>
            <a:custGeom>
              <a:avLst/>
              <a:gdLst/>
              <a:ahLst/>
              <a:cxnLst/>
              <a:rect l="l" t="t" r="r" b="b"/>
              <a:pathLst>
                <a:path w="4057015" h="1655445">
                  <a:moveTo>
                    <a:pt x="4056760" y="0"/>
                  </a:moveTo>
                  <a:lnTo>
                    <a:pt x="0" y="0"/>
                  </a:lnTo>
                  <a:lnTo>
                    <a:pt x="0" y="1654962"/>
                  </a:lnTo>
                  <a:lnTo>
                    <a:pt x="4056760" y="1654962"/>
                  </a:lnTo>
                  <a:lnTo>
                    <a:pt x="405676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970524" y="4897653"/>
              <a:ext cx="4057015" cy="1655445"/>
            </a:xfrm>
            <a:custGeom>
              <a:avLst/>
              <a:gdLst/>
              <a:ahLst/>
              <a:cxnLst/>
              <a:rect l="l" t="t" r="r" b="b"/>
              <a:pathLst>
                <a:path w="4057015" h="1655445">
                  <a:moveTo>
                    <a:pt x="0" y="1654937"/>
                  </a:moveTo>
                  <a:lnTo>
                    <a:pt x="4056760" y="1654937"/>
                  </a:lnTo>
                  <a:lnTo>
                    <a:pt x="4056760" y="0"/>
                  </a:lnTo>
                  <a:lnTo>
                    <a:pt x="0" y="0"/>
                  </a:lnTo>
                  <a:lnTo>
                    <a:pt x="0" y="1654937"/>
                  </a:lnTo>
                  <a:close/>
                </a:path>
              </a:pathLst>
            </a:custGeom>
            <a:ln w="12700">
              <a:solidFill>
                <a:srgbClr val="5AC9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2" name="object 4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881251" y="5625681"/>
              <a:ext cx="865124" cy="19753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9244076" y="1779777"/>
              <a:ext cx="2064893" cy="166408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825368" y="5666956"/>
              <a:ext cx="121919" cy="15626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82140" y="5910427"/>
              <a:ext cx="1591690" cy="162369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115938" y="5636945"/>
              <a:ext cx="1137919" cy="167627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339456" y="5688291"/>
              <a:ext cx="120776" cy="156260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106794" y="5926505"/>
              <a:ext cx="1204086" cy="167627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1869567" y="6244780"/>
              <a:ext cx="4431665" cy="78105"/>
            </a:xfrm>
            <a:custGeom>
              <a:avLst/>
              <a:gdLst/>
              <a:ahLst/>
              <a:cxnLst/>
              <a:rect l="l" t="t" r="r" b="b"/>
              <a:pathLst>
                <a:path w="4431665" h="78104">
                  <a:moveTo>
                    <a:pt x="205740" y="0"/>
                  </a:moveTo>
                  <a:lnTo>
                    <a:pt x="0" y="0"/>
                  </a:lnTo>
                  <a:lnTo>
                    <a:pt x="0" y="76187"/>
                  </a:lnTo>
                  <a:lnTo>
                    <a:pt x="205740" y="76187"/>
                  </a:lnTo>
                  <a:lnTo>
                    <a:pt x="205740" y="0"/>
                  </a:lnTo>
                  <a:close/>
                </a:path>
                <a:path w="4431665" h="78104">
                  <a:moveTo>
                    <a:pt x="4431665" y="1511"/>
                  </a:moveTo>
                  <a:lnTo>
                    <a:pt x="4225925" y="1511"/>
                  </a:lnTo>
                  <a:lnTo>
                    <a:pt x="4225925" y="77711"/>
                  </a:lnTo>
                  <a:lnTo>
                    <a:pt x="4431665" y="77711"/>
                  </a:lnTo>
                  <a:lnTo>
                    <a:pt x="4431665" y="1511"/>
                  </a:lnTo>
                  <a:close/>
                </a:path>
              </a:pathLst>
            </a:custGeom>
            <a:solidFill>
              <a:srgbClr val="5AC9D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0" name="object 50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08634" y="1779777"/>
              <a:ext cx="2057400" cy="1641221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691002" y="1773808"/>
              <a:ext cx="2058924" cy="1641221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85436" y="1773682"/>
              <a:ext cx="2060448" cy="165036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7075424" y="1778254"/>
              <a:ext cx="2045207" cy="1657985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748531" y="4908321"/>
              <a:ext cx="2065019" cy="164426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765795" y="4906797"/>
              <a:ext cx="2250948" cy="1645793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10725784" y="192404"/>
              <a:ext cx="1176655" cy="280035"/>
            </a:xfrm>
            <a:custGeom>
              <a:avLst/>
              <a:gdLst/>
              <a:ahLst/>
              <a:cxnLst/>
              <a:rect l="l" t="t" r="r" b="b"/>
              <a:pathLst>
                <a:path w="1176654" h="280034">
                  <a:moveTo>
                    <a:pt x="1176654" y="0"/>
                  </a:moveTo>
                  <a:lnTo>
                    <a:pt x="0" y="0"/>
                  </a:lnTo>
                  <a:lnTo>
                    <a:pt x="0" y="280035"/>
                  </a:lnTo>
                  <a:lnTo>
                    <a:pt x="1176654" y="280035"/>
                  </a:lnTo>
                  <a:lnTo>
                    <a:pt x="117665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0725784" y="192404"/>
              <a:ext cx="1176655" cy="280035"/>
            </a:xfrm>
            <a:custGeom>
              <a:avLst/>
              <a:gdLst/>
              <a:ahLst/>
              <a:cxnLst/>
              <a:rect l="l" t="t" r="r" b="b"/>
              <a:pathLst>
                <a:path w="1176654" h="280034">
                  <a:moveTo>
                    <a:pt x="0" y="280035"/>
                  </a:moveTo>
                  <a:lnTo>
                    <a:pt x="1176654" y="280035"/>
                  </a:lnTo>
                  <a:lnTo>
                    <a:pt x="1176654" y="0"/>
                  </a:lnTo>
                  <a:lnTo>
                    <a:pt x="0" y="0"/>
                  </a:lnTo>
                  <a:lnTo>
                    <a:pt x="0" y="280035"/>
                  </a:lnTo>
                  <a:close/>
                </a:path>
              </a:pathLst>
            </a:custGeom>
            <a:ln w="12699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95147" y="624586"/>
            <a:ext cx="81026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77777"/>
                </a:solidFill>
                <a:latin typeface="Calibri"/>
                <a:cs typeface="Calibri"/>
              </a:rPr>
              <a:t>IA</a:t>
            </a:r>
            <a:r>
              <a:rPr sz="1000" spc="-10" dirty="0">
                <a:solidFill>
                  <a:srgbClr val="777777"/>
                </a:solidFill>
                <a:latin typeface="Calibri"/>
                <a:cs typeface="Calibri"/>
              </a:rPr>
              <a:t> GENERATIVA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1555" y="1494790"/>
            <a:ext cx="50565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13375E"/>
                </a:solidFill>
              </a:rPr>
              <a:t>Enfoque</a:t>
            </a:r>
            <a:r>
              <a:rPr sz="2400" spc="-100" dirty="0">
                <a:solidFill>
                  <a:srgbClr val="13375E"/>
                </a:solidFill>
              </a:rPr>
              <a:t> </a:t>
            </a:r>
            <a:r>
              <a:rPr sz="2400" dirty="0">
                <a:solidFill>
                  <a:srgbClr val="00C5DA"/>
                </a:solidFill>
              </a:rPr>
              <a:t>Inteligencia</a:t>
            </a:r>
            <a:r>
              <a:rPr sz="2400" spc="-90" dirty="0">
                <a:solidFill>
                  <a:srgbClr val="00C5DA"/>
                </a:solidFill>
              </a:rPr>
              <a:t> </a:t>
            </a:r>
            <a:r>
              <a:rPr sz="2400" dirty="0">
                <a:solidFill>
                  <a:srgbClr val="00C5DA"/>
                </a:solidFill>
              </a:rPr>
              <a:t>Artificial</a:t>
            </a:r>
            <a:r>
              <a:rPr sz="2400" spc="-85" dirty="0">
                <a:solidFill>
                  <a:srgbClr val="00C5DA"/>
                </a:solidFill>
              </a:rPr>
              <a:t> </a:t>
            </a:r>
            <a:r>
              <a:rPr sz="2400" spc="-10" dirty="0">
                <a:solidFill>
                  <a:srgbClr val="00C5DA"/>
                </a:solidFill>
              </a:rPr>
              <a:t>Generativa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3267709" y="3053207"/>
            <a:ext cx="1332865" cy="1195070"/>
          </a:xfrm>
          <a:custGeom>
            <a:avLst/>
            <a:gdLst/>
            <a:ahLst/>
            <a:cxnLst/>
            <a:rect l="l" t="t" r="r" b="b"/>
            <a:pathLst>
              <a:path w="1332864" h="1195070">
                <a:moveTo>
                  <a:pt x="682243" y="0"/>
                </a:moveTo>
                <a:lnTo>
                  <a:pt x="632761" y="1305"/>
                </a:lnTo>
                <a:lnTo>
                  <a:pt x="584028" y="5209"/>
                </a:lnTo>
                <a:lnTo>
                  <a:pt x="536196" y="11690"/>
                </a:lnTo>
                <a:lnTo>
                  <a:pt x="489416" y="20728"/>
                </a:lnTo>
                <a:lnTo>
                  <a:pt x="443841" y="32302"/>
                </a:lnTo>
                <a:lnTo>
                  <a:pt x="399621" y="46393"/>
                </a:lnTo>
                <a:lnTo>
                  <a:pt x="356908" y="62979"/>
                </a:lnTo>
                <a:lnTo>
                  <a:pt x="315853" y="82041"/>
                </a:lnTo>
                <a:lnTo>
                  <a:pt x="276608" y="103558"/>
                </a:lnTo>
                <a:lnTo>
                  <a:pt x="239324" y="127510"/>
                </a:lnTo>
                <a:lnTo>
                  <a:pt x="204152" y="153876"/>
                </a:lnTo>
                <a:lnTo>
                  <a:pt x="171244" y="182636"/>
                </a:lnTo>
                <a:lnTo>
                  <a:pt x="140752" y="213769"/>
                </a:lnTo>
                <a:lnTo>
                  <a:pt x="112827" y="247255"/>
                </a:lnTo>
                <a:lnTo>
                  <a:pt x="87619" y="283074"/>
                </a:lnTo>
                <a:lnTo>
                  <a:pt x="65282" y="321205"/>
                </a:lnTo>
                <a:lnTo>
                  <a:pt x="45965" y="361628"/>
                </a:lnTo>
                <a:lnTo>
                  <a:pt x="29822" y="404323"/>
                </a:lnTo>
                <a:lnTo>
                  <a:pt x="17002" y="449268"/>
                </a:lnTo>
                <a:lnTo>
                  <a:pt x="7657" y="496445"/>
                </a:lnTo>
                <a:lnTo>
                  <a:pt x="1939" y="545831"/>
                </a:lnTo>
                <a:lnTo>
                  <a:pt x="0" y="597407"/>
                </a:lnTo>
                <a:lnTo>
                  <a:pt x="1672" y="644723"/>
                </a:lnTo>
                <a:lnTo>
                  <a:pt x="6630" y="690639"/>
                </a:lnTo>
                <a:lnTo>
                  <a:pt x="14787" y="735077"/>
                </a:lnTo>
                <a:lnTo>
                  <a:pt x="26055" y="777961"/>
                </a:lnTo>
                <a:lnTo>
                  <a:pt x="40345" y="819210"/>
                </a:lnTo>
                <a:lnTo>
                  <a:pt x="57571" y="858747"/>
                </a:lnTo>
                <a:lnTo>
                  <a:pt x="77644" y="896495"/>
                </a:lnTo>
                <a:lnTo>
                  <a:pt x="100477" y="932373"/>
                </a:lnTo>
                <a:lnTo>
                  <a:pt x="125982" y="966305"/>
                </a:lnTo>
                <a:lnTo>
                  <a:pt x="154072" y="998213"/>
                </a:lnTo>
                <a:lnTo>
                  <a:pt x="184658" y="1028017"/>
                </a:lnTo>
                <a:lnTo>
                  <a:pt x="217652" y="1055640"/>
                </a:lnTo>
                <a:lnTo>
                  <a:pt x="252968" y="1081003"/>
                </a:lnTo>
                <a:lnTo>
                  <a:pt x="290517" y="1104029"/>
                </a:lnTo>
                <a:lnTo>
                  <a:pt x="330211" y="1124638"/>
                </a:lnTo>
                <a:lnTo>
                  <a:pt x="371964" y="1142754"/>
                </a:lnTo>
                <a:lnTo>
                  <a:pt x="415686" y="1158297"/>
                </a:lnTo>
                <a:lnTo>
                  <a:pt x="461291" y="1171189"/>
                </a:lnTo>
                <a:lnTo>
                  <a:pt x="508691" y="1181353"/>
                </a:lnTo>
                <a:lnTo>
                  <a:pt x="557798" y="1188709"/>
                </a:lnTo>
                <a:lnTo>
                  <a:pt x="608523" y="1193181"/>
                </a:lnTo>
                <a:lnTo>
                  <a:pt x="660780" y="1194688"/>
                </a:lnTo>
                <a:lnTo>
                  <a:pt x="719819" y="1193012"/>
                </a:lnTo>
                <a:lnTo>
                  <a:pt x="775577" y="1187982"/>
                </a:lnTo>
                <a:lnTo>
                  <a:pt x="828095" y="1179597"/>
                </a:lnTo>
                <a:lnTo>
                  <a:pt x="877414" y="1167858"/>
                </a:lnTo>
                <a:lnTo>
                  <a:pt x="923575" y="1152763"/>
                </a:lnTo>
                <a:lnTo>
                  <a:pt x="966620" y="1134311"/>
                </a:lnTo>
                <a:lnTo>
                  <a:pt x="1006589" y="1112501"/>
                </a:lnTo>
                <a:lnTo>
                  <a:pt x="1043524" y="1087334"/>
                </a:lnTo>
                <a:lnTo>
                  <a:pt x="1077466" y="1058808"/>
                </a:lnTo>
                <a:lnTo>
                  <a:pt x="1108455" y="1026921"/>
                </a:lnTo>
                <a:lnTo>
                  <a:pt x="1113916" y="1026921"/>
                </a:lnTo>
                <a:lnTo>
                  <a:pt x="1129918" y="1171320"/>
                </a:lnTo>
                <a:lnTo>
                  <a:pt x="1332356" y="1171320"/>
                </a:lnTo>
                <a:lnTo>
                  <a:pt x="1332356" y="563117"/>
                </a:lnTo>
                <a:lnTo>
                  <a:pt x="719836" y="563117"/>
                </a:lnTo>
                <a:lnTo>
                  <a:pt x="719836" y="776096"/>
                </a:lnTo>
                <a:lnTo>
                  <a:pt x="1063752" y="776096"/>
                </a:lnTo>
                <a:lnTo>
                  <a:pt x="1049049" y="811505"/>
                </a:lnTo>
                <a:lnTo>
                  <a:pt x="1026832" y="843081"/>
                </a:lnTo>
                <a:lnTo>
                  <a:pt x="997674" y="870735"/>
                </a:lnTo>
                <a:lnTo>
                  <a:pt x="962150" y="894378"/>
                </a:lnTo>
                <a:lnTo>
                  <a:pt x="920836" y="913922"/>
                </a:lnTo>
                <a:lnTo>
                  <a:pt x="874305" y="929277"/>
                </a:lnTo>
                <a:lnTo>
                  <a:pt x="823134" y="940355"/>
                </a:lnTo>
                <a:lnTo>
                  <a:pt x="767896" y="947067"/>
                </a:lnTo>
                <a:lnTo>
                  <a:pt x="709167" y="949324"/>
                </a:lnTo>
                <a:lnTo>
                  <a:pt x="668725" y="948146"/>
                </a:lnTo>
                <a:lnTo>
                  <a:pt x="626897" y="944429"/>
                </a:lnTo>
                <a:lnTo>
                  <a:pt x="584384" y="937902"/>
                </a:lnTo>
                <a:lnTo>
                  <a:pt x="541887" y="928292"/>
                </a:lnTo>
                <a:lnTo>
                  <a:pt x="500109" y="915329"/>
                </a:lnTo>
                <a:lnTo>
                  <a:pt x="459750" y="898739"/>
                </a:lnTo>
                <a:lnTo>
                  <a:pt x="421512" y="878252"/>
                </a:lnTo>
                <a:lnTo>
                  <a:pt x="386097" y="853595"/>
                </a:lnTo>
                <a:lnTo>
                  <a:pt x="354206" y="824497"/>
                </a:lnTo>
                <a:lnTo>
                  <a:pt x="326540" y="790686"/>
                </a:lnTo>
                <a:lnTo>
                  <a:pt x="303801" y="751889"/>
                </a:lnTo>
                <a:lnTo>
                  <a:pt x="286691" y="707835"/>
                </a:lnTo>
                <a:lnTo>
                  <a:pt x="275910" y="658252"/>
                </a:lnTo>
                <a:lnTo>
                  <a:pt x="272161" y="602868"/>
                </a:lnTo>
                <a:lnTo>
                  <a:pt x="275311" y="552824"/>
                </a:lnTo>
                <a:lnTo>
                  <a:pt x="284519" y="506107"/>
                </a:lnTo>
                <a:lnTo>
                  <a:pt x="299425" y="462836"/>
                </a:lnTo>
                <a:lnTo>
                  <a:pt x="319667" y="423127"/>
                </a:lnTo>
                <a:lnTo>
                  <a:pt x="344882" y="387100"/>
                </a:lnTo>
                <a:lnTo>
                  <a:pt x="374709" y="354870"/>
                </a:lnTo>
                <a:lnTo>
                  <a:pt x="408786" y="326557"/>
                </a:lnTo>
                <a:lnTo>
                  <a:pt x="446752" y="302276"/>
                </a:lnTo>
                <a:lnTo>
                  <a:pt x="488244" y="282147"/>
                </a:lnTo>
                <a:lnTo>
                  <a:pt x="532901" y="266286"/>
                </a:lnTo>
                <a:lnTo>
                  <a:pt x="580361" y="254811"/>
                </a:lnTo>
                <a:lnTo>
                  <a:pt x="630262" y="247840"/>
                </a:lnTo>
                <a:lnTo>
                  <a:pt x="682243" y="245490"/>
                </a:lnTo>
                <a:lnTo>
                  <a:pt x="743494" y="249118"/>
                </a:lnTo>
                <a:lnTo>
                  <a:pt x="799570" y="259535"/>
                </a:lnTo>
                <a:lnTo>
                  <a:pt x="850603" y="276041"/>
                </a:lnTo>
                <a:lnTo>
                  <a:pt x="896726" y="297938"/>
                </a:lnTo>
                <a:lnTo>
                  <a:pt x="938070" y="324526"/>
                </a:lnTo>
                <a:lnTo>
                  <a:pt x="974767" y="355106"/>
                </a:lnTo>
                <a:lnTo>
                  <a:pt x="1006948" y="388978"/>
                </a:lnTo>
                <a:lnTo>
                  <a:pt x="1034745" y="425444"/>
                </a:lnTo>
                <a:lnTo>
                  <a:pt x="1058290" y="463803"/>
                </a:lnTo>
                <a:lnTo>
                  <a:pt x="1303654" y="368172"/>
                </a:lnTo>
                <a:lnTo>
                  <a:pt x="1285833" y="330133"/>
                </a:lnTo>
                <a:lnTo>
                  <a:pt x="1264644" y="293283"/>
                </a:lnTo>
                <a:lnTo>
                  <a:pt x="1240209" y="257797"/>
                </a:lnTo>
                <a:lnTo>
                  <a:pt x="1212649" y="223849"/>
                </a:lnTo>
                <a:lnTo>
                  <a:pt x="1182085" y="191614"/>
                </a:lnTo>
                <a:lnTo>
                  <a:pt x="1148637" y="161267"/>
                </a:lnTo>
                <a:lnTo>
                  <a:pt x="1112428" y="132982"/>
                </a:lnTo>
                <a:lnTo>
                  <a:pt x="1073578" y="106934"/>
                </a:lnTo>
                <a:lnTo>
                  <a:pt x="1032208" y="83296"/>
                </a:lnTo>
                <a:lnTo>
                  <a:pt x="988440" y="62244"/>
                </a:lnTo>
                <a:lnTo>
                  <a:pt x="942395" y="43952"/>
                </a:lnTo>
                <a:lnTo>
                  <a:pt x="894193" y="28594"/>
                </a:lnTo>
                <a:lnTo>
                  <a:pt x="843955" y="16346"/>
                </a:lnTo>
                <a:lnTo>
                  <a:pt x="791804" y="7381"/>
                </a:lnTo>
                <a:lnTo>
                  <a:pt x="737860" y="1874"/>
                </a:lnTo>
                <a:lnTo>
                  <a:pt x="68224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757674" y="3376294"/>
            <a:ext cx="954405" cy="871855"/>
          </a:xfrm>
          <a:custGeom>
            <a:avLst/>
            <a:gdLst/>
            <a:ahLst/>
            <a:cxnLst/>
            <a:rect l="l" t="t" r="r" b="b"/>
            <a:pathLst>
              <a:path w="954404" h="871854">
                <a:moveTo>
                  <a:pt x="954405" y="642493"/>
                </a:moveTo>
                <a:lnTo>
                  <a:pt x="719836" y="546862"/>
                </a:lnTo>
                <a:lnTo>
                  <a:pt x="689559" y="585635"/>
                </a:lnTo>
                <a:lnTo>
                  <a:pt x="651205" y="615492"/>
                </a:lnTo>
                <a:lnTo>
                  <a:pt x="606132" y="636612"/>
                </a:lnTo>
                <a:lnTo>
                  <a:pt x="555739" y="649147"/>
                </a:lnTo>
                <a:lnTo>
                  <a:pt x="501396" y="653288"/>
                </a:lnTo>
                <a:lnTo>
                  <a:pt x="479933" y="651002"/>
                </a:lnTo>
                <a:lnTo>
                  <a:pt x="412369" y="643890"/>
                </a:lnTo>
                <a:lnTo>
                  <a:pt x="365150" y="629488"/>
                </a:lnTo>
                <a:lnTo>
                  <a:pt x="324167" y="608634"/>
                </a:lnTo>
                <a:lnTo>
                  <a:pt x="290614" y="581469"/>
                </a:lnTo>
                <a:lnTo>
                  <a:pt x="265709" y="548170"/>
                </a:lnTo>
                <a:lnTo>
                  <a:pt x="250698" y="508889"/>
                </a:lnTo>
                <a:lnTo>
                  <a:pt x="479933" y="508889"/>
                </a:lnTo>
                <a:lnTo>
                  <a:pt x="949071" y="508889"/>
                </a:lnTo>
                <a:lnTo>
                  <a:pt x="949071" y="447548"/>
                </a:lnTo>
                <a:lnTo>
                  <a:pt x="946492" y="394665"/>
                </a:lnTo>
                <a:lnTo>
                  <a:pt x="938974" y="344932"/>
                </a:lnTo>
                <a:lnTo>
                  <a:pt x="926833" y="298399"/>
                </a:lnTo>
                <a:lnTo>
                  <a:pt x="910348" y="255092"/>
                </a:lnTo>
                <a:lnTo>
                  <a:pt x="889838" y="215049"/>
                </a:lnTo>
                <a:lnTo>
                  <a:pt x="865606" y="178308"/>
                </a:lnTo>
                <a:lnTo>
                  <a:pt x="837946" y="144907"/>
                </a:lnTo>
                <a:lnTo>
                  <a:pt x="807173" y="114858"/>
                </a:lnTo>
                <a:lnTo>
                  <a:pt x="773582" y="88226"/>
                </a:lnTo>
                <a:lnTo>
                  <a:pt x="737489" y="65024"/>
                </a:lnTo>
                <a:lnTo>
                  <a:pt x="699198" y="45300"/>
                </a:lnTo>
                <a:lnTo>
                  <a:pt x="698373" y="44970"/>
                </a:lnTo>
                <a:lnTo>
                  <a:pt x="698373" y="346456"/>
                </a:lnTo>
                <a:lnTo>
                  <a:pt x="479933" y="346456"/>
                </a:lnTo>
                <a:lnTo>
                  <a:pt x="261366" y="346456"/>
                </a:lnTo>
                <a:lnTo>
                  <a:pt x="279184" y="307378"/>
                </a:lnTo>
                <a:lnTo>
                  <a:pt x="304114" y="273583"/>
                </a:lnTo>
                <a:lnTo>
                  <a:pt x="336397" y="245897"/>
                </a:lnTo>
                <a:lnTo>
                  <a:pt x="376301" y="225120"/>
                </a:lnTo>
                <a:lnTo>
                  <a:pt x="424053" y="212051"/>
                </a:lnTo>
                <a:lnTo>
                  <a:pt x="479933" y="207518"/>
                </a:lnTo>
                <a:lnTo>
                  <a:pt x="532904" y="211175"/>
                </a:lnTo>
                <a:lnTo>
                  <a:pt x="581520" y="222288"/>
                </a:lnTo>
                <a:lnTo>
                  <a:pt x="624052" y="241134"/>
                </a:lnTo>
                <a:lnTo>
                  <a:pt x="658837" y="267944"/>
                </a:lnTo>
                <a:lnTo>
                  <a:pt x="684174" y="302971"/>
                </a:lnTo>
                <a:lnTo>
                  <a:pt x="698373" y="346456"/>
                </a:lnTo>
                <a:lnTo>
                  <a:pt x="698373" y="44970"/>
                </a:lnTo>
                <a:lnTo>
                  <a:pt x="658990" y="29095"/>
                </a:lnTo>
                <a:lnTo>
                  <a:pt x="617194" y="16421"/>
                </a:lnTo>
                <a:lnTo>
                  <a:pt x="574103" y="7327"/>
                </a:lnTo>
                <a:lnTo>
                  <a:pt x="530021" y="1841"/>
                </a:lnTo>
                <a:lnTo>
                  <a:pt x="485267" y="0"/>
                </a:lnTo>
                <a:lnTo>
                  <a:pt x="479933" y="508"/>
                </a:lnTo>
                <a:lnTo>
                  <a:pt x="383159" y="8382"/>
                </a:lnTo>
                <a:lnTo>
                  <a:pt x="335394" y="18681"/>
                </a:lnTo>
                <a:lnTo>
                  <a:pt x="290068" y="32804"/>
                </a:lnTo>
                <a:lnTo>
                  <a:pt x="247332" y="50596"/>
                </a:lnTo>
                <a:lnTo>
                  <a:pt x="207391" y="71894"/>
                </a:lnTo>
                <a:lnTo>
                  <a:pt x="170395" y="96532"/>
                </a:lnTo>
                <a:lnTo>
                  <a:pt x="136537" y="124358"/>
                </a:lnTo>
                <a:lnTo>
                  <a:pt x="105994" y="155194"/>
                </a:lnTo>
                <a:lnTo>
                  <a:pt x="78943" y="188912"/>
                </a:lnTo>
                <a:lnTo>
                  <a:pt x="55562" y="225310"/>
                </a:lnTo>
                <a:lnTo>
                  <a:pt x="36029" y="264261"/>
                </a:lnTo>
                <a:lnTo>
                  <a:pt x="20535" y="305587"/>
                </a:lnTo>
                <a:lnTo>
                  <a:pt x="9245" y="349123"/>
                </a:lnTo>
                <a:lnTo>
                  <a:pt x="2336" y="394728"/>
                </a:lnTo>
                <a:lnTo>
                  <a:pt x="0" y="442214"/>
                </a:lnTo>
                <a:lnTo>
                  <a:pt x="2514" y="490143"/>
                </a:lnTo>
                <a:lnTo>
                  <a:pt x="9931" y="535762"/>
                </a:lnTo>
                <a:lnTo>
                  <a:pt x="22021" y="578967"/>
                </a:lnTo>
                <a:lnTo>
                  <a:pt x="38544" y="619658"/>
                </a:lnTo>
                <a:lnTo>
                  <a:pt x="59296" y="657707"/>
                </a:lnTo>
                <a:lnTo>
                  <a:pt x="84035" y="693026"/>
                </a:lnTo>
                <a:lnTo>
                  <a:pt x="112547" y="725487"/>
                </a:lnTo>
                <a:lnTo>
                  <a:pt x="144602" y="755015"/>
                </a:lnTo>
                <a:lnTo>
                  <a:pt x="179959" y="781456"/>
                </a:lnTo>
                <a:lnTo>
                  <a:pt x="218414" y="804748"/>
                </a:lnTo>
                <a:lnTo>
                  <a:pt x="259740" y="824738"/>
                </a:lnTo>
                <a:lnTo>
                  <a:pt x="303707" y="841362"/>
                </a:lnTo>
                <a:lnTo>
                  <a:pt x="350075" y="854468"/>
                </a:lnTo>
                <a:lnTo>
                  <a:pt x="398653" y="863981"/>
                </a:lnTo>
                <a:lnTo>
                  <a:pt x="479933" y="870077"/>
                </a:lnTo>
                <a:lnTo>
                  <a:pt x="501396" y="871601"/>
                </a:lnTo>
                <a:lnTo>
                  <a:pt x="560959" y="869035"/>
                </a:lnTo>
                <a:lnTo>
                  <a:pt x="617397" y="861593"/>
                </a:lnTo>
                <a:lnTo>
                  <a:pt x="670534" y="849693"/>
                </a:lnTo>
                <a:lnTo>
                  <a:pt x="720191" y="833729"/>
                </a:lnTo>
                <a:lnTo>
                  <a:pt x="766165" y="814108"/>
                </a:lnTo>
                <a:lnTo>
                  <a:pt x="808266" y="791248"/>
                </a:lnTo>
                <a:lnTo>
                  <a:pt x="846328" y="765556"/>
                </a:lnTo>
                <a:lnTo>
                  <a:pt x="880160" y="737412"/>
                </a:lnTo>
                <a:lnTo>
                  <a:pt x="909574" y="707263"/>
                </a:lnTo>
                <a:lnTo>
                  <a:pt x="934377" y="675487"/>
                </a:lnTo>
                <a:lnTo>
                  <a:pt x="954405" y="64249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887592" y="3376295"/>
            <a:ext cx="883285" cy="848360"/>
          </a:xfrm>
          <a:custGeom>
            <a:avLst/>
            <a:gdLst/>
            <a:ahLst/>
            <a:cxnLst/>
            <a:rect l="l" t="t" r="r" b="b"/>
            <a:pathLst>
              <a:path w="883284" h="848360">
                <a:moveTo>
                  <a:pt x="546227" y="0"/>
                </a:moveTo>
                <a:lnTo>
                  <a:pt x="497553" y="2459"/>
                </a:lnTo>
                <a:lnTo>
                  <a:pt x="450096" y="9942"/>
                </a:lnTo>
                <a:lnTo>
                  <a:pt x="404421" y="22603"/>
                </a:lnTo>
                <a:lnTo>
                  <a:pt x="361092" y="40598"/>
                </a:lnTo>
                <a:lnTo>
                  <a:pt x="320674" y="64083"/>
                </a:lnTo>
                <a:lnTo>
                  <a:pt x="283730" y="93212"/>
                </a:lnTo>
                <a:lnTo>
                  <a:pt x="250825" y="128142"/>
                </a:lnTo>
                <a:lnTo>
                  <a:pt x="245364" y="128142"/>
                </a:lnTo>
                <a:lnTo>
                  <a:pt x="245364" y="23494"/>
                </a:lnTo>
                <a:lnTo>
                  <a:pt x="0" y="23494"/>
                </a:lnTo>
                <a:lnTo>
                  <a:pt x="0" y="848232"/>
                </a:lnTo>
                <a:lnTo>
                  <a:pt x="250825" y="848232"/>
                </a:lnTo>
                <a:lnTo>
                  <a:pt x="250825" y="434974"/>
                </a:lnTo>
                <a:lnTo>
                  <a:pt x="256595" y="373288"/>
                </a:lnTo>
                <a:lnTo>
                  <a:pt x="272885" y="324987"/>
                </a:lnTo>
                <a:lnTo>
                  <a:pt x="298161" y="288651"/>
                </a:lnTo>
                <a:lnTo>
                  <a:pt x="330890" y="262860"/>
                </a:lnTo>
                <a:lnTo>
                  <a:pt x="369540" y="246196"/>
                </a:lnTo>
                <a:lnTo>
                  <a:pt x="412577" y="237239"/>
                </a:lnTo>
                <a:lnTo>
                  <a:pt x="458470" y="234568"/>
                </a:lnTo>
                <a:lnTo>
                  <a:pt x="514320" y="241884"/>
                </a:lnTo>
                <a:lnTo>
                  <a:pt x="557116" y="261681"/>
                </a:lnTo>
                <a:lnTo>
                  <a:pt x="588485" y="290732"/>
                </a:lnTo>
                <a:lnTo>
                  <a:pt x="610052" y="325813"/>
                </a:lnTo>
                <a:lnTo>
                  <a:pt x="623444" y="363698"/>
                </a:lnTo>
                <a:lnTo>
                  <a:pt x="632206" y="434974"/>
                </a:lnTo>
                <a:lnTo>
                  <a:pt x="632206" y="848232"/>
                </a:lnTo>
                <a:lnTo>
                  <a:pt x="882904" y="848232"/>
                </a:lnTo>
                <a:lnTo>
                  <a:pt x="882904" y="324865"/>
                </a:lnTo>
                <a:lnTo>
                  <a:pt x="879699" y="272613"/>
                </a:lnTo>
                <a:lnTo>
                  <a:pt x="870400" y="224998"/>
                </a:lnTo>
                <a:lnTo>
                  <a:pt x="855479" y="182004"/>
                </a:lnTo>
                <a:lnTo>
                  <a:pt x="835410" y="143613"/>
                </a:lnTo>
                <a:lnTo>
                  <a:pt x="810665" y="109806"/>
                </a:lnTo>
                <a:lnTo>
                  <a:pt x="781716" y="80565"/>
                </a:lnTo>
                <a:lnTo>
                  <a:pt x="749037" y="55873"/>
                </a:lnTo>
                <a:lnTo>
                  <a:pt x="713100" y="35710"/>
                </a:lnTo>
                <a:lnTo>
                  <a:pt x="674377" y="20060"/>
                </a:lnTo>
                <a:lnTo>
                  <a:pt x="633343" y="8903"/>
                </a:lnTo>
                <a:lnTo>
                  <a:pt x="590468" y="2222"/>
                </a:lnTo>
                <a:lnTo>
                  <a:pt x="54622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044435" y="3074923"/>
            <a:ext cx="168910" cy="1149985"/>
          </a:xfrm>
          <a:custGeom>
            <a:avLst/>
            <a:gdLst/>
            <a:ahLst/>
            <a:cxnLst/>
            <a:rect l="l" t="t" r="r" b="b"/>
            <a:pathLst>
              <a:path w="168909" h="1149985">
                <a:moveTo>
                  <a:pt x="168402" y="0"/>
                </a:moveTo>
                <a:lnTo>
                  <a:pt x="0" y="0"/>
                </a:lnTo>
                <a:lnTo>
                  <a:pt x="0" y="1149603"/>
                </a:lnTo>
                <a:lnTo>
                  <a:pt x="168402" y="1149603"/>
                </a:lnTo>
                <a:lnTo>
                  <a:pt x="16840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7399019" y="2491358"/>
            <a:ext cx="1421765" cy="1733550"/>
            <a:chOff x="7399019" y="2491358"/>
            <a:chExt cx="1421765" cy="1733550"/>
          </a:xfrm>
        </p:grpSpPr>
        <p:sp>
          <p:nvSpPr>
            <p:cNvPr id="9" name="object 9"/>
            <p:cNvSpPr/>
            <p:nvPr/>
          </p:nvSpPr>
          <p:spPr>
            <a:xfrm>
              <a:off x="7399020" y="3074923"/>
              <a:ext cx="1255395" cy="1149985"/>
            </a:xfrm>
            <a:custGeom>
              <a:avLst/>
              <a:gdLst/>
              <a:ahLst/>
              <a:cxnLst/>
              <a:rect l="l" t="t" r="r" b="b"/>
              <a:pathLst>
                <a:path w="1255395" h="1149985">
                  <a:moveTo>
                    <a:pt x="1255395" y="1149604"/>
                  </a:moveTo>
                  <a:lnTo>
                    <a:pt x="839978" y="257683"/>
                  </a:lnTo>
                  <a:lnTo>
                    <a:pt x="839978" y="642493"/>
                  </a:lnTo>
                  <a:lnTo>
                    <a:pt x="627634" y="642493"/>
                  </a:lnTo>
                  <a:lnTo>
                    <a:pt x="415417" y="642493"/>
                  </a:lnTo>
                  <a:lnTo>
                    <a:pt x="438327" y="590448"/>
                  </a:lnTo>
                  <a:lnTo>
                    <a:pt x="461657" y="538568"/>
                  </a:lnTo>
                  <a:lnTo>
                    <a:pt x="485127" y="487362"/>
                  </a:lnTo>
                  <a:lnTo>
                    <a:pt x="508406" y="437324"/>
                  </a:lnTo>
                  <a:lnTo>
                    <a:pt x="553161" y="342734"/>
                  </a:lnTo>
                  <a:lnTo>
                    <a:pt x="626872" y="189484"/>
                  </a:lnTo>
                  <a:lnTo>
                    <a:pt x="627634" y="189484"/>
                  </a:lnTo>
                  <a:lnTo>
                    <a:pt x="632206" y="189484"/>
                  </a:lnTo>
                  <a:lnTo>
                    <a:pt x="650913" y="232270"/>
                  </a:lnTo>
                  <a:lnTo>
                    <a:pt x="670458" y="276085"/>
                  </a:lnTo>
                  <a:lnTo>
                    <a:pt x="711504" y="366064"/>
                  </a:lnTo>
                  <a:lnTo>
                    <a:pt x="839978" y="642493"/>
                  </a:lnTo>
                  <a:lnTo>
                    <a:pt x="839978" y="257683"/>
                  </a:lnTo>
                  <a:lnTo>
                    <a:pt x="719963" y="0"/>
                  </a:lnTo>
                  <a:lnTo>
                    <a:pt x="627634" y="0"/>
                  </a:lnTo>
                  <a:lnTo>
                    <a:pt x="535559" y="0"/>
                  </a:lnTo>
                  <a:lnTo>
                    <a:pt x="0" y="1149604"/>
                  </a:lnTo>
                  <a:lnTo>
                    <a:pt x="173736" y="1149604"/>
                  </a:lnTo>
                  <a:lnTo>
                    <a:pt x="277876" y="928281"/>
                  </a:lnTo>
                  <a:lnTo>
                    <a:pt x="321284" y="837996"/>
                  </a:lnTo>
                  <a:lnTo>
                    <a:pt x="343789" y="792226"/>
                  </a:lnTo>
                  <a:lnTo>
                    <a:pt x="627634" y="792226"/>
                  </a:lnTo>
                  <a:lnTo>
                    <a:pt x="911606" y="792226"/>
                  </a:lnTo>
                  <a:lnTo>
                    <a:pt x="1085215" y="1149604"/>
                  </a:lnTo>
                  <a:lnTo>
                    <a:pt x="1255395" y="11496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746108" y="3079241"/>
              <a:ext cx="56515" cy="54610"/>
            </a:xfrm>
            <a:custGeom>
              <a:avLst/>
              <a:gdLst/>
              <a:ahLst/>
              <a:cxnLst/>
              <a:rect l="l" t="t" r="r" b="b"/>
              <a:pathLst>
                <a:path w="56515" h="54610">
                  <a:moveTo>
                    <a:pt x="0" y="0"/>
                  </a:moveTo>
                  <a:lnTo>
                    <a:pt x="17525" y="19177"/>
                  </a:lnTo>
                  <a:lnTo>
                    <a:pt x="38989" y="40767"/>
                  </a:lnTo>
                  <a:lnTo>
                    <a:pt x="56515" y="541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787002" y="3126231"/>
              <a:ext cx="33655" cy="34290"/>
            </a:xfrm>
            <a:custGeom>
              <a:avLst/>
              <a:gdLst/>
              <a:ahLst/>
              <a:cxnLst/>
              <a:rect l="l" t="t" r="r" b="b"/>
              <a:pathLst>
                <a:path w="33654" h="34289">
                  <a:moveTo>
                    <a:pt x="0" y="0"/>
                  </a:moveTo>
                  <a:lnTo>
                    <a:pt x="3555" y="4698"/>
                  </a:lnTo>
                  <a:lnTo>
                    <a:pt x="25019" y="28066"/>
                  </a:lnTo>
                  <a:lnTo>
                    <a:pt x="33274" y="342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658732" y="2978276"/>
              <a:ext cx="84455" cy="127000"/>
            </a:xfrm>
            <a:custGeom>
              <a:avLst/>
              <a:gdLst/>
              <a:ahLst/>
              <a:cxnLst/>
              <a:rect l="l" t="t" r="r" b="b"/>
              <a:pathLst>
                <a:path w="84454" h="127000">
                  <a:moveTo>
                    <a:pt x="0" y="0"/>
                  </a:moveTo>
                  <a:lnTo>
                    <a:pt x="6350" y="13588"/>
                  </a:lnTo>
                  <a:lnTo>
                    <a:pt x="22478" y="40767"/>
                  </a:lnTo>
                  <a:lnTo>
                    <a:pt x="38608" y="69596"/>
                  </a:lnTo>
                  <a:lnTo>
                    <a:pt x="84455" y="127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597773" y="2871469"/>
              <a:ext cx="86995" cy="169545"/>
            </a:xfrm>
            <a:custGeom>
              <a:avLst/>
              <a:gdLst/>
              <a:ahLst/>
              <a:cxnLst/>
              <a:rect l="l" t="t" r="r" b="b"/>
              <a:pathLst>
                <a:path w="86995" h="169544">
                  <a:moveTo>
                    <a:pt x="65913" y="129032"/>
                  </a:moveTo>
                  <a:lnTo>
                    <a:pt x="0" y="0"/>
                  </a:lnTo>
                  <a:lnTo>
                    <a:pt x="1016" y="3175"/>
                  </a:lnTo>
                  <a:lnTo>
                    <a:pt x="19050" y="37465"/>
                  </a:lnTo>
                  <a:lnTo>
                    <a:pt x="29718" y="69850"/>
                  </a:lnTo>
                  <a:lnTo>
                    <a:pt x="35052" y="69850"/>
                  </a:lnTo>
                  <a:lnTo>
                    <a:pt x="45847" y="98806"/>
                  </a:lnTo>
                  <a:lnTo>
                    <a:pt x="65913" y="129032"/>
                  </a:lnTo>
                  <a:close/>
                </a:path>
                <a:path w="86995" h="169544">
                  <a:moveTo>
                    <a:pt x="86487" y="169418"/>
                  </a:moveTo>
                  <a:lnTo>
                    <a:pt x="71120" y="139192"/>
                  </a:lnTo>
                  <a:lnTo>
                    <a:pt x="83439" y="165608"/>
                  </a:lnTo>
                  <a:lnTo>
                    <a:pt x="86487" y="169418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602726" y="2880867"/>
              <a:ext cx="53975" cy="117475"/>
            </a:xfrm>
            <a:custGeom>
              <a:avLst/>
              <a:gdLst/>
              <a:ahLst/>
              <a:cxnLst/>
              <a:rect l="l" t="t" r="r" b="b"/>
              <a:pathLst>
                <a:path w="53975" h="117475">
                  <a:moveTo>
                    <a:pt x="6477" y="13970"/>
                  </a:moveTo>
                  <a:lnTo>
                    <a:pt x="0" y="0"/>
                  </a:lnTo>
                  <a:lnTo>
                    <a:pt x="1524" y="4572"/>
                  </a:lnTo>
                  <a:lnTo>
                    <a:pt x="6477" y="13970"/>
                  </a:lnTo>
                  <a:close/>
                </a:path>
                <a:path w="53975" h="117475">
                  <a:moveTo>
                    <a:pt x="53721" y="116967"/>
                  </a:moveTo>
                  <a:lnTo>
                    <a:pt x="23368" y="50927"/>
                  </a:lnTo>
                  <a:lnTo>
                    <a:pt x="30099" y="71374"/>
                  </a:lnTo>
                  <a:lnTo>
                    <a:pt x="46355" y="105664"/>
                  </a:lnTo>
                  <a:lnTo>
                    <a:pt x="53721" y="116967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8589263" y="2853562"/>
              <a:ext cx="38100" cy="93345"/>
            </a:xfrm>
            <a:custGeom>
              <a:avLst/>
              <a:gdLst/>
              <a:ahLst/>
              <a:cxnLst/>
              <a:rect l="l" t="t" r="r" b="b"/>
              <a:pathLst>
                <a:path w="38100" h="93344">
                  <a:moveTo>
                    <a:pt x="0" y="0"/>
                  </a:moveTo>
                  <a:lnTo>
                    <a:pt x="4190" y="15621"/>
                  </a:lnTo>
                  <a:lnTo>
                    <a:pt x="20319" y="49911"/>
                  </a:lnTo>
                  <a:lnTo>
                    <a:pt x="32892" y="82423"/>
                  </a:lnTo>
                  <a:lnTo>
                    <a:pt x="38100" y="93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588374" y="2848482"/>
              <a:ext cx="34925" cy="95885"/>
            </a:xfrm>
            <a:custGeom>
              <a:avLst/>
              <a:gdLst/>
              <a:ahLst/>
              <a:cxnLst/>
              <a:rect l="l" t="t" r="r" b="b"/>
              <a:pathLst>
                <a:path w="34925" h="95885">
                  <a:moveTo>
                    <a:pt x="0" y="0"/>
                  </a:moveTo>
                  <a:lnTo>
                    <a:pt x="10414" y="36956"/>
                  </a:lnTo>
                  <a:lnTo>
                    <a:pt x="21208" y="71246"/>
                  </a:lnTo>
                  <a:lnTo>
                    <a:pt x="34798" y="957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8556497" y="2739516"/>
              <a:ext cx="20320" cy="92710"/>
            </a:xfrm>
            <a:custGeom>
              <a:avLst/>
              <a:gdLst/>
              <a:ahLst/>
              <a:cxnLst/>
              <a:rect l="l" t="t" r="r" b="b"/>
              <a:pathLst>
                <a:path w="20320" h="92710">
                  <a:moveTo>
                    <a:pt x="0" y="0"/>
                  </a:moveTo>
                  <a:lnTo>
                    <a:pt x="10159" y="62865"/>
                  </a:lnTo>
                  <a:lnTo>
                    <a:pt x="19938" y="9245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555862" y="2733039"/>
              <a:ext cx="11430" cy="65405"/>
            </a:xfrm>
            <a:custGeom>
              <a:avLst/>
              <a:gdLst/>
              <a:ahLst/>
              <a:cxnLst/>
              <a:rect l="l" t="t" r="r" b="b"/>
              <a:pathLst>
                <a:path w="11429" h="65405">
                  <a:moveTo>
                    <a:pt x="0" y="0"/>
                  </a:moveTo>
                  <a:lnTo>
                    <a:pt x="0" y="13462"/>
                  </a:lnTo>
                  <a:lnTo>
                    <a:pt x="5333" y="47751"/>
                  </a:lnTo>
                  <a:lnTo>
                    <a:pt x="11175" y="652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8555862" y="2716910"/>
              <a:ext cx="10795" cy="91440"/>
            </a:xfrm>
            <a:custGeom>
              <a:avLst/>
              <a:gdLst/>
              <a:ahLst/>
              <a:cxnLst/>
              <a:rect l="l" t="t" r="r" b="b"/>
              <a:pathLst>
                <a:path w="10795" h="91439">
                  <a:moveTo>
                    <a:pt x="0" y="0"/>
                  </a:moveTo>
                  <a:lnTo>
                    <a:pt x="0" y="40386"/>
                  </a:lnTo>
                  <a:lnTo>
                    <a:pt x="5333" y="74675"/>
                  </a:lnTo>
                  <a:lnTo>
                    <a:pt x="10794" y="909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50529" y="2684779"/>
              <a:ext cx="8255" cy="90805"/>
            </a:xfrm>
            <a:custGeom>
              <a:avLst/>
              <a:gdLst/>
              <a:ahLst/>
              <a:cxnLst/>
              <a:rect l="l" t="t" r="r" b="b"/>
              <a:pathLst>
                <a:path w="8254" h="90805">
                  <a:moveTo>
                    <a:pt x="4191" y="33782"/>
                  </a:moveTo>
                  <a:lnTo>
                    <a:pt x="1778" y="0"/>
                  </a:lnTo>
                  <a:lnTo>
                    <a:pt x="0" y="11176"/>
                  </a:lnTo>
                  <a:lnTo>
                    <a:pt x="4191" y="33782"/>
                  </a:lnTo>
                  <a:close/>
                </a:path>
                <a:path w="8254" h="90805">
                  <a:moveTo>
                    <a:pt x="8255" y="90805"/>
                  </a:moveTo>
                  <a:lnTo>
                    <a:pt x="5334" y="50292"/>
                  </a:lnTo>
                  <a:lnTo>
                    <a:pt x="5334" y="72517"/>
                  </a:lnTo>
                  <a:lnTo>
                    <a:pt x="8255" y="90805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8550528" y="2660014"/>
              <a:ext cx="4445" cy="101600"/>
            </a:xfrm>
            <a:custGeom>
              <a:avLst/>
              <a:gdLst/>
              <a:ahLst/>
              <a:cxnLst/>
              <a:rect l="l" t="t" r="r" b="b"/>
              <a:pathLst>
                <a:path w="4445" h="101600">
                  <a:moveTo>
                    <a:pt x="2286" y="0"/>
                  </a:moveTo>
                  <a:lnTo>
                    <a:pt x="0" y="14224"/>
                  </a:lnTo>
                  <a:lnTo>
                    <a:pt x="0" y="81025"/>
                  </a:lnTo>
                  <a:lnTo>
                    <a:pt x="4064" y="101600"/>
                  </a:lnTo>
                  <a:lnTo>
                    <a:pt x="2286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550528" y="2635884"/>
              <a:ext cx="3175" cy="95250"/>
            </a:xfrm>
            <a:custGeom>
              <a:avLst/>
              <a:gdLst/>
              <a:ahLst/>
              <a:cxnLst/>
              <a:rect l="l" t="t" r="r" b="b"/>
              <a:pathLst>
                <a:path w="3175" h="95250">
                  <a:moveTo>
                    <a:pt x="2921" y="0"/>
                  </a:moveTo>
                  <a:lnTo>
                    <a:pt x="0" y="14859"/>
                  </a:lnTo>
                  <a:lnTo>
                    <a:pt x="0" y="94995"/>
                  </a:lnTo>
                  <a:lnTo>
                    <a:pt x="2921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545194" y="2657601"/>
              <a:ext cx="6350" cy="72390"/>
            </a:xfrm>
            <a:custGeom>
              <a:avLst/>
              <a:gdLst/>
              <a:ahLst/>
              <a:cxnLst/>
              <a:rect l="l" t="t" r="r" b="b"/>
              <a:pathLst>
                <a:path w="6350" h="72389">
                  <a:moveTo>
                    <a:pt x="6350" y="0"/>
                  </a:moveTo>
                  <a:lnTo>
                    <a:pt x="0" y="38353"/>
                  </a:lnTo>
                  <a:lnTo>
                    <a:pt x="0" y="71882"/>
                  </a:lnTo>
                  <a:lnTo>
                    <a:pt x="635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8545195" y="2614929"/>
              <a:ext cx="11430" cy="92075"/>
            </a:xfrm>
            <a:custGeom>
              <a:avLst/>
              <a:gdLst/>
              <a:ahLst/>
              <a:cxnLst/>
              <a:rect l="l" t="t" r="r" b="b"/>
              <a:pathLst>
                <a:path w="11429" h="92075">
                  <a:moveTo>
                    <a:pt x="8636" y="30480"/>
                  </a:moveTo>
                  <a:lnTo>
                    <a:pt x="5334" y="48514"/>
                  </a:lnTo>
                  <a:lnTo>
                    <a:pt x="0" y="81026"/>
                  </a:lnTo>
                  <a:lnTo>
                    <a:pt x="0" y="91821"/>
                  </a:lnTo>
                  <a:lnTo>
                    <a:pt x="8636" y="30480"/>
                  </a:lnTo>
                  <a:close/>
                </a:path>
                <a:path w="11429" h="92075">
                  <a:moveTo>
                    <a:pt x="10922" y="0"/>
                  </a:moveTo>
                  <a:lnTo>
                    <a:pt x="5334" y="14224"/>
                  </a:lnTo>
                  <a:lnTo>
                    <a:pt x="2667" y="31496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8540241" y="2564256"/>
              <a:ext cx="31750" cy="95885"/>
            </a:xfrm>
            <a:custGeom>
              <a:avLst/>
              <a:gdLst/>
              <a:ahLst/>
              <a:cxnLst/>
              <a:rect l="l" t="t" r="r" b="b"/>
              <a:pathLst>
                <a:path w="31750" h="95885">
                  <a:moveTo>
                    <a:pt x="31750" y="0"/>
                  </a:moveTo>
                  <a:lnTo>
                    <a:pt x="26415" y="9016"/>
                  </a:lnTo>
                  <a:lnTo>
                    <a:pt x="15621" y="37845"/>
                  </a:lnTo>
                  <a:lnTo>
                    <a:pt x="4952" y="64896"/>
                  </a:lnTo>
                  <a:lnTo>
                    <a:pt x="0" y="95884"/>
                  </a:lnTo>
                  <a:lnTo>
                    <a:pt x="3175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8537955" y="2563621"/>
              <a:ext cx="34925" cy="86360"/>
            </a:xfrm>
            <a:custGeom>
              <a:avLst/>
              <a:gdLst/>
              <a:ahLst/>
              <a:cxnLst/>
              <a:rect l="l" t="t" r="r" b="b"/>
              <a:pathLst>
                <a:path w="34925" h="86360">
                  <a:moveTo>
                    <a:pt x="34544" y="0"/>
                  </a:moveTo>
                  <a:lnTo>
                    <a:pt x="23241" y="14986"/>
                  </a:lnTo>
                  <a:lnTo>
                    <a:pt x="12573" y="43941"/>
                  </a:lnTo>
                  <a:lnTo>
                    <a:pt x="1777" y="76326"/>
                  </a:lnTo>
                  <a:lnTo>
                    <a:pt x="0" y="85851"/>
                  </a:lnTo>
                  <a:lnTo>
                    <a:pt x="34544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534018" y="2539110"/>
              <a:ext cx="46990" cy="97790"/>
            </a:xfrm>
            <a:custGeom>
              <a:avLst/>
              <a:gdLst/>
              <a:ahLst/>
              <a:cxnLst/>
              <a:rect l="l" t="t" r="r" b="b"/>
              <a:pathLst>
                <a:path w="46990" h="97789">
                  <a:moveTo>
                    <a:pt x="46481" y="0"/>
                  </a:moveTo>
                  <a:lnTo>
                    <a:pt x="37973" y="12446"/>
                  </a:lnTo>
                  <a:lnTo>
                    <a:pt x="27177" y="39497"/>
                  </a:lnTo>
                  <a:lnTo>
                    <a:pt x="11175" y="68452"/>
                  </a:lnTo>
                  <a:lnTo>
                    <a:pt x="380" y="95503"/>
                  </a:lnTo>
                  <a:lnTo>
                    <a:pt x="0" y="97409"/>
                  </a:lnTo>
                  <a:lnTo>
                    <a:pt x="46481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539099" y="2511424"/>
              <a:ext cx="55244" cy="103505"/>
            </a:xfrm>
            <a:custGeom>
              <a:avLst/>
              <a:gdLst/>
              <a:ahLst/>
              <a:cxnLst/>
              <a:rect l="l" t="t" r="r" b="b"/>
              <a:pathLst>
                <a:path w="55245" h="103505">
                  <a:moveTo>
                    <a:pt x="47498" y="18288"/>
                  </a:moveTo>
                  <a:lnTo>
                    <a:pt x="43688" y="22098"/>
                  </a:lnTo>
                  <a:lnTo>
                    <a:pt x="27559" y="45593"/>
                  </a:lnTo>
                  <a:lnTo>
                    <a:pt x="11430" y="72644"/>
                  </a:lnTo>
                  <a:lnTo>
                    <a:pt x="0" y="102997"/>
                  </a:lnTo>
                  <a:lnTo>
                    <a:pt x="47498" y="18288"/>
                  </a:lnTo>
                  <a:close/>
                </a:path>
                <a:path w="55245" h="103505">
                  <a:moveTo>
                    <a:pt x="55118" y="0"/>
                  </a:moveTo>
                  <a:lnTo>
                    <a:pt x="54356" y="508"/>
                  </a:lnTo>
                  <a:lnTo>
                    <a:pt x="32893" y="22098"/>
                  </a:lnTo>
                  <a:lnTo>
                    <a:pt x="16764" y="45593"/>
                  </a:lnTo>
                  <a:lnTo>
                    <a:pt x="16764" y="50927"/>
                  </a:lnTo>
                  <a:lnTo>
                    <a:pt x="9398" y="60960"/>
                  </a:lnTo>
                  <a:lnTo>
                    <a:pt x="55118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532367" y="2491358"/>
              <a:ext cx="80010" cy="92710"/>
            </a:xfrm>
            <a:custGeom>
              <a:avLst/>
              <a:gdLst/>
              <a:ahLst/>
              <a:cxnLst/>
              <a:rect l="l" t="t" r="r" b="b"/>
              <a:pathLst>
                <a:path w="80009" h="92710">
                  <a:moveTo>
                    <a:pt x="79501" y="0"/>
                  </a:moveTo>
                  <a:lnTo>
                    <a:pt x="71881" y="4317"/>
                  </a:lnTo>
                  <a:lnTo>
                    <a:pt x="50418" y="25907"/>
                  </a:lnTo>
                  <a:lnTo>
                    <a:pt x="34289" y="49402"/>
                  </a:lnTo>
                  <a:lnTo>
                    <a:pt x="12826" y="70992"/>
                  </a:lnTo>
                  <a:lnTo>
                    <a:pt x="0" y="92328"/>
                  </a:lnTo>
                  <a:lnTo>
                    <a:pt x="79501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/>
          <p:nvPr/>
        </p:nvSpPr>
        <p:spPr>
          <a:xfrm>
            <a:off x="5434584" y="4554220"/>
            <a:ext cx="250825" cy="340360"/>
          </a:xfrm>
          <a:custGeom>
            <a:avLst/>
            <a:gdLst/>
            <a:ahLst/>
            <a:cxnLst/>
            <a:rect l="l" t="t" r="r" b="b"/>
            <a:pathLst>
              <a:path w="250825" h="340360">
                <a:moveTo>
                  <a:pt x="250698" y="289560"/>
                </a:moveTo>
                <a:lnTo>
                  <a:pt x="53721" y="289560"/>
                </a:lnTo>
                <a:lnTo>
                  <a:pt x="53721" y="195580"/>
                </a:lnTo>
                <a:lnTo>
                  <a:pt x="223901" y="195580"/>
                </a:lnTo>
                <a:lnTo>
                  <a:pt x="223901" y="139700"/>
                </a:lnTo>
                <a:lnTo>
                  <a:pt x="53721" y="139700"/>
                </a:lnTo>
                <a:lnTo>
                  <a:pt x="53721" y="54610"/>
                </a:lnTo>
                <a:lnTo>
                  <a:pt x="245364" y="54610"/>
                </a:lnTo>
                <a:lnTo>
                  <a:pt x="245364" y="0"/>
                </a:lnTo>
                <a:lnTo>
                  <a:pt x="0" y="0"/>
                </a:lnTo>
                <a:lnTo>
                  <a:pt x="0" y="54610"/>
                </a:lnTo>
                <a:lnTo>
                  <a:pt x="0" y="139700"/>
                </a:lnTo>
                <a:lnTo>
                  <a:pt x="0" y="195580"/>
                </a:lnTo>
                <a:lnTo>
                  <a:pt x="0" y="289560"/>
                </a:lnTo>
                <a:lnTo>
                  <a:pt x="0" y="340360"/>
                </a:lnTo>
                <a:lnTo>
                  <a:pt x="250698" y="340360"/>
                </a:lnTo>
                <a:lnTo>
                  <a:pt x="250698" y="289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5756909" y="4547489"/>
            <a:ext cx="304800" cy="356870"/>
          </a:xfrm>
          <a:custGeom>
            <a:avLst/>
            <a:gdLst/>
            <a:ahLst/>
            <a:cxnLst/>
            <a:rect l="l" t="t" r="r" b="b"/>
            <a:pathLst>
              <a:path w="304800" h="356870">
                <a:moveTo>
                  <a:pt x="213105" y="0"/>
                </a:moveTo>
                <a:lnTo>
                  <a:pt x="168401" y="0"/>
                </a:lnTo>
                <a:lnTo>
                  <a:pt x="151481" y="1216"/>
                </a:lnTo>
                <a:lnTo>
                  <a:pt x="103886" y="12700"/>
                </a:lnTo>
                <a:lnTo>
                  <a:pt x="55969" y="39292"/>
                </a:lnTo>
                <a:lnTo>
                  <a:pt x="34155" y="63851"/>
                </a:lnTo>
                <a:lnTo>
                  <a:pt x="24860" y="77168"/>
                </a:lnTo>
                <a:lnTo>
                  <a:pt x="4554" y="123878"/>
                </a:lnTo>
                <a:lnTo>
                  <a:pt x="0" y="178688"/>
                </a:lnTo>
                <a:lnTo>
                  <a:pt x="168" y="196012"/>
                </a:lnTo>
                <a:lnTo>
                  <a:pt x="10794" y="247269"/>
                </a:lnTo>
                <a:lnTo>
                  <a:pt x="37155" y="289113"/>
                </a:lnTo>
                <a:lnTo>
                  <a:pt x="48260" y="301371"/>
                </a:lnTo>
                <a:lnTo>
                  <a:pt x="58134" y="313672"/>
                </a:lnTo>
                <a:lnTo>
                  <a:pt x="98425" y="341122"/>
                </a:lnTo>
                <a:lnTo>
                  <a:pt x="163575" y="356869"/>
                </a:lnTo>
                <a:lnTo>
                  <a:pt x="172592" y="356869"/>
                </a:lnTo>
                <a:lnTo>
                  <a:pt x="189991" y="354711"/>
                </a:lnTo>
                <a:lnTo>
                  <a:pt x="204088" y="351917"/>
                </a:lnTo>
                <a:lnTo>
                  <a:pt x="213105" y="351917"/>
                </a:lnTo>
                <a:lnTo>
                  <a:pt x="221128" y="348747"/>
                </a:lnTo>
                <a:lnTo>
                  <a:pt x="237269" y="344362"/>
                </a:lnTo>
                <a:lnTo>
                  <a:pt x="245363" y="341122"/>
                </a:lnTo>
                <a:lnTo>
                  <a:pt x="253386" y="336192"/>
                </a:lnTo>
                <a:lnTo>
                  <a:pt x="269527" y="324334"/>
                </a:lnTo>
                <a:lnTo>
                  <a:pt x="277622" y="319405"/>
                </a:lnTo>
                <a:lnTo>
                  <a:pt x="284791" y="314253"/>
                </a:lnTo>
                <a:lnTo>
                  <a:pt x="297178" y="301188"/>
                </a:lnTo>
                <a:lnTo>
                  <a:pt x="304418" y="296037"/>
                </a:lnTo>
                <a:lnTo>
                  <a:pt x="266826" y="258063"/>
                </a:lnTo>
                <a:lnTo>
                  <a:pt x="245348" y="273685"/>
                </a:lnTo>
                <a:lnTo>
                  <a:pt x="235090" y="280173"/>
                </a:lnTo>
                <a:lnTo>
                  <a:pt x="223774" y="285115"/>
                </a:lnTo>
                <a:lnTo>
                  <a:pt x="210621" y="292262"/>
                </a:lnTo>
                <a:lnTo>
                  <a:pt x="197421" y="297338"/>
                </a:lnTo>
                <a:lnTo>
                  <a:pt x="183554" y="300366"/>
                </a:lnTo>
                <a:lnTo>
                  <a:pt x="168401" y="301371"/>
                </a:lnTo>
                <a:lnTo>
                  <a:pt x="157085" y="300452"/>
                </a:lnTo>
                <a:lnTo>
                  <a:pt x="116476" y="285563"/>
                </a:lnTo>
                <a:lnTo>
                  <a:pt x="91312" y="263525"/>
                </a:lnTo>
                <a:lnTo>
                  <a:pt x="83321" y="255045"/>
                </a:lnTo>
                <a:lnTo>
                  <a:pt x="61358" y="212407"/>
                </a:lnTo>
                <a:lnTo>
                  <a:pt x="59140" y="191055"/>
                </a:lnTo>
                <a:lnTo>
                  <a:pt x="59140" y="166497"/>
                </a:lnTo>
                <a:lnTo>
                  <a:pt x="69435" y="117639"/>
                </a:lnTo>
                <a:lnTo>
                  <a:pt x="98113" y="83004"/>
                </a:lnTo>
                <a:lnTo>
                  <a:pt x="116476" y="69705"/>
                </a:lnTo>
                <a:lnTo>
                  <a:pt x="125349" y="61341"/>
                </a:lnTo>
                <a:lnTo>
                  <a:pt x="136594" y="58257"/>
                </a:lnTo>
                <a:lnTo>
                  <a:pt x="146827" y="56673"/>
                </a:lnTo>
                <a:lnTo>
                  <a:pt x="157085" y="56090"/>
                </a:lnTo>
                <a:lnTo>
                  <a:pt x="168401" y="56006"/>
                </a:lnTo>
                <a:lnTo>
                  <a:pt x="183554" y="56203"/>
                </a:lnTo>
                <a:lnTo>
                  <a:pt x="232787" y="73592"/>
                </a:lnTo>
                <a:lnTo>
                  <a:pt x="266826" y="95631"/>
                </a:lnTo>
                <a:lnTo>
                  <a:pt x="299085" y="50546"/>
                </a:lnTo>
                <a:lnTo>
                  <a:pt x="294177" y="46523"/>
                </a:lnTo>
                <a:lnTo>
                  <a:pt x="282457" y="38383"/>
                </a:lnTo>
                <a:lnTo>
                  <a:pt x="269527" y="27112"/>
                </a:lnTo>
                <a:lnTo>
                  <a:pt x="261445" y="21447"/>
                </a:lnTo>
                <a:lnTo>
                  <a:pt x="253386" y="16805"/>
                </a:lnTo>
                <a:lnTo>
                  <a:pt x="245363" y="12700"/>
                </a:lnTo>
                <a:lnTo>
                  <a:pt x="239573" y="11733"/>
                </a:lnTo>
                <a:lnTo>
                  <a:pt x="231235" y="9064"/>
                </a:lnTo>
                <a:lnTo>
                  <a:pt x="221896" y="5038"/>
                </a:lnTo>
                <a:lnTo>
                  <a:pt x="2131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6116828" y="4547488"/>
            <a:ext cx="349250" cy="356870"/>
          </a:xfrm>
          <a:custGeom>
            <a:avLst/>
            <a:gdLst/>
            <a:ahLst/>
            <a:cxnLst/>
            <a:rect l="l" t="t" r="r" b="b"/>
            <a:pathLst>
              <a:path w="349250" h="356870">
                <a:moveTo>
                  <a:pt x="349250" y="178689"/>
                </a:moveTo>
                <a:lnTo>
                  <a:pt x="348310" y="159296"/>
                </a:lnTo>
                <a:lnTo>
                  <a:pt x="345960" y="142125"/>
                </a:lnTo>
                <a:lnTo>
                  <a:pt x="345846" y="141249"/>
                </a:lnTo>
                <a:lnTo>
                  <a:pt x="330314" y="91186"/>
                </a:lnTo>
                <a:lnTo>
                  <a:pt x="299085" y="50546"/>
                </a:lnTo>
                <a:lnTo>
                  <a:pt x="288290" y="40589"/>
                </a:lnTo>
                <a:lnTo>
                  <a:pt x="288290" y="178689"/>
                </a:lnTo>
                <a:lnTo>
                  <a:pt x="287362" y="191833"/>
                </a:lnTo>
                <a:lnTo>
                  <a:pt x="284949" y="203949"/>
                </a:lnTo>
                <a:lnTo>
                  <a:pt x="281533" y="214718"/>
                </a:lnTo>
                <a:lnTo>
                  <a:pt x="277622" y="223774"/>
                </a:lnTo>
                <a:lnTo>
                  <a:pt x="273456" y="235331"/>
                </a:lnTo>
                <a:lnTo>
                  <a:pt x="247967" y="271538"/>
                </a:lnTo>
                <a:lnTo>
                  <a:pt x="209219" y="294576"/>
                </a:lnTo>
                <a:lnTo>
                  <a:pt x="173736" y="301371"/>
                </a:lnTo>
                <a:lnTo>
                  <a:pt x="149479" y="298069"/>
                </a:lnTo>
                <a:lnTo>
                  <a:pt x="109283" y="279057"/>
                </a:lnTo>
                <a:lnTo>
                  <a:pt x="76809" y="245706"/>
                </a:lnTo>
                <a:lnTo>
                  <a:pt x="59728" y="201904"/>
                </a:lnTo>
                <a:lnTo>
                  <a:pt x="59131" y="191058"/>
                </a:lnTo>
                <a:lnTo>
                  <a:pt x="59131" y="166497"/>
                </a:lnTo>
                <a:lnTo>
                  <a:pt x="69723" y="117640"/>
                </a:lnTo>
                <a:lnTo>
                  <a:pt x="93218" y="90297"/>
                </a:lnTo>
                <a:lnTo>
                  <a:pt x="98983" y="83007"/>
                </a:lnTo>
                <a:lnTo>
                  <a:pt x="107276" y="76542"/>
                </a:lnTo>
                <a:lnTo>
                  <a:pt x="116573" y="69710"/>
                </a:lnTo>
                <a:lnTo>
                  <a:pt x="125349" y="61341"/>
                </a:lnTo>
                <a:lnTo>
                  <a:pt x="133477" y="58674"/>
                </a:lnTo>
                <a:lnTo>
                  <a:pt x="141478" y="57277"/>
                </a:lnTo>
                <a:lnTo>
                  <a:pt x="149479" y="56642"/>
                </a:lnTo>
                <a:lnTo>
                  <a:pt x="173736" y="56007"/>
                </a:lnTo>
                <a:lnTo>
                  <a:pt x="185267" y="56095"/>
                </a:lnTo>
                <a:lnTo>
                  <a:pt x="196126" y="56680"/>
                </a:lnTo>
                <a:lnTo>
                  <a:pt x="206971" y="58267"/>
                </a:lnTo>
                <a:lnTo>
                  <a:pt x="218440" y="61341"/>
                </a:lnTo>
                <a:lnTo>
                  <a:pt x="229616" y="69710"/>
                </a:lnTo>
                <a:lnTo>
                  <a:pt x="239293" y="76542"/>
                </a:lnTo>
                <a:lnTo>
                  <a:pt x="268833" y="109448"/>
                </a:lnTo>
                <a:lnTo>
                  <a:pt x="284949" y="154317"/>
                </a:lnTo>
                <a:lnTo>
                  <a:pt x="288290" y="178689"/>
                </a:lnTo>
                <a:lnTo>
                  <a:pt x="288290" y="40589"/>
                </a:lnTo>
                <a:lnTo>
                  <a:pt x="245364" y="12700"/>
                </a:lnTo>
                <a:lnTo>
                  <a:pt x="194017" y="1219"/>
                </a:lnTo>
                <a:lnTo>
                  <a:pt x="173736" y="0"/>
                </a:lnTo>
                <a:lnTo>
                  <a:pt x="136779" y="4318"/>
                </a:lnTo>
                <a:lnTo>
                  <a:pt x="87655" y="20891"/>
                </a:lnTo>
                <a:lnTo>
                  <a:pt x="48387" y="50546"/>
                </a:lnTo>
                <a:lnTo>
                  <a:pt x="16649" y="93484"/>
                </a:lnTo>
                <a:lnTo>
                  <a:pt x="1346" y="141249"/>
                </a:lnTo>
                <a:lnTo>
                  <a:pt x="0" y="178689"/>
                </a:lnTo>
                <a:lnTo>
                  <a:pt x="165" y="196024"/>
                </a:lnTo>
                <a:lnTo>
                  <a:pt x="16560" y="262610"/>
                </a:lnTo>
                <a:lnTo>
                  <a:pt x="43053" y="301371"/>
                </a:lnTo>
                <a:lnTo>
                  <a:pt x="87566" y="332905"/>
                </a:lnTo>
                <a:lnTo>
                  <a:pt x="128333" y="351053"/>
                </a:lnTo>
                <a:lnTo>
                  <a:pt x="168910" y="356870"/>
                </a:lnTo>
                <a:lnTo>
                  <a:pt x="173736" y="356870"/>
                </a:lnTo>
                <a:lnTo>
                  <a:pt x="178435" y="356870"/>
                </a:lnTo>
                <a:lnTo>
                  <a:pt x="219354" y="351053"/>
                </a:lnTo>
                <a:lnTo>
                  <a:pt x="260540" y="332905"/>
                </a:lnTo>
                <a:lnTo>
                  <a:pt x="311289" y="289115"/>
                </a:lnTo>
                <a:lnTo>
                  <a:pt x="338455" y="247269"/>
                </a:lnTo>
                <a:lnTo>
                  <a:pt x="348310" y="196024"/>
                </a:lnTo>
                <a:lnTo>
                  <a:pt x="349250" y="1786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6525120" y="4547488"/>
            <a:ext cx="911860" cy="352425"/>
          </a:xfrm>
          <a:custGeom>
            <a:avLst/>
            <a:gdLst/>
            <a:ahLst/>
            <a:cxnLst/>
            <a:rect l="l" t="t" r="r" b="b"/>
            <a:pathLst>
              <a:path w="911859" h="352425">
                <a:moveTo>
                  <a:pt x="263283" y="252730"/>
                </a:moveTo>
                <a:lnTo>
                  <a:pt x="262420" y="240436"/>
                </a:lnTo>
                <a:lnTo>
                  <a:pt x="260553" y="230149"/>
                </a:lnTo>
                <a:lnTo>
                  <a:pt x="258673" y="221208"/>
                </a:lnTo>
                <a:lnTo>
                  <a:pt x="257822" y="212979"/>
                </a:lnTo>
                <a:lnTo>
                  <a:pt x="253453" y="205689"/>
                </a:lnTo>
                <a:lnTo>
                  <a:pt x="248246" y="199237"/>
                </a:lnTo>
                <a:lnTo>
                  <a:pt x="234581" y="184150"/>
                </a:lnTo>
                <a:lnTo>
                  <a:pt x="226555" y="179222"/>
                </a:lnTo>
                <a:lnTo>
                  <a:pt x="210464" y="167373"/>
                </a:lnTo>
                <a:lnTo>
                  <a:pt x="202450" y="162433"/>
                </a:lnTo>
                <a:lnTo>
                  <a:pt x="190296" y="159270"/>
                </a:lnTo>
                <a:lnTo>
                  <a:pt x="166141" y="154889"/>
                </a:lnTo>
                <a:lnTo>
                  <a:pt x="154063" y="151638"/>
                </a:lnTo>
                <a:lnTo>
                  <a:pt x="132321" y="144195"/>
                </a:lnTo>
                <a:lnTo>
                  <a:pt x="123075" y="141770"/>
                </a:lnTo>
                <a:lnTo>
                  <a:pt x="114693" y="140843"/>
                </a:lnTo>
                <a:lnTo>
                  <a:pt x="99225" y="133337"/>
                </a:lnTo>
                <a:lnTo>
                  <a:pt x="92760" y="130860"/>
                </a:lnTo>
                <a:lnTo>
                  <a:pt x="87769" y="129921"/>
                </a:lnTo>
                <a:lnTo>
                  <a:pt x="82435" y="122809"/>
                </a:lnTo>
                <a:lnTo>
                  <a:pt x="76974" y="117348"/>
                </a:lnTo>
                <a:lnTo>
                  <a:pt x="76974" y="106553"/>
                </a:lnTo>
                <a:lnTo>
                  <a:pt x="71628" y="101092"/>
                </a:lnTo>
                <a:lnTo>
                  <a:pt x="71628" y="95631"/>
                </a:lnTo>
                <a:lnTo>
                  <a:pt x="72631" y="87630"/>
                </a:lnTo>
                <a:lnTo>
                  <a:pt x="75653" y="80111"/>
                </a:lnTo>
                <a:lnTo>
                  <a:pt x="80683" y="73596"/>
                </a:lnTo>
                <a:lnTo>
                  <a:pt x="87769" y="68580"/>
                </a:lnTo>
                <a:lnTo>
                  <a:pt x="95923" y="61315"/>
                </a:lnTo>
                <a:lnTo>
                  <a:pt x="104559" y="57581"/>
                </a:lnTo>
                <a:lnTo>
                  <a:pt x="114198" y="56210"/>
                </a:lnTo>
                <a:lnTo>
                  <a:pt x="125349" y="56007"/>
                </a:lnTo>
                <a:lnTo>
                  <a:pt x="138480" y="56095"/>
                </a:lnTo>
                <a:lnTo>
                  <a:pt x="186778" y="67411"/>
                </a:lnTo>
                <a:lnTo>
                  <a:pt x="207251" y="82245"/>
                </a:lnTo>
                <a:lnTo>
                  <a:pt x="218452" y="90297"/>
                </a:lnTo>
                <a:lnTo>
                  <a:pt x="252488" y="45212"/>
                </a:lnTo>
                <a:lnTo>
                  <a:pt x="238518" y="34036"/>
                </a:lnTo>
                <a:lnTo>
                  <a:pt x="224066" y="24866"/>
                </a:lnTo>
                <a:lnTo>
                  <a:pt x="164553" y="4305"/>
                </a:lnTo>
                <a:lnTo>
                  <a:pt x="130695" y="0"/>
                </a:lnTo>
                <a:lnTo>
                  <a:pt x="118668" y="114"/>
                </a:lnTo>
                <a:lnTo>
                  <a:pt x="64249" y="16052"/>
                </a:lnTo>
                <a:lnTo>
                  <a:pt x="50177" y="28956"/>
                </a:lnTo>
                <a:lnTo>
                  <a:pt x="42176" y="34010"/>
                </a:lnTo>
                <a:lnTo>
                  <a:pt x="20167" y="70624"/>
                </a:lnTo>
                <a:lnTo>
                  <a:pt x="17995" y="89814"/>
                </a:lnTo>
                <a:lnTo>
                  <a:pt x="17995" y="112636"/>
                </a:lnTo>
                <a:lnTo>
                  <a:pt x="32029" y="156375"/>
                </a:lnTo>
                <a:lnTo>
                  <a:pt x="44704" y="167894"/>
                </a:lnTo>
                <a:lnTo>
                  <a:pt x="52806" y="175107"/>
                </a:lnTo>
                <a:lnTo>
                  <a:pt x="89115" y="195338"/>
                </a:lnTo>
                <a:lnTo>
                  <a:pt x="125349" y="202184"/>
                </a:lnTo>
                <a:lnTo>
                  <a:pt x="147777" y="209588"/>
                </a:lnTo>
                <a:lnTo>
                  <a:pt x="156641" y="212051"/>
                </a:lnTo>
                <a:lnTo>
                  <a:pt x="164858" y="212979"/>
                </a:lnTo>
                <a:lnTo>
                  <a:pt x="175526" y="218440"/>
                </a:lnTo>
                <a:lnTo>
                  <a:pt x="180860" y="223774"/>
                </a:lnTo>
                <a:lnTo>
                  <a:pt x="186194" y="223774"/>
                </a:lnTo>
                <a:lnTo>
                  <a:pt x="202450" y="240030"/>
                </a:lnTo>
                <a:lnTo>
                  <a:pt x="202450" y="258064"/>
                </a:lnTo>
                <a:lnTo>
                  <a:pt x="201422" y="266242"/>
                </a:lnTo>
                <a:lnTo>
                  <a:pt x="168821" y="298030"/>
                </a:lnTo>
                <a:lnTo>
                  <a:pt x="143268" y="301371"/>
                </a:lnTo>
                <a:lnTo>
                  <a:pt x="127050" y="300456"/>
                </a:lnTo>
                <a:lnTo>
                  <a:pt x="112839" y="298030"/>
                </a:lnTo>
                <a:lnTo>
                  <a:pt x="99974" y="294576"/>
                </a:lnTo>
                <a:lnTo>
                  <a:pt x="87769" y="290576"/>
                </a:lnTo>
                <a:lnTo>
                  <a:pt x="39382" y="258064"/>
                </a:lnTo>
                <a:lnTo>
                  <a:pt x="0" y="296037"/>
                </a:lnTo>
                <a:lnTo>
                  <a:pt x="33769" y="323303"/>
                </a:lnTo>
                <a:lnTo>
                  <a:pt x="85661" y="347370"/>
                </a:lnTo>
                <a:lnTo>
                  <a:pt x="155359" y="351840"/>
                </a:lnTo>
                <a:lnTo>
                  <a:pt x="167462" y="351256"/>
                </a:lnTo>
                <a:lnTo>
                  <a:pt x="212445" y="337731"/>
                </a:lnTo>
                <a:lnTo>
                  <a:pt x="229247" y="324866"/>
                </a:lnTo>
                <a:lnTo>
                  <a:pt x="236372" y="319836"/>
                </a:lnTo>
                <a:lnTo>
                  <a:pt x="259880" y="274383"/>
                </a:lnTo>
                <a:lnTo>
                  <a:pt x="262343" y="264071"/>
                </a:lnTo>
                <a:lnTo>
                  <a:pt x="263283" y="252730"/>
                </a:lnTo>
                <a:close/>
              </a:path>
              <a:path w="911859" h="352425">
                <a:moveTo>
                  <a:pt x="623201" y="7239"/>
                </a:moveTo>
                <a:lnTo>
                  <a:pt x="556907" y="7239"/>
                </a:lnTo>
                <a:lnTo>
                  <a:pt x="458482" y="157099"/>
                </a:lnTo>
                <a:lnTo>
                  <a:pt x="367169" y="7239"/>
                </a:lnTo>
                <a:lnTo>
                  <a:pt x="295541" y="7239"/>
                </a:lnTo>
                <a:lnTo>
                  <a:pt x="431558" y="212979"/>
                </a:lnTo>
                <a:lnTo>
                  <a:pt x="431558" y="346583"/>
                </a:lnTo>
                <a:lnTo>
                  <a:pt x="492518" y="346583"/>
                </a:lnTo>
                <a:lnTo>
                  <a:pt x="492518" y="212979"/>
                </a:lnTo>
                <a:lnTo>
                  <a:pt x="623201" y="7239"/>
                </a:lnTo>
                <a:close/>
              </a:path>
              <a:path w="911859" h="352425">
                <a:moveTo>
                  <a:pt x="911491" y="252730"/>
                </a:moveTo>
                <a:lnTo>
                  <a:pt x="906157" y="212979"/>
                </a:lnTo>
                <a:lnTo>
                  <a:pt x="876617" y="179222"/>
                </a:lnTo>
                <a:lnTo>
                  <a:pt x="860501" y="167373"/>
                </a:lnTo>
                <a:lnTo>
                  <a:pt x="852436" y="162433"/>
                </a:lnTo>
                <a:lnTo>
                  <a:pt x="840054" y="159270"/>
                </a:lnTo>
                <a:lnTo>
                  <a:pt x="814641" y="154889"/>
                </a:lnTo>
                <a:lnTo>
                  <a:pt x="802271" y="151638"/>
                </a:lnTo>
                <a:lnTo>
                  <a:pt x="781469" y="144195"/>
                </a:lnTo>
                <a:lnTo>
                  <a:pt x="772833" y="141770"/>
                </a:lnTo>
                <a:lnTo>
                  <a:pt x="764679" y="140843"/>
                </a:lnTo>
                <a:lnTo>
                  <a:pt x="756729" y="136842"/>
                </a:lnTo>
                <a:lnTo>
                  <a:pt x="749261" y="133337"/>
                </a:lnTo>
                <a:lnTo>
                  <a:pt x="742759" y="130860"/>
                </a:lnTo>
                <a:lnTo>
                  <a:pt x="737755" y="129921"/>
                </a:lnTo>
                <a:lnTo>
                  <a:pt x="732421" y="122809"/>
                </a:lnTo>
                <a:lnTo>
                  <a:pt x="727087" y="117348"/>
                </a:lnTo>
                <a:lnTo>
                  <a:pt x="727087" y="106553"/>
                </a:lnTo>
                <a:lnTo>
                  <a:pt x="721753" y="101092"/>
                </a:lnTo>
                <a:lnTo>
                  <a:pt x="721753" y="95631"/>
                </a:lnTo>
                <a:lnTo>
                  <a:pt x="722744" y="87630"/>
                </a:lnTo>
                <a:lnTo>
                  <a:pt x="725754" y="80111"/>
                </a:lnTo>
                <a:lnTo>
                  <a:pt x="730745" y="73596"/>
                </a:lnTo>
                <a:lnTo>
                  <a:pt x="737755" y="68580"/>
                </a:lnTo>
                <a:lnTo>
                  <a:pt x="745934" y="61315"/>
                </a:lnTo>
                <a:lnTo>
                  <a:pt x="754608" y="57581"/>
                </a:lnTo>
                <a:lnTo>
                  <a:pt x="764286" y="56210"/>
                </a:lnTo>
                <a:lnTo>
                  <a:pt x="775474" y="56007"/>
                </a:lnTo>
                <a:lnTo>
                  <a:pt x="787539" y="56095"/>
                </a:lnTo>
                <a:lnTo>
                  <a:pt x="825639" y="61341"/>
                </a:lnTo>
                <a:lnTo>
                  <a:pt x="857300" y="82245"/>
                </a:lnTo>
                <a:lnTo>
                  <a:pt x="868565" y="90297"/>
                </a:lnTo>
                <a:lnTo>
                  <a:pt x="900696" y="45212"/>
                </a:lnTo>
                <a:lnTo>
                  <a:pt x="887831" y="34036"/>
                </a:lnTo>
                <a:lnTo>
                  <a:pt x="873937" y="24866"/>
                </a:lnTo>
                <a:lnTo>
                  <a:pt x="830707" y="8420"/>
                </a:lnTo>
                <a:lnTo>
                  <a:pt x="780808" y="0"/>
                </a:lnTo>
                <a:lnTo>
                  <a:pt x="768705" y="114"/>
                </a:lnTo>
                <a:lnTo>
                  <a:pt x="713447" y="16052"/>
                </a:lnTo>
                <a:lnTo>
                  <a:pt x="698385" y="28956"/>
                </a:lnTo>
                <a:lnTo>
                  <a:pt x="690448" y="34010"/>
                </a:lnTo>
                <a:lnTo>
                  <a:pt x="668426" y="70624"/>
                </a:lnTo>
                <a:lnTo>
                  <a:pt x="666203" y="89814"/>
                </a:lnTo>
                <a:lnTo>
                  <a:pt x="666203" y="112636"/>
                </a:lnTo>
                <a:lnTo>
                  <a:pt x="680313" y="156375"/>
                </a:lnTo>
                <a:lnTo>
                  <a:pt x="693051" y="167894"/>
                </a:lnTo>
                <a:lnTo>
                  <a:pt x="701497" y="175107"/>
                </a:lnTo>
                <a:lnTo>
                  <a:pt x="741426" y="195338"/>
                </a:lnTo>
                <a:lnTo>
                  <a:pt x="775474" y="202184"/>
                </a:lnTo>
                <a:lnTo>
                  <a:pt x="798271" y="209588"/>
                </a:lnTo>
                <a:lnTo>
                  <a:pt x="807186" y="212051"/>
                </a:lnTo>
                <a:lnTo>
                  <a:pt x="813066" y="212979"/>
                </a:lnTo>
                <a:lnTo>
                  <a:pt x="830059" y="220433"/>
                </a:lnTo>
                <a:lnTo>
                  <a:pt x="836688" y="222859"/>
                </a:lnTo>
                <a:lnTo>
                  <a:pt x="841641" y="223774"/>
                </a:lnTo>
                <a:lnTo>
                  <a:pt x="847102" y="229235"/>
                </a:lnTo>
                <a:lnTo>
                  <a:pt x="847102" y="234696"/>
                </a:lnTo>
                <a:lnTo>
                  <a:pt x="852436" y="240030"/>
                </a:lnTo>
                <a:lnTo>
                  <a:pt x="852436" y="258064"/>
                </a:lnTo>
                <a:lnTo>
                  <a:pt x="827836" y="294576"/>
                </a:lnTo>
                <a:lnTo>
                  <a:pt x="791476" y="301371"/>
                </a:lnTo>
                <a:lnTo>
                  <a:pt x="776312" y="300456"/>
                </a:lnTo>
                <a:lnTo>
                  <a:pt x="762660" y="298030"/>
                </a:lnTo>
                <a:lnTo>
                  <a:pt x="749985" y="294576"/>
                </a:lnTo>
                <a:lnTo>
                  <a:pt x="737755" y="290576"/>
                </a:lnTo>
                <a:lnTo>
                  <a:pt x="687717" y="258064"/>
                </a:lnTo>
                <a:lnTo>
                  <a:pt x="650125" y="296037"/>
                </a:lnTo>
                <a:lnTo>
                  <a:pt x="682548" y="323303"/>
                </a:lnTo>
                <a:lnTo>
                  <a:pt x="716419" y="341122"/>
                </a:lnTo>
                <a:lnTo>
                  <a:pt x="753948" y="350570"/>
                </a:lnTo>
                <a:lnTo>
                  <a:pt x="803922" y="351840"/>
                </a:lnTo>
                <a:lnTo>
                  <a:pt x="816648" y="351256"/>
                </a:lnTo>
                <a:lnTo>
                  <a:pt x="862495" y="337731"/>
                </a:lnTo>
                <a:lnTo>
                  <a:pt x="879360" y="324866"/>
                </a:lnTo>
                <a:lnTo>
                  <a:pt x="886434" y="319836"/>
                </a:lnTo>
                <a:lnTo>
                  <a:pt x="908138" y="274383"/>
                </a:lnTo>
                <a:lnTo>
                  <a:pt x="910564" y="264071"/>
                </a:lnTo>
                <a:lnTo>
                  <a:pt x="911491" y="25273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7492111" y="4554220"/>
            <a:ext cx="272415" cy="340360"/>
          </a:xfrm>
          <a:custGeom>
            <a:avLst/>
            <a:gdLst/>
            <a:ahLst/>
            <a:cxnLst/>
            <a:rect l="l" t="t" r="r" b="b"/>
            <a:pathLst>
              <a:path w="272415" h="340360">
                <a:moveTo>
                  <a:pt x="272288" y="0"/>
                </a:moveTo>
                <a:lnTo>
                  <a:pt x="0" y="0"/>
                </a:lnTo>
                <a:lnTo>
                  <a:pt x="0" y="54610"/>
                </a:lnTo>
                <a:lnTo>
                  <a:pt x="103886" y="54610"/>
                </a:lnTo>
                <a:lnTo>
                  <a:pt x="103886" y="340360"/>
                </a:lnTo>
                <a:lnTo>
                  <a:pt x="163068" y="340360"/>
                </a:lnTo>
                <a:lnTo>
                  <a:pt x="163068" y="54610"/>
                </a:lnTo>
                <a:lnTo>
                  <a:pt x="272288" y="54610"/>
                </a:lnTo>
                <a:lnTo>
                  <a:pt x="2722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7841361" y="4554220"/>
            <a:ext cx="250825" cy="340360"/>
          </a:xfrm>
          <a:custGeom>
            <a:avLst/>
            <a:gdLst/>
            <a:ahLst/>
            <a:cxnLst/>
            <a:rect l="l" t="t" r="r" b="b"/>
            <a:pathLst>
              <a:path w="250825" h="340360">
                <a:moveTo>
                  <a:pt x="250698" y="289560"/>
                </a:moveTo>
                <a:lnTo>
                  <a:pt x="59055" y="289560"/>
                </a:lnTo>
                <a:lnTo>
                  <a:pt x="59055" y="195580"/>
                </a:lnTo>
                <a:lnTo>
                  <a:pt x="223901" y="195580"/>
                </a:lnTo>
                <a:lnTo>
                  <a:pt x="223901" y="139700"/>
                </a:lnTo>
                <a:lnTo>
                  <a:pt x="59055" y="139700"/>
                </a:lnTo>
                <a:lnTo>
                  <a:pt x="59055" y="54610"/>
                </a:lnTo>
                <a:lnTo>
                  <a:pt x="245364" y="54610"/>
                </a:lnTo>
                <a:lnTo>
                  <a:pt x="245364" y="0"/>
                </a:lnTo>
                <a:lnTo>
                  <a:pt x="0" y="0"/>
                </a:lnTo>
                <a:lnTo>
                  <a:pt x="0" y="54610"/>
                </a:lnTo>
                <a:lnTo>
                  <a:pt x="0" y="139700"/>
                </a:lnTo>
                <a:lnTo>
                  <a:pt x="0" y="195580"/>
                </a:lnTo>
                <a:lnTo>
                  <a:pt x="0" y="289560"/>
                </a:lnTo>
                <a:lnTo>
                  <a:pt x="0" y="340360"/>
                </a:lnTo>
                <a:lnTo>
                  <a:pt x="250698" y="340360"/>
                </a:lnTo>
                <a:lnTo>
                  <a:pt x="250698" y="2895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8179816" y="4554728"/>
            <a:ext cx="327660" cy="339725"/>
          </a:xfrm>
          <a:custGeom>
            <a:avLst/>
            <a:gdLst/>
            <a:ahLst/>
            <a:cxnLst/>
            <a:rect l="l" t="t" r="r" b="b"/>
            <a:pathLst>
              <a:path w="327659" h="339725">
                <a:moveTo>
                  <a:pt x="327659" y="0"/>
                </a:moveTo>
                <a:lnTo>
                  <a:pt x="266826" y="0"/>
                </a:lnTo>
                <a:lnTo>
                  <a:pt x="162940" y="160655"/>
                </a:lnTo>
                <a:lnTo>
                  <a:pt x="59181" y="0"/>
                </a:lnTo>
                <a:lnTo>
                  <a:pt x="0" y="0"/>
                </a:lnTo>
                <a:lnTo>
                  <a:pt x="0" y="339344"/>
                </a:lnTo>
                <a:lnTo>
                  <a:pt x="53720" y="339344"/>
                </a:lnTo>
                <a:lnTo>
                  <a:pt x="53720" y="93853"/>
                </a:lnTo>
                <a:lnTo>
                  <a:pt x="162940" y="256286"/>
                </a:lnTo>
                <a:lnTo>
                  <a:pt x="266826" y="93853"/>
                </a:lnTo>
                <a:lnTo>
                  <a:pt x="266826" y="339344"/>
                </a:lnTo>
                <a:lnTo>
                  <a:pt x="327659" y="339344"/>
                </a:lnTo>
                <a:lnTo>
                  <a:pt x="32765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7" name="object 37"/>
          <p:cNvGrpSpPr/>
          <p:nvPr/>
        </p:nvGrpSpPr>
        <p:grpSpPr>
          <a:xfrm>
            <a:off x="9032747" y="2686939"/>
            <a:ext cx="250825" cy="674370"/>
            <a:chOff x="9032747" y="2686939"/>
            <a:chExt cx="250825" cy="674370"/>
          </a:xfrm>
        </p:grpSpPr>
        <p:sp>
          <p:nvSpPr>
            <p:cNvPr id="38" name="object 38"/>
            <p:cNvSpPr/>
            <p:nvPr/>
          </p:nvSpPr>
          <p:spPr>
            <a:xfrm>
              <a:off x="9032747" y="2686939"/>
              <a:ext cx="107950" cy="102870"/>
            </a:xfrm>
            <a:custGeom>
              <a:avLst/>
              <a:gdLst/>
              <a:ahLst/>
              <a:cxnLst/>
              <a:rect l="l" t="t" r="r" b="b"/>
              <a:pathLst>
                <a:path w="107950" h="102869">
                  <a:moveTo>
                    <a:pt x="0" y="0"/>
                  </a:moveTo>
                  <a:lnTo>
                    <a:pt x="107950" y="102362"/>
                  </a:lnTo>
                  <a:lnTo>
                    <a:pt x="101600" y="93852"/>
                  </a:lnTo>
                  <a:lnTo>
                    <a:pt x="85471" y="75819"/>
                  </a:lnTo>
                  <a:lnTo>
                    <a:pt x="64007" y="54101"/>
                  </a:lnTo>
                  <a:lnTo>
                    <a:pt x="42545" y="37846"/>
                  </a:lnTo>
                  <a:lnTo>
                    <a:pt x="19176" y="1447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9055734" y="2699385"/>
              <a:ext cx="87630" cy="90170"/>
            </a:xfrm>
            <a:custGeom>
              <a:avLst/>
              <a:gdLst/>
              <a:ahLst/>
              <a:cxnLst/>
              <a:rect l="l" t="t" r="r" b="b"/>
              <a:pathLst>
                <a:path w="87629" h="90169">
                  <a:moveTo>
                    <a:pt x="0" y="0"/>
                  </a:moveTo>
                  <a:lnTo>
                    <a:pt x="87503" y="89662"/>
                  </a:lnTo>
                  <a:lnTo>
                    <a:pt x="73279" y="68706"/>
                  </a:lnTo>
                  <a:lnTo>
                    <a:pt x="51689" y="47116"/>
                  </a:lnTo>
                  <a:lnTo>
                    <a:pt x="12319" y="73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9066275" y="2702179"/>
              <a:ext cx="80645" cy="88265"/>
            </a:xfrm>
            <a:custGeom>
              <a:avLst/>
              <a:gdLst/>
              <a:ahLst/>
              <a:cxnLst/>
              <a:rect l="l" t="t" r="r" b="b"/>
              <a:pathLst>
                <a:path w="80645" h="88264">
                  <a:moveTo>
                    <a:pt x="0" y="0"/>
                  </a:moveTo>
                  <a:lnTo>
                    <a:pt x="80264" y="87884"/>
                  </a:lnTo>
                  <a:lnTo>
                    <a:pt x="73405" y="78612"/>
                  </a:lnTo>
                  <a:lnTo>
                    <a:pt x="51943" y="55118"/>
                  </a:lnTo>
                  <a:lnTo>
                    <a:pt x="35814" y="33400"/>
                  </a:lnTo>
                  <a:lnTo>
                    <a:pt x="14350" y="100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9066656" y="2694940"/>
              <a:ext cx="62865" cy="73660"/>
            </a:xfrm>
            <a:custGeom>
              <a:avLst/>
              <a:gdLst/>
              <a:ahLst/>
              <a:cxnLst/>
              <a:rect l="l" t="t" r="r" b="b"/>
              <a:pathLst>
                <a:path w="62865" h="73660">
                  <a:moveTo>
                    <a:pt x="0" y="0"/>
                  </a:moveTo>
                  <a:lnTo>
                    <a:pt x="62484" y="73533"/>
                  </a:lnTo>
                  <a:lnTo>
                    <a:pt x="62357" y="73151"/>
                  </a:lnTo>
                  <a:lnTo>
                    <a:pt x="62357" y="67818"/>
                  </a:lnTo>
                  <a:lnTo>
                    <a:pt x="46100" y="51562"/>
                  </a:lnTo>
                  <a:lnTo>
                    <a:pt x="30099" y="29845"/>
                  </a:lnTo>
                  <a:lnTo>
                    <a:pt x="8636" y="64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9094469" y="2716022"/>
              <a:ext cx="45720" cy="58419"/>
            </a:xfrm>
            <a:custGeom>
              <a:avLst/>
              <a:gdLst/>
              <a:ahLst/>
              <a:cxnLst/>
              <a:rect l="l" t="t" r="r" b="b"/>
              <a:pathLst>
                <a:path w="45720" h="58419">
                  <a:moveTo>
                    <a:pt x="0" y="0"/>
                  </a:moveTo>
                  <a:lnTo>
                    <a:pt x="45593" y="58038"/>
                  </a:lnTo>
                  <a:lnTo>
                    <a:pt x="12953" y="142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078721" y="2689225"/>
              <a:ext cx="90170" cy="123825"/>
            </a:xfrm>
            <a:custGeom>
              <a:avLst/>
              <a:gdLst/>
              <a:ahLst/>
              <a:cxnLst/>
              <a:rect l="l" t="t" r="r" b="b"/>
              <a:pathLst>
                <a:path w="90170" h="123825">
                  <a:moveTo>
                    <a:pt x="0" y="0"/>
                  </a:moveTo>
                  <a:lnTo>
                    <a:pt x="89916" y="123698"/>
                  </a:lnTo>
                  <a:lnTo>
                    <a:pt x="87883" y="118617"/>
                  </a:lnTo>
                  <a:lnTo>
                    <a:pt x="71627" y="96900"/>
                  </a:lnTo>
                  <a:lnTo>
                    <a:pt x="55625" y="73533"/>
                  </a:lnTo>
                  <a:lnTo>
                    <a:pt x="39497" y="46354"/>
                  </a:lnTo>
                  <a:lnTo>
                    <a:pt x="23368" y="22987"/>
                  </a:lnTo>
                  <a:lnTo>
                    <a:pt x="1904" y="139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9094850" y="2699512"/>
              <a:ext cx="69850" cy="104139"/>
            </a:xfrm>
            <a:custGeom>
              <a:avLst/>
              <a:gdLst/>
              <a:ahLst/>
              <a:cxnLst/>
              <a:rect l="l" t="t" r="r" b="b"/>
              <a:pathLst>
                <a:path w="69850" h="104139">
                  <a:moveTo>
                    <a:pt x="0" y="0"/>
                  </a:moveTo>
                  <a:lnTo>
                    <a:pt x="69342" y="103759"/>
                  </a:lnTo>
                  <a:lnTo>
                    <a:pt x="66294" y="97536"/>
                  </a:lnTo>
                  <a:lnTo>
                    <a:pt x="50165" y="68579"/>
                  </a:lnTo>
                  <a:lnTo>
                    <a:pt x="17906" y="25273"/>
                  </a:lnTo>
                  <a:lnTo>
                    <a:pt x="1904" y="19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9115424" y="2715514"/>
              <a:ext cx="41275" cy="66675"/>
            </a:xfrm>
            <a:custGeom>
              <a:avLst/>
              <a:gdLst/>
              <a:ahLst/>
              <a:cxnLst/>
              <a:rect l="l" t="t" r="r" b="b"/>
              <a:pathLst>
                <a:path w="41275" h="66675">
                  <a:moveTo>
                    <a:pt x="0" y="0"/>
                  </a:moveTo>
                  <a:lnTo>
                    <a:pt x="41148" y="66421"/>
                  </a:lnTo>
                  <a:lnTo>
                    <a:pt x="40385" y="65277"/>
                  </a:lnTo>
                  <a:lnTo>
                    <a:pt x="29591" y="41783"/>
                  </a:lnTo>
                  <a:lnTo>
                    <a:pt x="13589" y="147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111995" y="2695956"/>
              <a:ext cx="53340" cy="94615"/>
            </a:xfrm>
            <a:custGeom>
              <a:avLst/>
              <a:gdLst/>
              <a:ahLst/>
              <a:cxnLst/>
              <a:rect l="l" t="t" r="r" b="b"/>
              <a:pathLst>
                <a:path w="53340" h="94614">
                  <a:moveTo>
                    <a:pt x="761" y="0"/>
                  </a:moveTo>
                  <a:lnTo>
                    <a:pt x="0" y="0"/>
                  </a:lnTo>
                  <a:lnTo>
                    <a:pt x="52831" y="94234"/>
                  </a:lnTo>
                  <a:lnTo>
                    <a:pt x="49149" y="84836"/>
                  </a:lnTo>
                  <a:lnTo>
                    <a:pt x="33020" y="56007"/>
                  </a:lnTo>
                  <a:lnTo>
                    <a:pt x="17018" y="28829"/>
                  </a:lnTo>
                  <a:lnTo>
                    <a:pt x="761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148444" y="2750439"/>
              <a:ext cx="33020" cy="65405"/>
            </a:xfrm>
            <a:custGeom>
              <a:avLst/>
              <a:gdLst/>
              <a:ahLst/>
              <a:cxnLst/>
              <a:rect l="l" t="t" r="r" b="b"/>
              <a:pathLst>
                <a:path w="33020" h="65405">
                  <a:moveTo>
                    <a:pt x="0" y="0"/>
                  </a:moveTo>
                  <a:lnTo>
                    <a:pt x="33020" y="65405"/>
                  </a:lnTo>
                  <a:lnTo>
                    <a:pt x="23495" y="41148"/>
                  </a:lnTo>
                  <a:lnTo>
                    <a:pt x="7365" y="1231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9135617" y="2707894"/>
              <a:ext cx="56515" cy="121920"/>
            </a:xfrm>
            <a:custGeom>
              <a:avLst/>
              <a:gdLst/>
              <a:ahLst/>
              <a:cxnLst/>
              <a:rect l="l" t="t" r="r" b="b"/>
              <a:pathLst>
                <a:path w="56515" h="121919">
                  <a:moveTo>
                    <a:pt x="0" y="0"/>
                  </a:moveTo>
                  <a:lnTo>
                    <a:pt x="56260" y="121411"/>
                  </a:lnTo>
                  <a:lnTo>
                    <a:pt x="54228" y="110743"/>
                  </a:lnTo>
                  <a:lnTo>
                    <a:pt x="54228" y="105409"/>
                  </a:lnTo>
                  <a:lnTo>
                    <a:pt x="36322" y="78231"/>
                  </a:lnTo>
                  <a:lnTo>
                    <a:pt x="25526" y="44068"/>
                  </a:lnTo>
                  <a:lnTo>
                    <a:pt x="9398" y="1689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161652" y="2743708"/>
              <a:ext cx="10160" cy="24765"/>
            </a:xfrm>
            <a:custGeom>
              <a:avLst/>
              <a:gdLst/>
              <a:ahLst/>
              <a:cxnLst/>
              <a:rect l="l" t="t" r="r" b="b"/>
              <a:pathLst>
                <a:path w="10159" h="24764">
                  <a:moveTo>
                    <a:pt x="0" y="0"/>
                  </a:moveTo>
                  <a:lnTo>
                    <a:pt x="9905" y="24256"/>
                  </a:lnTo>
                  <a:lnTo>
                    <a:pt x="4952" y="825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162795" y="2728849"/>
              <a:ext cx="40640" cy="110489"/>
            </a:xfrm>
            <a:custGeom>
              <a:avLst/>
              <a:gdLst/>
              <a:ahLst/>
              <a:cxnLst/>
              <a:rect l="l" t="t" r="r" b="b"/>
              <a:pathLst>
                <a:path w="40640" h="110489">
                  <a:moveTo>
                    <a:pt x="0" y="0"/>
                  </a:moveTo>
                  <a:lnTo>
                    <a:pt x="40131" y="110236"/>
                  </a:lnTo>
                  <a:lnTo>
                    <a:pt x="37846" y="95250"/>
                  </a:lnTo>
                  <a:lnTo>
                    <a:pt x="27050" y="68199"/>
                  </a:lnTo>
                  <a:lnTo>
                    <a:pt x="14477" y="33909"/>
                  </a:lnTo>
                  <a:lnTo>
                    <a:pt x="3809" y="67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9177020" y="2735198"/>
              <a:ext cx="31115" cy="99695"/>
            </a:xfrm>
            <a:custGeom>
              <a:avLst/>
              <a:gdLst/>
              <a:ahLst/>
              <a:cxnLst/>
              <a:rect l="l" t="t" r="r" b="b"/>
              <a:pathLst>
                <a:path w="31115" h="99694">
                  <a:moveTo>
                    <a:pt x="16891" y="54864"/>
                  </a:moveTo>
                  <a:lnTo>
                    <a:pt x="12827" y="32893"/>
                  </a:lnTo>
                  <a:lnTo>
                    <a:pt x="254" y="381"/>
                  </a:lnTo>
                  <a:lnTo>
                    <a:pt x="0" y="0"/>
                  </a:lnTo>
                  <a:lnTo>
                    <a:pt x="16891" y="54864"/>
                  </a:lnTo>
                  <a:close/>
                </a:path>
                <a:path w="31115" h="99694">
                  <a:moveTo>
                    <a:pt x="30607" y="99314"/>
                  </a:moveTo>
                  <a:lnTo>
                    <a:pt x="28956" y="88900"/>
                  </a:lnTo>
                  <a:lnTo>
                    <a:pt x="21971" y="71247"/>
                  </a:lnTo>
                  <a:lnTo>
                    <a:pt x="30607" y="99314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9185147" y="2736342"/>
              <a:ext cx="23495" cy="86995"/>
            </a:xfrm>
            <a:custGeom>
              <a:avLst/>
              <a:gdLst/>
              <a:ahLst/>
              <a:cxnLst/>
              <a:rect l="l" t="t" r="r" b="b"/>
              <a:pathLst>
                <a:path w="23495" h="86994">
                  <a:moveTo>
                    <a:pt x="0" y="0"/>
                  </a:moveTo>
                  <a:lnTo>
                    <a:pt x="23241" y="86868"/>
                  </a:lnTo>
                  <a:lnTo>
                    <a:pt x="20827" y="71500"/>
                  </a:lnTo>
                  <a:lnTo>
                    <a:pt x="15494" y="44450"/>
                  </a:lnTo>
                  <a:lnTo>
                    <a:pt x="4699" y="1016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9191751" y="2724785"/>
              <a:ext cx="25400" cy="113030"/>
            </a:xfrm>
            <a:custGeom>
              <a:avLst/>
              <a:gdLst/>
              <a:ahLst/>
              <a:cxnLst/>
              <a:rect l="l" t="t" r="r" b="b"/>
              <a:pathLst>
                <a:path w="25400" h="113030">
                  <a:moveTo>
                    <a:pt x="0" y="0"/>
                  </a:moveTo>
                  <a:lnTo>
                    <a:pt x="24892" y="113029"/>
                  </a:lnTo>
                  <a:lnTo>
                    <a:pt x="24892" y="99313"/>
                  </a:lnTo>
                  <a:lnTo>
                    <a:pt x="19557" y="66801"/>
                  </a:lnTo>
                  <a:lnTo>
                    <a:pt x="8890" y="37973"/>
                  </a:lnTo>
                  <a:lnTo>
                    <a:pt x="3428" y="54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9208897" y="2750438"/>
              <a:ext cx="13335" cy="77470"/>
            </a:xfrm>
            <a:custGeom>
              <a:avLst/>
              <a:gdLst/>
              <a:ahLst/>
              <a:cxnLst/>
              <a:rect l="l" t="t" r="r" b="b"/>
              <a:pathLst>
                <a:path w="13334" h="77469">
                  <a:moveTo>
                    <a:pt x="6350" y="37592"/>
                  </a:moveTo>
                  <a:lnTo>
                    <a:pt x="2413" y="12319"/>
                  </a:lnTo>
                  <a:lnTo>
                    <a:pt x="0" y="0"/>
                  </a:lnTo>
                  <a:lnTo>
                    <a:pt x="6350" y="37592"/>
                  </a:lnTo>
                  <a:close/>
                </a:path>
                <a:path w="13334" h="77469">
                  <a:moveTo>
                    <a:pt x="13081" y="73660"/>
                  </a:moveTo>
                  <a:lnTo>
                    <a:pt x="8636" y="50927"/>
                  </a:lnTo>
                  <a:lnTo>
                    <a:pt x="13081" y="77089"/>
                  </a:lnTo>
                  <a:lnTo>
                    <a:pt x="13081" y="7366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9225914" y="2799969"/>
              <a:ext cx="1905" cy="13335"/>
            </a:xfrm>
            <a:custGeom>
              <a:avLst/>
              <a:gdLst/>
              <a:ahLst/>
              <a:cxnLst/>
              <a:rect l="l" t="t" r="r" b="b"/>
              <a:pathLst>
                <a:path w="1904" h="13335">
                  <a:moveTo>
                    <a:pt x="0" y="0"/>
                  </a:moveTo>
                  <a:lnTo>
                    <a:pt x="1524" y="13080"/>
                  </a:lnTo>
                  <a:lnTo>
                    <a:pt x="1524" y="78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9235440" y="2791586"/>
              <a:ext cx="19050" cy="57785"/>
            </a:xfrm>
            <a:custGeom>
              <a:avLst/>
              <a:gdLst/>
              <a:ahLst/>
              <a:cxnLst/>
              <a:rect l="l" t="t" r="r" b="b"/>
              <a:pathLst>
                <a:path w="19050" h="57785">
                  <a:moveTo>
                    <a:pt x="2794" y="32512"/>
                  </a:moveTo>
                  <a:lnTo>
                    <a:pt x="0" y="16383"/>
                  </a:lnTo>
                  <a:lnTo>
                    <a:pt x="2794" y="57277"/>
                  </a:lnTo>
                  <a:lnTo>
                    <a:pt x="2794" y="32512"/>
                  </a:lnTo>
                  <a:close/>
                </a:path>
                <a:path w="19050" h="57785">
                  <a:moveTo>
                    <a:pt x="18796" y="0"/>
                  </a:moveTo>
                  <a:lnTo>
                    <a:pt x="17780" y="33909"/>
                  </a:lnTo>
                  <a:lnTo>
                    <a:pt x="18796" y="27051"/>
                  </a:lnTo>
                  <a:lnTo>
                    <a:pt x="18796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9254870" y="2841879"/>
              <a:ext cx="5080" cy="58419"/>
            </a:xfrm>
            <a:custGeom>
              <a:avLst/>
              <a:gdLst/>
              <a:ahLst/>
              <a:cxnLst/>
              <a:rect l="l" t="t" r="r" b="b"/>
              <a:pathLst>
                <a:path w="5079" h="58419">
                  <a:moveTo>
                    <a:pt x="4825" y="0"/>
                  </a:moveTo>
                  <a:lnTo>
                    <a:pt x="0" y="58038"/>
                  </a:lnTo>
                  <a:lnTo>
                    <a:pt x="4825" y="27305"/>
                  </a:lnTo>
                  <a:lnTo>
                    <a:pt x="4825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9256903" y="2815462"/>
              <a:ext cx="13970" cy="96520"/>
            </a:xfrm>
            <a:custGeom>
              <a:avLst/>
              <a:gdLst/>
              <a:ahLst/>
              <a:cxnLst/>
              <a:rect l="l" t="t" r="r" b="b"/>
              <a:pathLst>
                <a:path w="13970" h="96519">
                  <a:moveTo>
                    <a:pt x="8128" y="38227"/>
                  </a:moveTo>
                  <a:lnTo>
                    <a:pt x="0" y="96139"/>
                  </a:lnTo>
                  <a:lnTo>
                    <a:pt x="8128" y="69977"/>
                  </a:lnTo>
                  <a:lnTo>
                    <a:pt x="8128" y="38227"/>
                  </a:lnTo>
                  <a:close/>
                </a:path>
                <a:path w="13970" h="96519">
                  <a:moveTo>
                    <a:pt x="13589" y="0"/>
                  </a:moveTo>
                  <a:lnTo>
                    <a:pt x="9144" y="30988"/>
                  </a:lnTo>
                  <a:lnTo>
                    <a:pt x="13589" y="3175"/>
                  </a:lnTo>
                  <a:lnTo>
                    <a:pt x="13589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9261094" y="2856483"/>
              <a:ext cx="22225" cy="113664"/>
            </a:xfrm>
            <a:custGeom>
              <a:avLst/>
              <a:gdLst/>
              <a:ahLst/>
              <a:cxnLst/>
              <a:rect l="l" t="t" r="r" b="b"/>
              <a:pathLst>
                <a:path w="22225" h="113664">
                  <a:moveTo>
                    <a:pt x="14732" y="0"/>
                  </a:moveTo>
                  <a:lnTo>
                    <a:pt x="7620" y="35433"/>
                  </a:lnTo>
                  <a:lnTo>
                    <a:pt x="14732" y="12700"/>
                  </a:lnTo>
                  <a:lnTo>
                    <a:pt x="14732" y="0"/>
                  </a:lnTo>
                  <a:close/>
                </a:path>
                <a:path w="22225" h="113664">
                  <a:moveTo>
                    <a:pt x="21971" y="45720"/>
                  </a:moveTo>
                  <a:lnTo>
                    <a:pt x="0" y="113411"/>
                  </a:lnTo>
                  <a:lnTo>
                    <a:pt x="9398" y="90297"/>
                  </a:lnTo>
                  <a:lnTo>
                    <a:pt x="20066" y="57785"/>
                  </a:lnTo>
                  <a:lnTo>
                    <a:pt x="21971" y="4572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9241027" y="2971546"/>
              <a:ext cx="26670" cy="67310"/>
            </a:xfrm>
            <a:custGeom>
              <a:avLst/>
              <a:gdLst/>
              <a:ahLst/>
              <a:cxnLst/>
              <a:rect l="l" t="t" r="r" b="b"/>
              <a:pathLst>
                <a:path w="26670" h="67310">
                  <a:moveTo>
                    <a:pt x="26543" y="0"/>
                  </a:moveTo>
                  <a:lnTo>
                    <a:pt x="0" y="66928"/>
                  </a:lnTo>
                  <a:lnTo>
                    <a:pt x="7874" y="47498"/>
                  </a:lnTo>
                  <a:lnTo>
                    <a:pt x="24002" y="9525"/>
                  </a:lnTo>
                  <a:lnTo>
                    <a:pt x="26543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9200896" y="2988182"/>
              <a:ext cx="67310" cy="143510"/>
            </a:xfrm>
            <a:custGeom>
              <a:avLst/>
              <a:gdLst/>
              <a:ahLst/>
              <a:cxnLst/>
              <a:rect l="l" t="t" r="r" b="b"/>
              <a:pathLst>
                <a:path w="67309" h="143510">
                  <a:moveTo>
                    <a:pt x="27432" y="84582"/>
                  </a:moveTo>
                  <a:lnTo>
                    <a:pt x="0" y="143002"/>
                  </a:lnTo>
                  <a:lnTo>
                    <a:pt x="10414" y="126365"/>
                  </a:lnTo>
                  <a:lnTo>
                    <a:pt x="27432" y="84582"/>
                  </a:lnTo>
                  <a:close/>
                </a:path>
                <a:path w="67309" h="143510">
                  <a:moveTo>
                    <a:pt x="67183" y="0"/>
                  </a:moveTo>
                  <a:lnTo>
                    <a:pt x="54610" y="26670"/>
                  </a:lnTo>
                  <a:lnTo>
                    <a:pt x="64135" y="9144"/>
                  </a:lnTo>
                  <a:lnTo>
                    <a:pt x="67183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9050782" y="3055619"/>
              <a:ext cx="194310" cy="306070"/>
            </a:xfrm>
            <a:custGeom>
              <a:avLst/>
              <a:gdLst/>
              <a:ahLst/>
              <a:cxnLst/>
              <a:rect l="l" t="t" r="r" b="b"/>
              <a:pathLst>
                <a:path w="194309" h="306070">
                  <a:moveTo>
                    <a:pt x="107696" y="161290"/>
                  </a:moveTo>
                  <a:lnTo>
                    <a:pt x="0" y="305689"/>
                  </a:lnTo>
                  <a:lnTo>
                    <a:pt x="17272" y="288163"/>
                  </a:lnTo>
                  <a:lnTo>
                    <a:pt x="40513" y="259334"/>
                  </a:lnTo>
                  <a:lnTo>
                    <a:pt x="61976" y="226822"/>
                  </a:lnTo>
                  <a:lnTo>
                    <a:pt x="83566" y="197993"/>
                  </a:lnTo>
                  <a:lnTo>
                    <a:pt x="107696" y="161290"/>
                  </a:lnTo>
                  <a:close/>
                </a:path>
                <a:path w="194309" h="306070">
                  <a:moveTo>
                    <a:pt x="164719" y="52705"/>
                  </a:moveTo>
                  <a:lnTo>
                    <a:pt x="121158" y="131191"/>
                  </a:lnTo>
                  <a:lnTo>
                    <a:pt x="131826" y="114935"/>
                  </a:lnTo>
                  <a:lnTo>
                    <a:pt x="155194" y="75311"/>
                  </a:lnTo>
                  <a:lnTo>
                    <a:pt x="164719" y="52705"/>
                  </a:lnTo>
                  <a:close/>
                </a:path>
                <a:path w="194309" h="306070">
                  <a:moveTo>
                    <a:pt x="194056" y="0"/>
                  </a:moveTo>
                  <a:lnTo>
                    <a:pt x="188722" y="9398"/>
                  </a:lnTo>
                  <a:lnTo>
                    <a:pt x="192786" y="3048"/>
                  </a:lnTo>
                  <a:lnTo>
                    <a:pt x="194056" y="0"/>
                  </a:lnTo>
                  <a:close/>
                </a:path>
              </a:pathLst>
            </a:custGeom>
            <a:solidFill>
              <a:srgbClr val="FF00F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9067799" y="3322066"/>
              <a:ext cx="19685" cy="23495"/>
            </a:xfrm>
            <a:custGeom>
              <a:avLst/>
              <a:gdLst/>
              <a:ahLst/>
              <a:cxnLst/>
              <a:rect l="l" t="t" r="r" b="b"/>
              <a:pathLst>
                <a:path w="19684" h="23495">
                  <a:moveTo>
                    <a:pt x="19684" y="0"/>
                  </a:moveTo>
                  <a:lnTo>
                    <a:pt x="0" y="22987"/>
                  </a:lnTo>
                  <a:lnTo>
                    <a:pt x="12826" y="10922"/>
                  </a:lnTo>
                  <a:lnTo>
                    <a:pt x="19684" y="0"/>
                  </a:lnTo>
                  <a:close/>
                </a:path>
              </a:pathLst>
            </a:custGeom>
            <a:solidFill>
              <a:srgbClr val="5BC4F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4" name="object 64"/>
          <p:cNvSpPr/>
          <p:nvPr/>
        </p:nvSpPr>
        <p:spPr>
          <a:xfrm>
            <a:off x="8976614" y="3420236"/>
            <a:ext cx="22860" cy="22860"/>
          </a:xfrm>
          <a:custGeom>
            <a:avLst/>
            <a:gdLst/>
            <a:ahLst/>
            <a:cxnLst/>
            <a:rect l="l" t="t" r="r" b="b"/>
            <a:pathLst>
              <a:path w="22859" h="22860">
                <a:moveTo>
                  <a:pt x="22478" y="0"/>
                </a:moveTo>
                <a:lnTo>
                  <a:pt x="0" y="22860"/>
                </a:lnTo>
                <a:lnTo>
                  <a:pt x="21589" y="1142"/>
                </a:lnTo>
                <a:lnTo>
                  <a:pt x="22478" y="0"/>
                </a:lnTo>
                <a:close/>
              </a:path>
            </a:pathLst>
          </a:custGeom>
          <a:solidFill>
            <a:srgbClr val="FF00F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561340" y="1430019"/>
            <a:ext cx="196850" cy="2540"/>
          </a:xfrm>
          <a:custGeom>
            <a:avLst/>
            <a:gdLst/>
            <a:ahLst/>
            <a:cxnLst/>
            <a:rect l="l" t="t" r="r" b="b"/>
            <a:pathLst>
              <a:path w="196850" h="2540">
                <a:moveTo>
                  <a:pt x="0" y="0"/>
                </a:moveTo>
                <a:lnTo>
                  <a:pt x="196850" y="2539"/>
                </a:lnTo>
              </a:path>
            </a:pathLst>
          </a:custGeom>
          <a:ln w="41275">
            <a:solidFill>
              <a:srgbClr val="5AC9D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229" y="742835"/>
            <a:ext cx="10466578" cy="611516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74375" y="210820"/>
            <a:ext cx="979170" cy="11620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4509" y="936418"/>
            <a:ext cx="2181113" cy="3970861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3358705" y="691197"/>
            <a:ext cx="8297545" cy="4642485"/>
            <a:chOff x="3358705" y="691197"/>
            <a:chExt cx="8297545" cy="4642485"/>
          </a:xfrm>
        </p:grpSpPr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8166" y="758450"/>
              <a:ext cx="8147966" cy="4565516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363467" y="695959"/>
              <a:ext cx="8288020" cy="4632960"/>
            </a:xfrm>
            <a:custGeom>
              <a:avLst/>
              <a:gdLst/>
              <a:ahLst/>
              <a:cxnLst/>
              <a:rect l="l" t="t" r="r" b="b"/>
              <a:pathLst>
                <a:path w="8288020" h="4632960">
                  <a:moveTo>
                    <a:pt x="0" y="4632833"/>
                  </a:moveTo>
                  <a:lnTo>
                    <a:pt x="8287511" y="4632833"/>
                  </a:lnTo>
                  <a:lnTo>
                    <a:pt x="8287511" y="0"/>
                  </a:lnTo>
                  <a:lnTo>
                    <a:pt x="0" y="0"/>
                  </a:lnTo>
                  <a:lnTo>
                    <a:pt x="0" y="463283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225" y="1180204"/>
            <a:ext cx="738505" cy="831215"/>
            <a:chOff x="967225" y="1180204"/>
            <a:chExt cx="738505" cy="831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8" y="1462779"/>
              <a:ext cx="196164" cy="1962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184264" y="0"/>
                  </a:moveTo>
                  <a:lnTo>
                    <a:pt x="145878" y="3095"/>
                  </a:lnTo>
                  <a:lnTo>
                    <a:pt x="108445" y="12192"/>
                  </a:lnTo>
                  <a:lnTo>
                    <a:pt x="61544" y="29718"/>
                  </a:lnTo>
                  <a:lnTo>
                    <a:pt x="18415" y="55245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lnTo>
                    <a:pt x="368414" y="92075"/>
                  </a:lnTo>
                  <a:lnTo>
                    <a:pt x="349999" y="55245"/>
                  </a:lnTo>
                  <a:lnTo>
                    <a:pt x="307311" y="28813"/>
                  </a:lnTo>
                  <a:lnTo>
                    <a:pt x="259956" y="12192"/>
                  </a:lnTo>
                  <a:lnTo>
                    <a:pt x="222491" y="3619"/>
                  </a:lnTo>
                  <a:lnTo>
                    <a:pt x="1842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368414" y="184276"/>
                  </a:moveTo>
                  <a:lnTo>
                    <a:pt x="368414" y="92075"/>
                  </a:lnTo>
                  <a:lnTo>
                    <a:pt x="367376" y="81355"/>
                  </a:lnTo>
                  <a:lnTo>
                    <a:pt x="329339" y="40856"/>
                  </a:lnTo>
                  <a:lnTo>
                    <a:pt x="284116" y="19222"/>
                  </a:lnTo>
                  <a:lnTo>
                    <a:pt x="241342" y="7286"/>
                  </a:lnTo>
                  <a:lnTo>
                    <a:pt x="203449" y="1190"/>
                  </a:lnTo>
                  <a:lnTo>
                    <a:pt x="184264" y="0"/>
                  </a:lnTo>
                  <a:lnTo>
                    <a:pt x="164988" y="779"/>
                  </a:lnTo>
                  <a:lnTo>
                    <a:pt x="127007" y="6911"/>
                  </a:lnTo>
                  <a:lnTo>
                    <a:pt x="84598" y="19919"/>
                  </a:lnTo>
                  <a:lnTo>
                    <a:pt x="39433" y="41517"/>
                  </a:lnTo>
                  <a:lnTo>
                    <a:pt x="4906" y="71516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918" y="1606162"/>
              <a:ext cx="196227" cy="19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184213" y="0"/>
                  </a:moveTo>
                  <a:lnTo>
                    <a:pt x="145867" y="3111"/>
                  </a:lnTo>
                  <a:lnTo>
                    <a:pt x="108483" y="12318"/>
                  </a:lnTo>
                  <a:lnTo>
                    <a:pt x="61834" y="30352"/>
                  </a:lnTo>
                  <a:lnTo>
                    <a:pt x="18415" y="55244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61586" y="151374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239483" y="165862"/>
                  </a:moveTo>
                  <a:lnTo>
                    <a:pt x="261586" y="151374"/>
                  </a:lnTo>
                  <a:lnTo>
                    <a:pt x="284713" y="138636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lnTo>
                    <a:pt x="164963" y="781"/>
                  </a:lnTo>
                  <a:lnTo>
                    <a:pt x="127011" y="6965"/>
                  </a:lnTo>
                  <a:lnTo>
                    <a:pt x="84803" y="20454"/>
                  </a:lnTo>
                  <a:lnTo>
                    <a:pt x="39673" y="41965"/>
                  </a:lnTo>
                  <a:lnTo>
                    <a:pt x="4606" y="71437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34313" y="169882"/>
                  </a:lnTo>
                  <a:lnTo>
                    <a:pt x="239483" y="165862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29260" y="21590"/>
                  </a:moveTo>
                  <a:lnTo>
                    <a:pt x="427583" y="13258"/>
                  </a:lnTo>
                  <a:lnTo>
                    <a:pt x="422998" y="6426"/>
                  </a:lnTo>
                  <a:lnTo>
                    <a:pt x="416179" y="1778"/>
                  </a:lnTo>
                  <a:lnTo>
                    <a:pt x="407797" y="0"/>
                  </a:lnTo>
                  <a:lnTo>
                    <a:pt x="283718" y="0"/>
                  </a:lnTo>
                  <a:lnTo>
                    <a:pt x="283718" y="107696"/>
                  </a:lnTo>
                  <a:lnTo>
                    <a:pt x="279971" y="133019"/>
                  </a:lnTo>
                  <a:lnTo>
                    <a:pt x="268300" y="153085"/>
                  </a:lnTo>
                  <a:lnTo>
                    <a:pt x="250266" y="167703"/>
                  </a:lnTo>
                  <a:lnTo>
                    <a:pt x="235458" y="172453"/>
                  </a:lnTo>
                  <a:lnTo>
                    <a:pt x="235458" y="245745"/>
                  </a:lnTo>
                  <a:lnTo>
                    <a:pt x="233857" y="254558"/>
                  </a:lnTo>
                  <a:lnTo>
                    <a:pt x="229171" y="261810"/>
                  </a:lnTo>
                  <a:lnTo>
                    <a:pt x="222097" y="266788"/>
                  </a:lnTo>
                  <a:lnTo>
                    <a:pt x="213360" y="268732"/>
                  </a:lnTo>
                  <a:lnTo>
                    <a:pt x="212725" y="268732"/>
                  </a:lnTo>
                  <a:lnTo>
                    <a:pt x="203936" y="266954"/>
                  </a:lnTo>
                  <a:lnTo>
                    <a:pt x="196748" y="262089"/>
                  </a:lnTo>
                  <a:lnTo>
                    <a:pt x="191897" y="254863"/>
                  </a:lnTo>
                  <a:lnTo>
                    <a:pt x="190119" y="245999"/>
                  </a:lnTo>
                  <a:lnTo>
                    <a:pt x="190119" y="239776"/>
                  </a:lnTo>
                  <a:lnTo>
                    <a:pt x="192659" y="234061"/>
                  </a:lnTo>
                  <a:lnTo>
                    <a:pt x="196723" y="229997"/>
                  </a:lnTo>
                  <a:lnTo>
                    <a:pt x="212725" y="223266"/>
                  </a:lnTo>
                  <a:lnTo>
                    <a:pt x="221551" y="225031"/>
                  </a:lnTo>
                  <a:lnTo>
                    <a:pt x="228727" y="229844"/>
                  </a:lnTo>
                  <a:lnTo>
                    <a:pt x="233603" y="236982"/>
                  </a:lnTo>
                  <a:lnTo>
                    <a:pt x="235458" y="245745"/>
                  </a:lnTo>
                  <a:lnTo>
                    <a:pt x="235458" y="172453"/>
                  </a:lnTo>
                  <a:lnTo>
                    <a:pt x="227457" y="175006"/>
                  </a:lnTo>
                  <a:lnTo>
                    <a:pt x="227457" y="207264"/>
                  </a:lnTo>
                  <a:lnTo>
                    <a:pt x="212725" y="207264"/>
                  </a:lnTo>
                  <a:lnTo>
                    <a:pt x="198247" y="207264"/>
                  </a:lnTo>
                  <a:lnTo>
                    <a:pt x="198247" y="147066"/>
                  </a:lnTo>
                  <a:lnTo>
                    <a:pt x="212725" y="147066"/>
                  </a:lnTo>
                  <a:lnTo>
                    <a:pt x="229997" y="144272"/>
                  </a:lnTo>
                  <a:lnTo>
                    <a:pt x="240309" y="139039"/>
                  </a:lnTo>
                  <a:lnTo>
                    <a:pt x="248005" y="131292"/>
                  </a:lnTo>
                  <a:lnTo>
                    <a:pt x="252831" y="121310"/>
                  </a:lnTo>
                  <a:lnTo>
                    <a:pt x="254508" y="109347"/>
                  </a:lnTo>
                  <a:lnTo>
                    <a:pt x="251574" y="93357"/>
                  </a:lnTo>
                  <a:lnTo>
                    <a:pt x="243052" y="80187"/>
                  </a:lnTo>
                  <a:lnTo>
                    <a:pt x="230225" y="71183"/>
                  </a:lnTo>
                  <a:lnTo>
                    <a:pt x="214376" y="67691"/>
                  </a:lnTo>
                  <a:lnTo>
                    <a:pt x="212725" y="67691"/>
                  </a:lnTo>
                  <a:lnTo>
                    <a:pt x="175475" y="87668"/>
                  </a:lnTo>
                  <a:lnTo>
                    <a:pt x="170942" y="104648"/>
                  </a:lnTo>
                  <a:lnTo>
                    <a:pt x="170942" y="106934"/>
                  </a:lnTo>
                  <a:lnTo>
                    <a:pt x="171069" y="109347"/>
                  </a:lnTo>
                  <a:lnTo>
                    <a:pt x="171069" y="111887"/>
                  </a:lnTo>
                  <a:lnTo>
                    <a:pt x="141986" y="111887"/>
                  </a:lnTo>
                  <a:lnTo>
                    <a:pt x="141986" y="109347"/>
                  </a:lnTo>
                  <a:lnTo>
                    <a:pt x="145643" y="82994"/>
                  </a:lnTo>
                  <a:lnTo>
                    <a:pt x="158699" y="60858"/>
                  </a:lnTo>
                  <a:lnTo>
                    <a:pt x="179108" y="45224"/>
                  </a:lnTo>
                  <a:lnTo>
                    <a:pt x="204851" y="38354"/>
                  </a:lnTo>
                  <a:lnTo>
                    <a:pt x="212725" y="38354"/>
                  </a:lnTo>
                  <a:lnTo>
                    <a:pt x="257568" y="53835"/>
                  </a:lnTo>
                  <a:lnTo>
                    <a:pt x="280301" y="86855"/>
                  </a:lnTo>
                  <a:lnTo>
                    <a:pt x="283718" y="107696"/>
                  </a:lnTo>
                  <a:lnTo>
                    <a:pt x="283718" y="0"/>
                  </a:lnTo>
                  <a:lnTo>
                    <a:pt x="212725" y="0"/>
                  </a:lnTo>
                  <a:lnTo>
                    <a:pt x="21336" y="0"/>
                  </a:lnTo>
                  <a:lnTo>
                    <a:pt x="12954" y="1778"/>
                  </a:lnTo>
                  <a:lnTo>
                    <a:pt x="6172" y="6426"/>
                  </a:lnTo>
                  <a:lnTo>
                    <a:pt x="1625" y="13258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36" y="293687"/>
                  </a:lnTo>
                  <a:lnTo>
                    <a:pt x="6019" y="300621"/>
                  </a:lnTo>
                  <a:lnTo>
                    <a:pt x="12763" y="305358"/>
                  </a:lnTo>
                  <a:lnTo>
                    <a:pt x="21082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3" y="307213"/>
                  </a:lnTo>
                  <a:lnTo>
                    <a:pt x="212725" y="307213"/>
                  </a:lnTo>
                  <a:lnTo>
                    <a:pt x="407797" y="307213"/>
                  </a:lnTo>
                  <a:lnTo>
                    <a:pt x="416179" y="305447"/>
                  </a:lnTo>
                  <a:lnTo>
                    <a:pt x="422998" y="300786"/>
                  </a:lnTo>
                  <a:lnTo>
                    <a:pt x="427583" y="293916"/>
                  </a:lnTo>
                  <a:lnTo>
                    <a:pt x="429260" y="285496"/>
                  </a:lnTo>
                  <a:lnTo>
                    <a:pt x="429260" y="2159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07797" y="0"/>
                  </a:moveTo>
                  <a:lnTo>
                    <a:pt x="21336" y="0"/>
                  </a:lnTo>
                  <a:lnTo>
                    <a:pt x="12958" y="1766"/>
                  </a:lnTo>
                  <a:lnTo>
                    <a:pt x="6172" y="6413"/>
                  </a:lnTo>
                  <a:lnTo>
                    <a:pt x="1633" y="13251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42" y="293675"/>
                  </a:lnTo>
                  <a:lnTo>
                    <a:pt x="6030" y="300609"/>
                  </a:lnTo>
                  <a:lnTo>
                    <a:pt x="12774" y="305351"/>
                  </a:lnTo>
                  <a:lnTo>
                    <a:pt x="21081" y="307213"/>
                  </a:lnTo>
                  <a:lnTo>
                    <a:pt x="21209" y="307213"/>
                  </a:lnTo>
                  <a:lnTo>
                    <a:pt x="21336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2" y="307213"/>
                  </a:lnTo>
                  <a:lnTo>
                    <a:pt x="407797" y="307213"/>
                  </a:lnTo>
                  <a:lnTo>
                    <a:pt x="416186" y="305444"/>
                  </a:lnTo>
                  <a:lnTo>
                    <a:pt x="423005" y="300783"/>
                  </a:lnTo>
                  <a:lnTo>
                    <a:pt x="427585" y="293907"/>
                  </a:lnTo>
                  <a:lnTo>
                    <a:pt x="429260" y="285496"/>
                  </a:lnTo>
                  <a:lnTo>
                    <a:pt x="429260" y="21590"/>
                  </a:lnTo>
                  <a:lnTo>
                    <a:pt x="427585" y="13251"/>
                  </a:lnTo>
                  <a:lnTo>
                    <a:pt x="423005" y="6413"/>
                  </a:lnTo>
                  <a:lnTo>
                    <a:pt x="416186" y="1766"/>
                  </a:lnTo>
                  <a:lnTo>
                    <a:pt x="407797" y="0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010" y="1218431"/>
              <a:ext cx="153682" cy="2424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15" marR="5080" indent="-6350">
              <a:lnSpc>
                <a:spcPts val="1980"/>
              </a:lnSpc>
              <a:spcBef>
                <a:spcPts val="315"/>
              </a:spcBef>
            </a:pPr>
            <a:r>
              <a:rPr dirty="0"/>
              <a:t>Una</a:t>
            </a:r>
            <a:r>
              <a:rPr spc="-55" dirty="0"/>
              <a:t> </a:t>
            </a:r>
            <a:r>
              <a:rPr dirty="0"/>
              <a:t>empresa</a:t>
            </a:r>
            <a:r>
              <a:rPr spc="-40" dirty="0"/>
              <a:t> </a:t>
            </a:r>
            <a:r>
              <a:rPr spc="-10" dirty="0"/>
              <a:t>internacional</a:t>
            </a:r>
            <a:r>
              <a:rPr spc="-35" dirty="0"/>
              <a:t> </a:t>
            </a:r>
            <a:r>
              <a:rPr dirty="0"/>
              <a:t>desea</a:t>
            </a:r>
            <a:r>
              <a:rPr spc="-40" dirty="0"/>
              <a:t> </a:t>
            </a:r>
            <a:r>
              <a:rPr dirty="0"/>
              <a:t>expandir</a:t>
            </a:r>
            <a:r>
              <a:rPr spc="-40" dirty="0"/>
              <a:t> </a:t>
            </a:r>
            <a:r>
              <a:rPr dirty="0"/>
              <a:t>su</a:t>
            </a:r>
            <a:r>
              <a:rPr spc="-35" dirty="0"/>
              <a:t> </a:t>
            </a:r>
            <a:r>
              <a:rPr spc="-10" dirty="0"/>
              <a:t>presencia</a:t>
            </a:r>
            <a:r>
              <a:rPr spc="-40" dirty="0"/>
              <a:t> </a:t>
            </a:r>
            <a:r>
              <a:rPr dirty="0"/>
              <a:t>global</a:t>
            </a:r>
            <a:r>
              <a:rPr spc="-40" dirty="0"/>
              <a:t> </a:t>
            </a:r>
            <a:r>
              <a:rPr dirty="0"/>
              <a:t>y</a:t>
            </a:r>
            <a:r>
              <a:rPr spc="-50" dirty="0"/>
              <a:t> </a:t>
            </a:r>
            <a:r>
              <a:rPr dirty="0"/>
              <a:t>llegar</a:t>
            </a:r>
            <a:r>
              <a:rPr spc="-3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clientes</a:t>
            </a:r>
            <a:r>
              <a:rPr spc="-4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20" dirty="0"/>
              <a:t>diferentes</a:t>
            </a:r>
            <a:r>
              <a:rPr spc="-30" dirty="0"/>
              <a:t> </a:t>
            </a:r>
            <a:r>
              <a:rPr spc="-10" dirty="0"/>
              <a:t>regiones</a:t>
            </a:r>
            <a:r>
              <a:rPr spc="-30" dirty="0"/>
              <a:t> </a:t>
            </a:r>
            <a:r>
              <a:rPr spc="-25" dirty="0"/>
              <a:t>del </a:t>
            </a:r>
            <a:r>
              <a:rPr dirty="0"/>
              <a:t>mundo.</a:t>
            </a:r>
            <a:r>
              <a:rPr spc="-40" dirty="0"/>
              <a:t> </a:t>
            </a:r>
            <a:r>
              <a:rPr dirty="0"/>
              <a:t>Para</a:t>
            </a:r>
            <a:r>
              <a:rPr spc="-40" dirty="0"/>
              <a:t> </a:t>
            </a:r>
            <a:r>
              <a:rPr spc="-10" dirty="0"/>
              <a:t>lograrlo,</a:t>
            </a:r>
            <a:r>
              <a:rPr spc="-40" dirty="0"/>
              <a:t> </a:t>
            </a:r>
            <a:r>
              <a:rPr spc="-10" dirty="0"/>
              <a:t>necesitan</a:t>
            </a:r>
            <a:r>
              <a:rPr spc="-40" dirty="0"/>
              <a:t> </a:t>
            </a:r>
            <a:r>
              <a:rPr dirty="0"/>
              <a:t>tener</a:t>
            </a:r>
            <a:r>
              <a:rPr spc="-35" dirty="0"/>
              <a:t> </a:t>
            </a:r>
            <a:r>
              <a:rPr dirty="0"/>
              <a:t>el</a:t>
            </a:r>
            <a:r>
              <a:rPr spc="-35" dirty="0"/>
              <a:t> </a:t>
            </a:r>
            <a:r>
              <a:rPr spc="-10" dirty="0"/>
              <a:t>contenido</a:t>
            </a:r>
            <a:r>
              <a:rPr spc="-45" dirty="0"/>
              <a:t> </a:t>
            </a:r>
            <a:r>
              <a:rPr dirty="0"/>
              <a:t>de</a:t>
            </a:r>
            <a:r>
              <a:rPr spc="-30" dirty="0"/>
              <a:t> </a:t>
            </a:r>
            <a:r>
              <a:rPr dirty="0"/>
              <a:t>su</a:t>
            </a:r>
            <a:r>
              <a:rPr spc="-45" dirty="0"/>
              <a:t> </a:t>
            </a:r>
            <a:r>
              <a:rPr dirty="0"/>
              <a:t>sitio</a:t>
            </a:r>
            <a:r>
              <a:rPr spc="-40" dirty="0"/>
              <a:t> </a:t>
            </a:r>
            <a:r>
              <a:rPr dirty="0"/>
              <a:t>web,</a:t>
            </a:r>
            <a:r>
              <a:rPr spc="-45" dirty="0"/>
              <a:t> </a:t>
            </a:r>
            <a:r>
              <a:rPr spc="-10" dirty="0"/>
              <a:t>documentos</a:t>
            </a:r>
            <a:r>
              <a:rPr spc="-40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marketing</a:t>
            </a:r>
            <a:r>
              <a:rPr spc="-35" dirty="0"/>
              <a:t> </a:t>
            </a:r>
            <a:r>
              <a:rPr dirty="0"/>
              <a:t>y</a:t>
            </a:r>
            <a:r>
              <a:rPr spc="-35" dirty="0"/>
              <a:t> </a:t>
            </a:r>
            <a:r>
              <a:rPr spc="-10" dirty="0"/>
              <a:t>mensajes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servicio</a:t>
            </a:r>
            <a:r>
              <a:rPr spc="-45" dirty="0"/>
              <a:t> </a:t>
            </a:r>
            <a:r>
              <a:rPr dirty="0"/>
              <a:t>al</a:t>
            </a:r>
            <a:r>
              <a:rPr spc="-45" dirty="0"/>
              <a:t> </a:t>
            </a:r>
            <a:r>
              <a:rPr dirty="0"/>
              <a:t>cliente</a:t>
            </a:r>
            <a:r>
              <a:rPr spc="-40" dirty="0"/>
              <a:t> </a:t>
            </a:r>
            <a:r>
              <a:rPr dirty="0"/>
              <a:t>en</a:t>
            </a:r>
            <a:r>
              <a:rPr spc="-50" dirty="0"/>
              <a:t> </a:t>
            </a:r>
            <a:r>
              <a:rPr dirty="0"/>
              <a:t>múltiples</a:t>
            </a:r>
            <a:r>
              <a:rPr spc="-40" dirty="0"/>
              <a:t> </a:t>
            </a:r>
            <a:r>
              <a:rPr dirty="0"/>
              <a:t>idiomas</a:t>
            </a:r>
            <a:r>
              <a:rPr spc="-5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manera</a:t>
            </a:r>
            <a:r>
              <a:rPr spc="-45" dirty="0"/>
              <a:t> </a:t>
            </a:r>
            <a:r>
              <a:rPr spc="-10" dirty="0"/>
              <a:t>eficiente</a:t>
            </a:r>
            <a:r>
              <a:rPr spc="-45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spc="-10" dirty="0"/>
              <a:t>precisa.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2200" y="4074033"/>
            <a:ext cx="170180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Traducción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automática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225" y="1180204"/>
            <a:ext cx="738505" cy="831215"/>
            <a:chOff x="967225" y="1180204"/>
            <a:chExt cx="738505" cy="831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8" y="1462779"/>
              <a:ext cx="196164" cy="1962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184264" y="0"/>
                  </a:moveTo>
                  <a:lnTo>
                    <a:pt x="145878" y="3095"/>
                  </a:lnTo>
                  <a:lnTo>
                    <a:pt x="108445" y="12192"/>
                  </a:lnTo>
                  <a:lnTo>
                    <a:pt x="61544" y="29718"/>
                  </a:lnTo>
                  <a:lnTo>
                    <a:pt x="18415" y="55245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lnTo>
                    <a:pt x="368414" y="92075"/>
                  </a:lnTo>
                  <a:lnTo>
                    <a:pt x="349999" y="55245"/>
                  </a:lnTo>
                  <a:lnTo>
                    <a:pt x="307311" y="28813"/>
                  </a:lnTo>
                  <a:lnTo>
                    <a:pt x="259956" y="12192"/>
                  </a:lnTo>
                  <a:lnTo>
                    <a:pt x="222491" y="3619"/>
                  </a:lnTo>
                  <a:lnTo>
                    <a:pt x="1842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368414" y="184276"/>
                  </a:moveTo>
                  <a:lnTo>
                    <a:pt x="368414" y="92075"/>
                  </a:lnTo>
                  <a:lnTo>
                    <a:pt x="367376" y="81355"/>
                  </a:lnTo>
                  <a:lnTo>
                    <a:pt x="329339" y="40856"/>
                  </a:lnTo>
                  <a:lnTo>
                    <a:pt x="284116" y="19222"/>
                  </a:lnTo>
                  <a:lnTo>
                    <a:pt x="241342" y="7286"/>
                  </a:lnTo>
                  <a:lnTo>
                    <a:pt x="203449" y="1190"/>
                  </a:lnTo>
                  <a:lnTo>
                    <a:pt x="184264" y="0"/>
                  </a:lnTo>
                  <a:lnTo>
                    <a:pt x="164988" y="779"/>
                  </a:lnTo>
                  <a:lnTo>
                    <a:pt x="127007" y="6911"/>
                  </a:lnTo>
                  <a:lnTo>
                    <a:pt x="84598" y="19919"/>
                  </a:lnTo>
                  <a:lnTo>
                    <a:pt x="39433" y="41517"/>
                  </a:lnTo>
                  <a:lnTo>
                    <a:pt x="4906" y="71516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918" y="1606162"/>
              <a:ext cx="196227" cy="19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184213" y="0"/>
                  </a:moveTo>
                  <a:lnTo>
                    <a:pt x="145867" y="3111"/>
                  </a:lnTo>
                  <a:lnTo>
                    <a:pt x="108483" y="12318"/>
                  </a:lnTo>
                  <a:lnTo>
                    <a:pt x="61834" y="30352"/>
                  </a:lnTo>
                  <a:lnTo>
                    <a:pt x="18415" y="55244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61586" y="151374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239483" y="165862"/>
                  </a:moveTo>
                  <a:lnTo>
                    <a:pt x="261586" y="151374"/>
                  </a:lnTo>
                  <a:lnTo>
                    <a:pt x="284713" y="138636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lnTo>
                    <a:pt x="164963" y="781"/>
                  </a:lnTo>
                  <a:lnTo>
                    <a:pt x="127011" y="6965"/>
                  </a:lnTo>
                  <a:lnTo>
                    <a:pt x="84803" y="20454"/>
                  </a:lnTo>
                  <a:lnTo>
                    <a:pt x="39673" y="41965"/>
                  </a:lnTo>
                  <a:lnTo>
                    <a:pt x="4606" y="71437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34313" y="169882"/>
                  </a:lnTo>
                  <a:lnTo>
                    <a:pt x="239483" y="165862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29260" y="21590"/>
                  </a:moveTo>
                  <a:lnTo>
                    <a:pt x="427583" y="13258"/>
                  </a:lnTo>
                  <a:lnTo>
                    <a:pt x="422998" y="6426"/>
                  </a:lnTo>
                  <a:lnTo>
                    <a:pt x="416179" y="1778"/>
                  </a:lnTo>
                  <a:lnTo>
                    <a:pt x="407797" y="0"/>
                  </a:lnTo>
                  <a:lnTo>
                    <a:pt x="283718" y="0"/>
                  </a:lnTo>
                  <a:lnTo>
                    <a:pt x="283718" y="107696"/>
                  </a:lnTo>
                  <a:lnTo>
                    <a:pt x="279971" y="133019"/>
                  </a:lnTo>
                  <a:lnTo>
                    <a:pt x="268300" y="153085"/>
                  </a:lnTo>
                  <a:lnTo>
                    <a:pt x="250266" y="167703"/>
                  </a:lnTo>
                  <a:lnTo>
                    <a:pt x="235458" y="172453"/>
                  </a:lnTo>
                  <a:lnTo>
                    <a:pt x="235458" y="245745"/>
                  </a:lnTo>
                  <a:lnTo>
                    <a:pt x="233857" y="254558"/>
                  </a:lnTo>
                  <a:lnTo>
                    <a:pt x="229171" y="261810"/>
                  </a:lnTo>
                  <a:lnTo>
                    <a:pt x="222097" y="266788"/>
                  </a:lnTo>
                  <a:lnTo>
                    <a:pt x="213360" y="268732"/>
                  </a:lnTo>
                  <a:lnTo>
                    <a:pt x="212725" y="268732"/>
                  </a:lnTo>
                  <a:lnTo>
                    <a:pt x="203936" y="266954"/>
                  </a:lnTo>
                  <a:lnTo>
                    <a:pt x="196748" y="262089"/>
                  </a:lnTo>
                  <a:lnTo>
                    <a:pt x="191897" y="254863"/>
                  </a:lnTo>
                  <a:lnTo>
                    <a:pt x="190119" y="245999"/>
                  </a:lnTo>
                  <a:lnTo>
                    <a:pt x="190119" y="239776"/>
                  </a:lnTo>
                  <a:lnTo>
                    <a:pt x="192659" y="234061"/>
                  </a:lnTo>
                  <a:lnTo>
                    <a:pt x="196723" y="229997"/>
                  </a:lnTo>
                  <a:lnTo>
                    <a:pt x="212725" y="223266"/>
                  </a:lnTo>
                  <a:lnTo>
                    <a:pt x="221551" y="225031"/>
                  </a:lnTo>
                  <a:lnTo>
                    <a:pt x="228727" y="229844"/>
                  </a:lnTo>
                  <a:lnTo>
                    <a:pt x="233603" y="236982"/>
                  </a:lnTo>
                  <a:lnTo>
                    <a:pt x="235458" y="245745"/>
                  </a:lnTo>
                  <a:lnTo>
                    <a:pt x="235458" y="172453"/>
                  </a:lnTo>
                  <a:lnTo>
                    <a:pt x="227457" y="175006"/>
                  </a:lnTo>
                  <a:lnTo>
                    <a:pt x="227457" y="207264"/>
                  </a:lnTo>
                  <a:lnTo>
                    <a:pt x="212725" y="207264"/>
                  </a:lnTo>
                  <a:lnTo>
                    <a:pt x="198247" y="207264"/>
                  </a:lnTo>
                  <a:lnTo>
                    <a:pt x="198247" y="147066"/>
                  </a:lnTo>
                  <a:lnTo>
                    <a:pt x="212725" y="147066"/>
                  </a:lnTo>
                  <a:lnTo>
                    <a:pt x="229997" y="144272"/>
                  </a:lnTo>
                  <a:lnTo>
                    <a:pt x="240309" y="139039"/>
                  </a:lnTo>
                  <a:lnTo>
                    <a:pt x="248005" y="131292"/>
                  </a:lnTo>
                  <a:lnTo>
                    <a:pt x="252831" y="121310"/>
                  </a:lnTo>
                  <a:lnTo>
                    <a:pt x="254508" y="109347"/>
                  </a:lnTo>
                  <a:lnTo>
                    <a:pt x="251574" y="93357"/>
                  </a:lnTo>
                  <a:lnTo>
                    <a:pt x="243052" y="80187"/>
                  </a:lnTo>
                  <a:lnTo>
                    <a:pt x="230225" y="71183"/>
                  </a:lnTo>
                  <a:lnTo>
                    <a:pt x="214376" y="67691"/>
                  </a:lnTo>
                  <a:lnTo>
                    <a:pt x="212725" y="67691"/>
                  </a:lnTo>
                  <a:lnTo>
                    <a:pt x="175475" y="87668"/>
                  </a:lnTo>
                  <a:lnTo>
                    <a:pt x="170942" y="104648"/>
                  </a:lnTo>
                  <a:lnTo>
                    <a:pt x="170942" y="106934"/>
                  </a:lnTo>
                  <a:lnTo>
                    <a:pt x="171069" y="109347"/>
                  </a:lnTo>
                  <a:lnTo>
                    <a:pt x="171069" y="111887"/>
                  </a:lnTo>
                  <a:lnTo>
                    <a:pt x="141986" y="111887"/>
                  </a:lnTo>
                  <a:lnTo>
                    <a:pt x="141986" y="109347"/>
                  </a:lnTo>
                  <a:lnTo>
                    <a:pt x="145643" y="82994"/>
                  </a:lnTo>
                  <a:lnTo>
                    <a:pt x="158699" y="60858"/>
                  </a:lnTo>
                  <a:lnTo>
                    <a:pt x="179108" y="45224"/>
                  </a:lnTo>
                  <a:lnTo>
                    <a:pt x="204851" y="38354"/>
                  </a:lnTo>
                  <a:lnTo>
                    <a:pt x="212725" y="38354"/>
                  </a:lnTo>
                  <a:lnTo>
                    <a:pt x="257568" y="53835"/>
                  </a:lnTo>
                  <a:lnTo>
                    <a:pt x="280301" y="86855"/>
                  </a:lnTo>
                  <a:lnTo>
                    <a:pt x="283718" y="107696"/>
                  </a:lnTo>
                  <a:lnTo>
                    <a:pt x="283718" y="0"/>
                  </a:lnTo>
                  <a:lnTo>
                    <a:pt x="212725" y="0"/>
                  </a:lnTo>
                  <a:lnTo>
                    <a:pt x="21336" y="0"/>
                  </a:lnTo>
                  <a:lnTo>
                    <a:pt x="12954" y="1778"/>
                  </a:lnTo>
                  <a:lnTo>
                    <a:pt x="6172" y="6426"/>
                  </a:lnTo>
                  <a:lnTo>
                    <a:pt x="1625" y="13258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36" y="293687"/>
                  </a:lnTo>
                  <a:lnTo>
                    <a:pt x="6019" y="300621"/>
                  </a:lnTo>
                  <a:lnTo>
                    <a:pt x="12763" y="305358"/>
                  </a:lnTo>
                  <a:lnTo>
                    <a:pt x="21082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3" y="307213"/>
                  </a:lnTo>
                  <a:lnTo>
                    <a:pt x="212725" y="307213"/>
                  </a:lnTo>
                  <a:lnTo>
                    <a:pt x="407797" y="307213"/>
                  </a:lnTo>
                  <a:lnTo>
                    <a:pt x="416179" y="305447"/>
                  </a:lnTo>
                  <a:lnTo>
                    <a:pt x="422998" y="300786"/>
                  </a:lnTo>
                  <a:lnTo>
                    <a:pt x="427583" y="293916"/>
                  </a:lnTo>
                  <a:lnTo>
                    <a:pt x="429260" y="285496"/>
                  </a:lnTo>
                  <a:lnTo>
                    <a:pt x="429260" y="2159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07797" y="0"/>
                  </a:moveTo>
                  <a:lnTo>
                    <a:pt x="21336" y="0"/>
                  </a:lnTo>
                  <a:lnTo>
                    <a:pt x="12958" y="1766"/>
                  </a:lnTo>
                  <a:lnTo>
                    <a:pt x="6172" y="6413"/>
                  </a:lnTo>
                  <a:lnTo>
                    <a:pt x="1633" y="13251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42" y="293675"/>
                  </a:lnTo>
                  <a:lnTo>
                    <a:pt x="6030" y="300609"/>
                  </a:lnTo>
                  <a:lnTo>
                    <a:pt x="12774" y="305351"/>
                  </a:lnTo>
                  <a:lnTo>
                    <a:pt x="21081" y="307213"/>
                  </a:lnTo>
                  <a:lnTo>
                    <a:pt x="21209" y="307213"/>
                  </a:lnTo>
                  <a:lnTo>
                    <a:pt x="21336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2" y="307213"/>
                  </a:lnTo>
                  <a:lnTo>
                    <a:pt x="407797" y="307213"/>
                  </a:lnTo>
                  <a:lnTo>
                    <a:pt x="416186" y="305444"/>
                  </a:lnTo>
                  <a:lnTo>
                    <a:pt x="423005" y="300783"/>
                  </a:lnTo>
                  <a:lnTo>
                    <a:pt x="427585" y="293907"/>
                  </a:lnTo>
                  <a:lnTo>
                    <a:pt x="429260" y="285496"/>
                  </a:lnTo>
                  <a:lnTo>
                    <a:pt x="429260" y="21590"/>
                  </a:lnTo>
                  <a:lnTo>
                    <a:pt x="427585" y="13251"/>
                  </a:lnTo>
                  <a:lnTo>
                    <a:pt x="423005" y="6413"/>
                  </a:lnTo>
                  <a:lnTo>
                    <a:pt x="416186" y="1766"/>
                  </a:lnTo>
                  <a:lnTo>
                    <a:pt x="407797" y="0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010" y="1218431"/>
              <a:ext cx="153682" cy="2424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092200" y="2883534"/>
            <a:ext cx="10003790" cy="105473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8415" marR="5080" indent="-6350" algn="just">
              <a:lnSpc>
                <a:spcPct val="91700"/>
              </a:lnSpc>
              <a:spcBef>
                <a:spcPts val="280"/>
              </a:spcBef>
            </a:pPr>
            <a:r>
              <a:rPr dirty="0"/>
              <a:t>Una</a:t>
            </a:r>
            <a:r>
              <a:rPr spc="15" dirty="0"/>
              <a:t> </a:t>
            </a:r>
            <a:r>
              <a:rPr dirty="0"/>
              <a:t>organización</a:t>
            </a:r>
            <a:r>
              <a:rPr spc="20" dirty="0"/>
              <a:t> </a:t>
            </a:r>
            <a:r>
              <a:rPr dirty="0"/>
              <a:t>gubernamental</a:t>
            </a:r>
            <a:r>
              <a:rPr spc="15" dirty="0"/>
              <a:t> </a:t>
            </a:r>
            <a:r>
              <a:rPr dirty="0"/>
              <a:t>tiene</a:t>
            </a:r>
            <a:r>
              <a:rPr spc="10" dirty="0"/>
              <a:t> </a:t>
            </a:r>
            <a:r>
              <a:rPr dirty="0"/>
              <a:t>una</a:t>
            </a:r>
            <a:r>
              <a:rPr spc="10" dirty="0"/>
              <a:t> </a:t>
            </a:r>
            <a:r>
              <a:rPr dirty="0"/>
              <a:t>gran</a:t>
            </a:r>
            <a:r>
              <a:rPr spc="15" dirty="0"/>
              <a:t> </a:t>
            </a:r>
            <a:r>
              <a:rPr dirty="0"/>
              <a:t>cantidad</a:t>
            </a:r>
            <a:r>
              <a:rPr spc="25" dirty="0"/>
              <a:t> </a:t>
            </a:r>
            <a:r>
              <a:rPr dirty="0"/>
              <a:t>de</a:t>
            </a:r>
            <a:r>
              <a:rPr spc="15" dirty="0"/>
              <a:t> </a:t>
            </a:r>
            <a:r>
              <a:rPr dirty="0"/>
              <a:t>documentos</a:t>
            </a:r>
            <a:r>
              <a:rPr spc="20" dirty="0"/>
              <a:t> </a:t>
            </a:r>
            <a:r>
              <a:rPr dirty="0"/>
              <a:t>no</a:t>
            </a:r>
            <a:r>
              <a:rPr spc="10" dirty="0"/>
              <a:t> </a:t>
            </a:r>
            <a:r>
              <a:rPr dirty="0"/>
              <a:t>estructurados</a:t>
            </a:r>
            <a:r>
              <a:rPr spc="25" dirty="0"/>
              <a:t> </a:t>
            </a:r>
            <a:r>
              <a:rPr dirty="0"/>
              <a:t>que</a:t>
            </a:r>
            <a:r>
              <a:rPr spc="20" dirty="0"/>
              <a:t> </a:t>
            </a:r>
            <a:r>
              <a:rPr spc="-10" dirty="0"/>
              <a:t>contienen </a:t>
            </a:r>
            <a:r>
              <a:rPr dirty="0"/>
              <a:t>información</a:t>
            </a:r>
            <a:r>
              <a:rPr spc="135" dirty="0"/>
              <a:t>  </a:t>
            </a:r>
            <a:r>
              <a:rPr dirty="0"/>
              <a:t>sobre</a:t>
            </a:r>
            <a:r>
              <a:rPr spc="140" dirty="0"/>
              <a:t>  </a:t>
            </a:r>
            <a:r>
              <a:rPr dirty="0"/>
              <a:t>casos</a:t>
            </a:r>
            <a:r>
              <a:rPr spc="140" dirty="0"/>
              <a:t>  </a:t>
            </a:r>
            <a:r>
              <a:rPr dirty="0"/>
              <a:t>de</a:t>
            </a:r>
            <a:r>
              <a:rPr spc="130" dirty="0"/>
              <a:t>  </a:t>
            </a:r>
            <a:r>
              <a:rPr dirty="0"/>
              <a:t>desastres</a:t>
            </a:r>
            <a:r>
              <a:rPr spc="140" dirty="0"/>
              <a:t>  </a:t>
            </a:r>
            <a:r>
              <a:rPr dirty="0"/>
              <a:t>naturales,</a:t>
            </a:r>
            <a:r>
              <a:rPr spc="135" dirty="0"/>
              <a:t>  </a:t>
            </a:r>
            <a:r>
              <a:rPr dirty="0"/>
              <a:t>como</a:t>
            </a:r>
            <a:r>
              <a:rPr spc="135" dirty="0"/>
              <a:t>  </a:t>
            </a:r>
            <a:r>
              <a:rPr dirty="0"/>
              <a:t>terremotos,</a:t>
            </a:r>
            <a:r>
              <a:rPr spc="135" dirty="0"/>
              <a:t>  </a:t>
            </a:r>
            <a:r>
              <a:rPr dirty="0"/>
              <a:t>inundaciones</a:t>
            </a:r>
            <a:r>
              <a:rPr spc="140" dirty="0"/>
              <a:t>  </a:t>
            </a:r>
            <a:r>
              <a:rPr dirty="0"/>
              <a:t>y</a:t>
            </a:r>
            <a:r>
              <a:rPr spc="140" dirty="0"/>
              <a:t>  </a:t>
            </a:r>
            <a:r>
              <a:rPr dirty="0"/>
              <a:t>huracanes.</a:t>
            </a:r>
            <a:r>
              <a:rPr spc="140" dirty="0"/>
              <a:t>  </a:t>
            </a:r>
            <a:r>
              <a:rPr spc="-25" dirty="0"/>
              <a:t>La </a:t>
            </a:r>
            <a:r>
              <a:rPr dirty="0"/>
              <a:t>organización</a:t>
            </a:r>
            <a:r>
              <a:rPr spc="150" dirty="0"/>
              <a:t> </a:t>
            </a:r>
            <a:r>
              <a:rPr dirty="0"/>
              <a:t>desea</a:t>
            </a:r>
            <a:r>
              <a:rPr spc="155" dirty="0"/>
              <a:t> </a:t>
            </a:r>
            <a:r>
              <a:rPr dirty="0"/>
              <a:t>extraer</a:t>
            </a:r>
            <a:r>
              <a:rPr spc="155" dirty="0"/>
              <a:t> </a:t>
            </a:r>
            <a:r>
              <a:rPr dirty="0"/>
              <a:t>automáticamente</a:t>
            </a:r>
            <a:r>
              <a:rPr spc="155" dirty="0"/>
              <a:t> </a:t>
            </a:r>
            <a:r>
              <a:rPr dirty="0"/>
              <a:t>información</a:t>
            </a:r>
            <a:r>
              <a:rPr spc="155" dirty="0"/>
              <a:t> </a:t>
            </a:r>
            <a:r>
              <a:rPr dirty="0"/>
              <a:t>clave,</a:t>
            </a:r>
            <a:r>
              <a:rPr spc="165" dirty="0"/>
              <a:t> </a:t>
            </a:r>
            <a:r>
              <a:rPr dirty="0"/>
              <a:t>como</a:t>
            </a:r>
            <a:r>
              <a:rPr spc="165" dirty="0"/>
              <a:t> </a:t>
            </a:r>
            <a:r>
              <a:rPr dirty="0"/>
              <a:t>la</a:t>
            </a:r>
            <a:r>
              <a:rPr spc="150" dirty="0"/>
              <a:t> </a:t>
            </a:r>
            <a:r>
              <a:rPr dirty="0"/>
              <a:t>fecha,</a:t>
            </a:r>
            <a:r>
              <a:rPr spc="150" dirty="0"/>
              <a:t> </a:t>
            </a:r>
            <a:r>
              <a:rPr dirty="0"/>
              <a:t>la</a:t>
            </a:r>
            <a:r>
              <a:rPr spc="155" dirty="0"/>
              <a:t> </a:t>
            </a:r>
            <a:r>
              <a:rPr dirty="0"/>
              <a:t>ubicación</a:t>
            </a:r>
            <a:r>
              <a:rPr spc="170" dirty="0"/>
              <a:t> </a:t>
            </a:r>
            <a:r>
              <a:rPr dirty="0"/>
              <a:t>y</a:t>
            </a:r>
            <a:r>
              <a:rPr spc="155" dirty="0"/>
              <a:t> </a:t>
            </a:r>
            <a:r>
              <a:rPr dirty="0"/>
              <a:t>el</a:t>
            </a:r>
            <a:r>
              <a:rPr spc="150" dirty="0"/>
              <a:t> </a:t>
            </a:r>
            <a:r>
              <a:rPr dirty="0"/>
              <a:t>tipo</a:t>
            </a:r>
            <a:r>
              <a:rPr spc="155" dirty="0"/>
              <a:t> </a:t>
            </a:r>
            <a:r>
              <a:rPr spc="-25" dirty="0"/>
              <a:t>de </a:t>
            </a:r>
            <a:r>
              <a:rPr dirty="0"/>
              <a:t>desastre,</a:t>
            </a:r>
            <a:r>
              <a:rPr spc="-45" dirty="0"/>
              <a:t> </a:t>
            </a:r>
            <a:r>
              <a:rPr dirty="0"/>
              <a:t>para</a:t>
            </a:r>
            <a:r>
              <a:rPr spc="-45" dirty="0"/>
              <a:t> </a:t>
            </a:r>
            <a:r>
              <a:rPr dirty="0"/>
              <a:t>analizar</a:t>
            </a:r>
            <a:r>
              <a:rPr spc="-40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spc="-10" dirty="0"/>
              <a:t>gestionar</a:t>
            </a:r>
            <a:r>
              <a:rPr spc="-40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spc="-10" dirty="0"/>
              <a:t>manera</a:t>
            </a:r>
            <a:r>
              <a:rPr spc="-50" dirty="0"/>
              <a:t> </a:t>
            </a:r>
            <a:r>
              <a:rPr dirty="0"/>
              <a:t>más</a:t>
            </a:r>
            <a:r>
              <a:rPr spc="-40" dirty="0"/>
              <a:t> </a:t>
            </a:r>
            <a:r>
              <a:rPr spc="-10" dirty="0"/>
              <a:t>eficiente</a:t>
            </a:r>
            <a:r>
              <a:rPr spc="-40" dirty="0"/>
              <a:t> </a:t>
            </a:r>
            <a:r>
              <a:rPr dirty="0"/>
              <a:t>la</a:t>
            </a:r>
            <a:r>
              <a:rPr spc="-45" dirty="0"/>
              <a:t> </a:t>
            </a:r>
            <a:r>
              <a:rPr spc="-10" dirty="0"/>
              <a:t>respuesta</a:t>
            </a:r>
            <a:r>
              <a:rPr spc="-45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estos</a:t>
            </a:r>
            <a:r>
              <a:rPr spc="-50" dirty="0"/>
              <a:t> </a:t>
            </a:r>
            <a:r>
              <a:rPr spc="-10" dirty="0"/>
              <a:t>eventos.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2200" y="4325492"/>
            <a:ext cx="17786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Extracción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entidades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225" y="1180204"/>
            <a:ext cx="738505" cy="831215"/>
            <a:chOff x="967225" y="1180204"/>
            <a:chExt cx="738505" cy="831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8" y="1462779"/>
              <a:ext cx="196164" cy="1962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184264" y="0"/>
                  </a:moveTo>
                  <a:lnTo>
                    <a:pt x="145878" y="3095"/>
                  </a:lnTo>
                  <a:lnTo>
                    <a:pt x="108445" y="12192"/>
                  </a:lnTo>
                  <a:lnTo>
                    <a:pt x="61544" y="29718"/>
                  </a:lnTo>
                  <a:lnTo>
                    <a:pt x="18415" y="55245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lnTo>
                    <a:pt x="368414" y="92075"/>
                  </a:lnTo>
                  <a:lnTo>
                    <a:pt x="349999" y="55245"/>
                  </a:lnTo>
                  <a:lnTo>
                    <a:pt x="307311" y="28813"/>
                  </a:lnTo>
                  <a:lnTo>
                    <a:pt x="259956" y="12192"/>
                  </a:lnTo>
                  <a:lnTo>
                    <a:pt x="222491" y="3619"/>
                  </a:lnTo>
                  <a:lnTo>
                    <a:pt x="1842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368414" y="184276"/>
                  </a:moveTo>
                  <a:lnTo>
                    <a:pt x="368414" y="92075"/>
                  </a:lnTo>
                  <a:lnTo>
                    <a:pt x="367376" y="81355"/>
                  </a:lnTo>
                  <a:lnTo>
                    <a:pt x="329339" y="40856"/>
                  </a:lnTo>
                  <a:lnTo>
                    <a:pt x="284116" y="19222"/>
                  </a:lnTo>
                  <a:lnTo>
                    <a:pt x="241342" y="7286"/>
                  </a:lnTo>
                  <a:lnTo>
                    <a:pt x="203449" y="1190"/>
                  </a:lnTo>
                  <a:lnTo>
                    <a:pt x="184264" y="0"/>
                  </a:lnTo>
                  <a:lnTo>
                    <a:pt x="164988" y="779"/>
                  </a:lnTo>
                  <a:lnTo>
                    <a:pt x="127007" y="6911"/>
                  </a:lnTo>
                  <a:lnTo>
                    <a:pt x="84598" y="19919"/>
                  </a:lnTo>
                  <a:lnTo>
                    <a:pt x="39433" y="41517"/>
                  </a:lnTo>
                  <a:lnTo>
                    <a:pt x="4906" y="71516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918" y="1606162"/>
              <a:ext cx="196227" cy="19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184213" y="0"/>
                  </a:moveTo>
                  <a:lnTo>
                    <a:pt x="145867" y="3111"/>
                  </a:lnTo>
                  <a:lnTo>
                    <a:pt x="108483" y="12318"/>
                  </a:lnTo>
                  <a:lnTo>
                    <a:pt x="61834" y="30352"/>
                  </a:lnTo>
                  <a:lnTo>
                    <a:pt x="18415" y="55244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61586" y="151374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239483" y="165862"/>
                  </a:moveTo>
                  <a:lnTo>
                    <a:pt x="261586" y="151374"/>
                  </a:lnTo>
                  <a:lnTo>
                    <a:pt x="284713" y="138636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lnTo>
                    <a:pt x="164963" y="781"/>
                  </a:lnTo>
                  <a:lnTo>
                    <a:pt x="127011" y="6965"/>
                  </a:lnTo>
                  <a:lnTo>
                    <a:pt x="84803" y="20454"/>
                  </a:lnTo>
                  <a:lnTo>
                    <a:pt x="39673" y="41965"/>
                  </a:lnTo>
                  <a:lnTo>
                    <a:pt x="4606" y="71437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34313" y="169882"/>
                  </a:lnTo>
                  <a:lnTo>
                    <a:pt x="239483" y="165862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29260" y="21590"/>
                  </a:moveTo>
                  <a:lnTo>
                    <a:pt x="427583" y="13258"/>
                  </a:lnTo>
                  <a:lnTo>
                    <a:pt x="422998" y="6426"/>
                  </a:lnTo>
                  <a:lnTo>
                    <a:pt x="416179" y="1778"/>
                  </a:lnTo>
                  <a:lnTo>
                    <a:pt x="407797" y="0"/>
                  </a:lnTo>
                  <a:lnTo>
                    <a:pt x="283718" y="0"/>
                  </a:lnTo>
                  <a:lnTo>
                    <a:pt x="283718" y="107696"/>
                  </a:lnTo>
                  <a:lnTo>
                    <a:pt x="279971" y="133019"/>
                  </a:lnTo>
                  <a:lnTo>
                    <a:pt x="268300" y="153085"/>
                  </a:lnTo>
                  <a:lnTo>
                    <a:pt x="250266" y="167703"/>
                  </a:lnTo>
                  <a:lnTo>
                    <a:pt x="235458" y="172453"/>
                  </a:lnTo>
                  <a:lnTo>
                    <a:pt x="235458" y="245745"/>
                  </a:lnTo>
                  <a:lnTo>
                    <a:pt x="233857" y="254558"/>
                  </a:lnTo>
                  <a:lnTo>
                    <a:pt x="229171" y="261810"/>
                  </a:lnTo>
                  <a:lnTo>
                    <a:pt x="222097" y="266788"/>
                  </a:lnTo>
                  <a:lnTo>
                    <a:pt x="213360" y="268732"/>
                  </a:lnTo>
                  <a:lnTo>
                    <a:pt x="212725" y="268732"/>
                  </a:lnTo>
                  <a:lnTo>
                    <a:pt x="203936" y="266954"/>
                  </a:lnTo>
                  <a:lnTo>
                    <a:pt x="196748" y="262089"/>
                  </a:lnTo>
                  <a:lnTo>
                    <a:pt x="191897" y="254863"/>
                  </a:lnTo>
                  <a:lnTo>
                    <a:pt x="190119" y="245999"/>
                  </a:lnTo>
                  <a:lnTo>
                    <a:pt x="190119" y="239776"/>
                  </a:lnTo>
                  <a:lnTo>
                    <a:pt x="192659" y="234061"/>
                  </a:lnTo>
                  <a:lnTo>
                    <a:pt x="196723" y="229997"/>
                  </a:lnTo>
                  <a:lnTo>
                    <a:pt x="212725" y="223266"/>
                  </a:lnTo>
                  <a:lnTo>
                    <a:pt x="221551" y="225031"/>
                  </a:lnTo>
                  <a:lnTo>
                    <a:pt x="228727" y="229844"/>
                  </a:lnTo>
                  <a:lnTo>
                    <a:pt x="233603" y="236982"/>
                  </a:lnTo>
                  <a:lnTo>
                    <a:pt x="235458" y="245745"/>
                  </a:lnTo>
                  <a:lnTo>
                    <a:pt x="235458" y="172453"/>
                  </a:lnTo>
                  <a:lnTo>
                    <a:pt x="227457" y="175006"/>
                  </a:lnTo>
                  <a:lnTo>
                    <a:pt x="227457" y="207264"/>
                  </a:lnTo>
                  <a:lnTo>
                    <a:pt x="212725" y="207264"/>
                  </a:lnTo>
                  <a:lnTo>
                    <a:pt x="198247" y="207264"/>
                  </a:lnTo>
                  <a:lnTo>
                    <a:pt x="198247" y="147066"/>
                  </a:lnTo>
                  <a:lnTo>
                    <a:pt x="212725" y="147066"/>
                  </a:lnTo>
                  <a:lnTo>
                    <a:pt x="229997" y="144272"/>
                  </a:lnTo>
                  <a:lnTo>
                    <a:pt x="240309" y="139039"/>
                  </a:lnTo>
                  <a:lnTo>
                    <a:pt x="248005" y="131292"/>
                  </a:lnTo>
                  <a:lnTo>
                    <a:pt x="252831" y="121310"/>
                  </a:lnTo>
                  <a:lnTo>
                    <a:pt x="254508" y="109347"/>
                  </a:lnTo>
                  <a:lnTo>
                    <a:pt x="251574" y="93357"/>
                  </a:lnTo>
                  <a:lnTo>
                    <a:pt x="243052" y="80187"/>
                  </a:lnTo>
                  <a:lnTo>
                    <a:pt x="230225" y="71183"/>
                  </a:lnTo>
                  <a:lnTo>
                    <a:pt x="214376" y="67691"/>
                  </a:lnTo>
                  <a:lnTo>
                    <a:pt x="212725" y="67691"/>
                  </a:lnTo>
                  <a:lnTo>
                    <a:pt x="175475" y="87668"/>
                  </a:lnTo>
                  <a:lnTo>
                    <a:pt x="170942" y="104648"/>
                  </a:lnTo>
                  <a:lnTo>
                    <a:pt x="170942" y="106934"/>
                  </a:lnTo>
                  <a:lnTo>
                    <a:pt x="171069" y="109347"/>
                  </a:lnTo>
                  <a:lnTo>
                    <a:pt x="171069" y="111887"/>
                  </a:lnTo>
                  <a:lnTo>
                    <a:pt x="141986" y="111887"/>
                  </a:lnTo>
                  <a:lnTo>
                    <a:pt x="141986" y="109347"/>
                  </a:lnTo>
                  <a:lnTo>
                    <a:pt x="145643" y="82994"/>
                  </a:lnTo>
                  <a:lnTo>
                    <a:pt x="158699" y="60858"/>
                  </a:lnTo>
                  <a:lnTo>
                    <a:pt x="179108" y="45224"/>
                  </a:lnTo>
                  <a:lnTo>
                    <a:pt x="204851" y="38354"/>
                  </a:lnTo>
                  <a:lnTo>
                    <a:pt x="212725" y="38354"/>
                  </a:lnTo>
                  <a:lnTo>
                    <a:pt x="257568" y="53835"/>
                  </a:lnTo>
                  <a:lnTo>
                    <a:pt x="280301" y="86855"/>
                  </a:lnTo>
                  <a:lnTo>
                    <a:pt x="283718" y="107696"/>
                  </a:lnTo>
                  <a:lnTo>
                    <a:pt x="283718" y="0"/>
                  </a:lnTo>
                  <a:lnTo>
                    <a:pt x="212725" y="0"/>
                  </a:lnTo>
                  <a:lnTo>
                    <a:pt x="21336" y="0"/>
                  </a:lnTo>
                  <a:lnTo>
                    <a:pt x="12954" y="1778"/>
                  </a:lnTo>
                  <a:lnTo>
                    <a:pt x="6172" y="6426"/>
                  </a:lnTo>
                  <a:lnTo>
                    <a:pt x="1625" y="13258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36" y="293687"/>
                  </a:lnTo>
                  <a:lnTo>
                    <a:pt x="6019" y="300621"/>
                  </a:lnTo>
                  <a:lnTo>
                    <a:pt x="12763" y="305358"/>
                  </a:lnTo>
                  <a:lnTo>
                    <a:pt x="21082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3" y="307213"/>
                  </a:lnTo>
                  <a:lnTo>
                    <a:pt x="212725" y="307213"/>
                  </a:lnTo>
                  <a:lnTo>
                    <a:pt x="407797" y="307213"/>
                  </a:lnTo>
                  <a:lnTo>
                    <a:pt x="416179" y="305447"/>
                  </a:lnTo>
                  <a:lnTo>
                    <a:pt x="422998" y="300786"/>
                  </a:lnTo>
                  <a:lnTo>
                    <a:pt x="427583" y="293916"/>
                  </a:lnTo>
                  <a:lnTo>
                    <a:pt x="429260" y="285496"/>
                  </a:lnTo>
                  <a:lnTo>
                    <a:pt x="429260" y="2159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07797" y="0"/>
                  </a:moveTo>
                  <a:lnTo>
                    <a:pt x="21336" y="0"/>
                  </a:lnTo>
                  <a:lnTo>
                    <a:pt x="12958" y="1766"/>
                  </a:lnTo>
                  <a:lnTo>
                    <a:pt x="6172" y="6413"/>
                  </a:lnTo>
                  <a:lnTo>
                    <a:pt x="1633" y="13251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42" y="293675"/>
                  </a:lnTo>
                  <a:lnTo>
                    <a:pt x="6030" y="300609"/>
                  </a:lnTo>
                  <a:lnTo>
                    <a:pt x="12774" y="305351"/>
                  </a:lnTo>
                  <a:lnTo>
                    <a:pt x="21081" y="307213"/>
                  </a:lnTo>
                  <a:lnTo>
                    <a:pt x="21209" y="307213"/>
                  </a:lnTo>
                  <a:lnTo>
                    <a:pt x="21336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2" y="307213"/>
                  </a:lnTo>
                  <a:lnTo>
                    <a:pt x="407797" y="307213"/>
                  </a:lnTo>
                  <a:lnTo>
                    <a:pt x="416186" y="305444"/>
                  </a:lnTo>
                  <a:lnTo>
                    <a:pt x="423005" y="300783"/>
                  </a:lnTo>
                  <a:lnTo>
                    <a:pt x="427585" y="293907"/>
                  </a:lnTo>
                  <a:lnTo>
                    <a:pt x="429260" y="285496"/>
                  </a:lnTo>
                  <a:lnTo>
                    <a:pt x="429260" y="21590"/>
                  </a:lnTo>
                  <a:lnTo>
                    <a:pt x="427585" y="13251"/>
                  </a:lnTo>
                  <a:lnTo>
                    <a:pt x="423005" y="6413"/>
                  </a:lnTo>
                  <a:lnTo>
                    <a:pt x="416186" y="1766"/>
                  </a:lnTo>
                  <a:lnTo>
                    <a:pt x="407797" y="0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010" y="1218431"/>
              <a:ext cx="153682" cy="2424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1101344" y="2883535"/>
            <a:ext cx="9734550" cy="902969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 marR="5080">
              <a:lnSpc>
                <a:spcPct val="93800"/>
              </a:lnSpc>
              <a:spcBef>
                <a:spcPts val="250"/>
              </a:spcBef>
            </a:pPr>
            <a:r>
              <a:rPr sz="2000" dirty="0"/>
              <a:t>Una</a:t>
            </a:r>
            <a:r>
              <a:rPr sz="2000" spc="-40" dirty="0"/>
              <a:t> </a:t>
            </a:r>
            <a:r>
              <a:rPr sz="2000" spc="-10" dirty="0"/>
              <a:t>empresa</a:t>
            </a:r>
            <a:r>
              <a:rPr sz="2000" spc="-70" dirty="0"/>
              <a:t> </a:t>
            </a:r>
            <a:r>
              <a:rPr sz="2000" dirty="0"/>
              <a:t>de</a:t>
            </a:r>
            <a:r>
              <a:rPr sz="2000" spc="-40" dirty="0"/>
              <a:t> </a:t>
            </a:r>
            <a:r>
              <a:rPr sz="2000" dirty="0"/>
              <a:t>comercio</a:t>
            </a:r>
            <a:r>
              <a:rPr sz="2000" spc="-40" dirty="0"/>
              <a:t> </a:t>
            </a:r>
            <a:r>
              <a:rPr sz="2000" spc="-10" dirty="0"/>
              <a:t>electrónico</a:t>
            </a:r>
            <a:r>
              <a:rPr sz="2000" spc="-40" dirty="0"/>
              <a:t> </a:t>
            </a:r>
            <a:r>
              <a:rPr sz="2000" dirty="0"/>
              <a:t>desea</a:t>
            </a:r>
            <a:r>
              <a:rPr sz="2000" spc="-40" dirty="0"/>
              <a:t> </a:t>
            </a:r>
            <a:r>
              <a:rPr sz="2000" dirty="0"/>
              <a:t>ofrecer</a:t>
            </a:r>
            <a:r>
              <a:rPr sz="2000" spc="-50" dirty="0"/>
              <a:t> </a:t>
            </a:r>
            <a:r>
              <a:rPr sz="2000" spc="-20" dirty="0"/>
              <a:t>respuestas</a:t>
            </a:r>
            <a:r>
              <a:rPr sz="2000" spc="-40" dirty="0"/>
              <a:t> </a:t>
            </a:r>
            <a:r>
              <a:rPr sz="2000" spc="-10" dirty="0"/>
              <a:t>automatizadas</a:t>
            </a:r>
            <a:r>
              <a:rPr sz="2000" spc="-40" dirty="0"/>
              <a:t> </a:t>
            </a:r>
            <a:r>
              <a:rPr sz="2000" dirty="0"/>
              <a:t>a</a:t>
            </a:r>
            <a:r>
              <a:rPr sz="2000" spc="-40" dirty="0"/>
              <a:t> </a:t>
            </a:r>
            <a:r>
              <a:rPr sz="2000" dirty="0"/>
              <a:t>las</a:t>
            </a:r>
            <a:r>
              <a:rPr sz="2000" spc="-60" dirty="0"/>
              <a:t> </a:t>
            </a:r>
            <a:r>
              <a:rPr sz="2000" spc="-10" dirty="0"/>
              <a:t>preguntas frecuentes</a:t>
            </a:r>
            <a:r>
              <a:rPr sz="2000" spc="-55" dirty="0"/>
              <a:t> </a:t>
            </a:r>
            <a:r>
              <a:rPr sz="2000" dirty="0"/>
              <a:t>de</a:t>
            </a:r>
            <a:r>
              <a:rPr sz="2000" spc="-35" dirty="0"/>
              <a:t> </a:t>
            </a:r>
            <a:r>
              <a:rPr sz="2000" dirty="0"/>
              <a:t>los</a:t>
            </a:r>
            <a:r>
              <a:rPr sz="2000" spc="-35" dirty="0"/>
              <a:t> </a:t>
            </a:r>
            <a:r>
              <a:rPr sz="2000" dirty="0"/>
              <a:t>clientes</a:t>
            </a:r>
            <a:r>
              <a:rPr sz="2000" spc="-40" dirty="0"/>
              <a:t> </a:t>
            </a:r>
            <a:r>
              <a:rPr sz="2000" dirty="0"/>
              <a:t>en</a:t>
            </a:r>
            <a:r>
              <a:rPr sz="2000" spc="-35" dirty="0"/>
              <a:t> </a:t>
            </a:r>
            <a:r>
              <a:rPr sz="2000" dirty="0"/>
              <a:t>su</a:t>
            </a:r>
            <a:r>
              <a:rPr sz="2000" spc="-40" dirty="0"/>
              <a:t> </a:t>
            </a:r>
            <a:r>
              <a:rPr sz="2000" dirty="0"/>
              <a:t>sitio</a:t>
            </a:r>
            <a:r>
              <a:rPr sz="2000" spc="-35" dirty="0"/>
              <a:t> </a:t>
            </a:r>
            <a:r>
              <a:rPr sz="2000" dirty="0"/>
              <a:t>web.</a:t>
            </a:r>
            <a:r>
              <a:rPr sz="2000" spc="-40" dirty="0"/>
              <a:t> </a:t>
            </a:r>
            <a:r>
              <a:rPr sz="2000" spc="-10" dirty="0"/>
              <a:t>Actualmente,</a:t>
            </a:r>
            <a:r>
              <a:rPr sz="2000" spc="-40" dirty="0"/>
              <a:t> </a:t>
            </a:r>
            <a:r>
              <a:rPr sz="2000" dirty="0"/>
              <a:t>los</a:t>
            </a:r>
            <a:r>
              <a:rPr sz="2000" spc="-50" dirty="0"/>
              <a:t> </a:t>
            </a:r>
            <a:r>
              <a:rPr sz="2000" spc="-10" dirty="0"/>
              <a:t>clientes</a:t>
            </a:r>
            <a:r>
              <a:rPr sz="2000" spc="-35" dirty="0"/>
              <a:t> </a:t>
            </a:r>
            <a:r>
              <a:rPr sz="2000" dirty="0"/>
              <a:t>a</a:t>
            </a:r>
            <a:r>
              <a:rPr sz="2000" spc="-40" dirty="0"/>
              <a:t> </a:t>
            </a:r>
            <a:r>
              <a:rPr sz="2000" dirty="0"/>
              <a:t>menudo</a:t>
            </a:r>
            <a:r>
              <a:rPr sz="2000" spc="-35" dirty="0"/>
              <a:t> </a:t>
            </a:r>
            <a:r>
              <a:rPr sz="2000" dirty="0"/>
              <a:t>se</a:t>
            </a:r>
            <a:r>
              <a:rPr sz="2000" spc="-50" dirty="0"/>
              <a:t> </a:t>
            </a:r>
            <a:r>
              <a:rPr sz="2000" spc="-10" dirty="0"/>
              <a:t>enfrentan</a:t>
            </a:r>
            <a:r>
              <a:rPr sz="2000" spc="-35" dirty="0"/>
              <a:t> </a:t>
            </a:r>
            <a:r>
              <a:rPr sz="2000" spc="-50" dirty="0"/>
              <a:t>a </a:t>
            </a:r>
            <a:r>
              <a:rPr sz="2000" spc="-20" dirty="0"/>
              <a:t>respuestas</a:t>
            </a:r>
            <a:r>
              <a:rPr sz="2000" spc="-50" dirty="0"/>
              <a:t> </a:t>
            </a:r>
            <a:r>
              <a:rPr sz="2000" spc="-10" dirty="0"/>
              <a:t>genéricas</a:t>
            </a:r>
            <a:r>
              <a:rPr sz="2000" spc="-40" dirty="0"/>
              <a:t> </a:t>
            </a:r>
            <a:r>
              <a:rPr sz="2000" dirty="0"/>
              <a:t>o</a:t>
            </a:r>
            <a:r>
              <a:rPr sz="2000" spc="-40" dirty="0"/>
              <a:t> </a:t>
            </a:r>
            <a:r>
              <a:rPr sz="2000" dirty="0"/>
              <a:t>tienen</a:t>
            </a:r>
            <a:r>
              <a:rPr sz="2000" spc="-40" dirty="0"/>
              <a:t> </a:t>
            </a:r>
            <a:r>
              <a:rPr sz="2000" spc="-10" dirty="0"/>
              <a:t>dificultades</a:t>
            </a:r>
            <a:r>
              <a:rPr sz="2000" spc="-40" dirty="0"/>
              <a:t> </a:t>
            </a:r>
            <a:r>
              <a:rPr sz="2000" dirty="0"/>
              <a:t>para</a:t>
            </a:r>
            <a:r>
              <a:rPr sz="2000" spc="-40" dirty="0"/>
              <a:t> </a:t>
            </a:r>
            <a:r>
              <a:rPr sz="2000" spc="-10" dirty="0"/>
              <a:t>encontrar</a:t>
            </a:r>
            <a:r>
              <a:rPr sz="2000" spc="-40" dirty="0"/>
              <a:t> </a:t>
            </a:r>
            <a:r>
              <a:rPr sz="2000" spc="-10" dirty="0"/>
              <a:t>información</a:t>
            </a:r>
            <a:r>
              <a:rPr sz="2000" spc="-40" dirty="0"/>
              <a:t> </a:t>
            </a:r>
            <a:r>
              <a:rPr sz="2000" spc="-10" dirty="0"/>
              <a:t>específica</a:t>
            </a:r>
            <a:endParaRPr sz="2000"/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101344" y="4177665"/>
            <a:ext cx="20770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Preguntas</a:t>
            </a:r>
            <a:r>
              <a:rPr sz="1400" b="1" dirty="0">
                <a:latin typeface="Calibri"/>
                <a:cs typeface="Calibri"/>
              </a:rPr>
              <a:t> y </a:t>
            </a:r>
            <a:r>
              <a:rPr sz="1400" b="1" spc="-10" dirty="0">
                <a:latin typeface="Calibri"/>
                <a:cs typeface="Calibri"/>
              </a:rPr>
              <a:t>respuestas</a:t>
            </a:r>
            <a:r>
              <a:rPr sz="1400" b="1" spc="5" dirty="0">
                <a:latin typeface="Calibri"/>
                <a:cs typeface="Calibri"/>
              </a:rPr>
              <a:t> </a:t>
            </a:r>
            <a:r>
              <a:rPr sz="1400" b="1" spc="-25" dirty="0">
                <a:latin typeface="Calibri"/>
                <a:cs typeface="Calibri"/>
              </a:rPr>
              <a:t>RAG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225" y="1180204"/>
            <a:ext cx="738505" cy="831215"/>
            <a:chOff x="967225" y="1180204"/>
            <a:chExt cx="738505" cy="831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8" y="1462779"/>
              <a:ext cx="196164" cy="1962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184264" y="0"/>
                  </a:moveTo>
                  <a:lnTo>
                    <a:pt x="145878" y="3095"/>
                  </a:lnTo>
                  <a:lnTo>
                    <a:pt x="108445" y="12192"/>
                  </a:lnTo>
                  <a:lnTo>
                    <a:pt x="61544" y="29718"/>
                  </a:lnTo>
                  <a:lnTo>
                    <a:pt x="18415" y="55245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lnTo>
                    <a:pt x="368414" y="92075"/>
                  </a:lnTo>
                  <a:lnTo>
                    <a:pt x="349999" y="55245"/>
                  </a:lnTo>
                  <a:lnTo>
                    <a:pt x="307311" y="28813"/>
                  </a:lnTo>
                  <a:lnTo>
                    <a:pt x="259956" y="12192"/>
                  </a:lnTo>
                  <a:lnTo>
                    <a:pt x="222491" y="3619"/>
                  </a:lnTo>
                  <a:lnTo>
                    <a:pt x="1842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368414" y="184276"/>
                  </a:moveTo>
                  <a:lnTo>
                    <a:pt x="368414" y="92075"/>
                  </a:lnTo>
                  <a:lnTo>
                    <a:pt x="367376" y="81355"/>
                  </a:lnTo>
                  <a:lnTo>
                    <a:pt x="329339" y="40856"/>
                  </a:lnTo>
                  <a:lnTo>
                    <a:pt x="284116" y="19222"/>
                  </a:lnTo>
                  <a:lnTo>
                    <a:pt x="241342" y="7286"/>
                  </a:lnTo>
                  <a:lnTo>
                    <a:pt x="203449" y="1190"/>
                  </a:lnTo>
                  <a:lnTo>
                    <a:pt x="184264" y="0"/>
                  </a:lnTo>
                  <a:lnTo>
                    <a:pt x="164988" y="779"/>
                  </a:lnTo>
                  <a:lnTo>
                    <a:pt x="127007" y="6911"/>
                  </a:lnTo>
                  <a:lnTo>
                    <a:pt x="84598" y="19919"/>
                  </a:lnTo>
                  <a:lnTo>
                    <a:pt x="39433" y="41517"/>
                  </a:lnTo>
                  <a:lnTo>
                    <a:pt x="4906" y="71516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918" y="1606162"/>
              <a:ext cx="196227" cy="19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184213" y="0"/>
                  </a:moveTo>
                  <a:lnTo>
                    <a:pt x="145867" y="3111"/>
                  </a:lnTo>
                  <a:lnTo>
                    <a:pt x="108483" y="12318"/>
                  </a:lnTo>
                  <a:lnTo>
                    <a:pt x="61834" y="30352"/>
                  </a:lnTo>
                  <a:lnTo>
                    <a:pt x="18415" y="55244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61586" y="151374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239483" y="165862"/>
                  </a:moveTo>
                  <a:lnTo>
                    <a:pt x="261586" y="151374"/>
                  </a:lnTo>
                  <a:lnTo>
                    <a:pt x="284713" y="138636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lnTo>
                    <a:pt x="164963" y="781"/>
                  </a:lnTo>
                  <a:lnTo>
                    <a:pt x="127011" y="6965"/>
                  </a:lnTo>
                  <a:lnTo>
                    <a:pt x="84803" y="20454"/>
                  </a:lnTo>
                  <a:lnTo>
                    <a:pt x="39673" y="41965"/>
                  </a:lnTo>
                  <a:lnTo>
                    <a:pt x="4606" y="71437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34313" y="169882"/>
                  </a:lnTo>
                  <a:lnTo>
                    <a:pt x="239483" y="165862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29260" y="21590"/>
                  </a:moveTo>
                  <a:lnTo>
                    <a:pt x="427583" y="13258"/>
                  </a:lnTo>
                  <a:lnTo>
                    <a:pt x="422998" y="6426"/>
                  </a:lnTo>
                  <a:lnTo>
                    <a:pt x="416179" y="1778"/>
                  </a:lnTo>
                  <a:lnTo>
                    <a:pt x="407797" y="0"/>
                  </a:lnTo>
                  <a:lnTo>
                    <a:pt x="283718" y="0"/>
                  </a:lnTo>
                  <a:lnTo>
                    <a:pt x="283718" y="107696"/>
                  </a:lnTo>
                  <a:lnTo>
                    <a:pt x="279971" y="133019"/>
                  </a:lnTo>
                  <a:lnTo>
                    <a:pt x="268300" y="153085"/>
                  </a:lnTo>
                  <a:lnTo>
                    <a:pt x="250266" y="167703"/>
                  </a:lnTo>
                  <a:lnTo>
                    <a:pt x="235458" y="172453"/>
                  </a:lnTo>
                  <a:lnTo>
                    <a:pt x="235458" y="245745"/>
                  </a:lnTo>
                  <a:lnTo>
                    <a:pt x="233857" y="254558"/>
                  </a:lnTo>
                  <a:lnTo>
                    <a:pt x="229171" y="261810"/>
                  </a:lnTo>
                  <a:lnTo>
                    <a:pt x="222097" y="266788"/>
                  </a:lnTo>
                  <a:lnTo>
                    <a:pt x="213360" y="268732"/>
                  </a:lnTo>
                  <a:lnTo>
                    <a:pt x="212725" y="268732"/>
                  </a:lnTo>
                  <a:lnTo>
                    <a:pt x="203936" y="266954"/>
                  </a:lnTo>
                  <a:lnTo>
                    <a:pt x="196748" y="262089"/>
                  </a:lnTo>
                  <a:lnTo>
                    <a:pt x="191897" y="254863"/>
                  </a:lnTo>
                  <a:lnTo>
                    <a:pt x="190119" y="245999"/>
                  </a:lnTo>
                  <a:lnTo>
                    <a:pt x="190119" y="239776"/>
                  </a:lnTo>
                  <a:lnTo>
                    <a:pt x="192659" y="234061"/>
                  </a:lnTo>
                  <a:lnTo>
                    <a:pt x="196723" y="229997"/>
                  </a:lnTo>
                  <a:lnTo>
                    <a:pt x="212725" y="223266"/>
                  </a:lnTo>
                  <a:lnTo>
                    <a:pt x="221551" y="225031"/>
                  </a:lnTo>
                  <a:lnTo>
                    <a:pt x="228727" y="229844"/>
                  </a:lnTo>
                  <a:lnTo>
                    <a:pt x="233603" y="236982"/>
                  </a:lnTo>
                  <a:lnTo>
                    <a:pt x="235458" y="245745"/>
                  </a:lnTo>
                  <a:lnTo>
                    <a:pt x="235458" y="172453"/>
                  </a:lnTo>
                  <a:lnTo>
                    <a:pt x="227457" y="175006"/>
                  </a:lnTo>
                  <a:lnTo>
                    <a:pt x="227457" y="207264"/>
                  </a:lnTo>
                  <a:lnTo>
                    <a:pt x="212725" y="207264"/>
                  </a:lnTo>
                  <a:lnTo>
                    <a:pt x="198247" y="207264"/>
                  </a:lnTo>
                  <a:lnTo>
                    <a:pt x="198247" y="147066"/>
                  </a:lnTo>
                  <a:lnTo>
                    <a:pt x="212725" y="147066"/>
                  </a:lnTo>
                  <a:lnTo>
                    <a:pt x="229997" y="144272"/>
                  </a:lnTo>
                  <a:lnTo>
                    <a:pt x="240309" y="139039"/>
                  </a:lnTo>
                  <a:lnTo>
                    <a:pt x="248005" y="131292"/>
                  </a:lnTo>
                  <a:lnTo>
                    <a:pt x="252831" y="121310"/>
                  </a:lnTo>
                  <a:lnTo>
                    <a:pt x="254508" y="109347"/>
                  </a:lnTo>
                  <a:lnTo>
                    <a:pt x="251574" y="93357"/>
                  </a:lnTo>
                  <a:lnTo>
                    <a:pt x="243052" y="80187"/>
                  </a:lnTo>
                  <a:lnTo>
                    <a:pt x="230225" y="71183"/>
                  </a:lnTo>
                  <a:lnTo>
                    <a:pt x="214376" y="67691"/>
                  </a:lnTo>
                  <a:lnTo>
                    <a:pt x="212725" y="67691"/>
                  </a:lnTo>
                  <a:lnTo>
                    <a:pt x="175475" y="87668"/>
                  </a:lnTo>
                  <a:lnTo>
                    <a:pt x="170942" y="104648"/>
                  </a:lnTo>
                  <a:lnTo>
                    <a:pt x="170942" y="106934"/>
                  </a:lnTo>
                  <a:lnTo>
                    <a:pt x="171069" y="109347"/>
                  </a:lnTo>
                  <a:lnTo>
                    <a:pt x="171069" y="111887"/>
                  </a:lnTo>
                  <a:lnTo>
                    <a:pt x="141986" y="111887"/>
                  </a:lnTo>
                  <a:lnTo>
                    <a:pt x="141986" y="109347"/>
                  </a:lnTo>
                  <a:lnTo>
                    <a:pt x="145643" y="82994"/>
                  </a:lnTo>
                  <a:lnTo>
                    <a:pt x="158699" y="60858"/>
                  </a:lnTo>
                  <a:lnTo>
                    <a:pt x="179108" y="45224"/>
                  </a:lnTo>
                  <a:lnTo>
                    <a:pt x="204851" y="38354"/>
                  </a:lnTo>
                  <a:lnTo>
                    <a:pt x="212725" y="38354"/>
                  </a:lnTo>
                  <a:lnTo>
                    <a:pt x="257568" y="53835"/>
                  </a:lnTo>
                  <a:lnTo>
                    <a:pt x="280301" y="86855"/>
                  </a:lnTo>
                  <a:lnTo>
                    <a:pt x="283718" y="107696"/>
                  </a:lnTo>
                  <a:lnTo>
                    <a:pt x="283718" y="0"/>
                  </a:lnTo>
                  <a:lnTo>
                    <a:pt x="212725" y="0"/>
                  </a:lnTo>
                  <a:lnTo>
                    <a:pt x="21336" y="0"/>
                  </a:lnTo>
                  <a:lnTo>
                    <a:pt x="12954" y="1778"/>
                  </a:lnTo>
                  <a:lnTo>
                    <a:pt x="6172" y="6426"/>
                  </a:lnTo>
                  <a:lnTo>
                    <a:pt x="1625" y="13258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36" y="293687"/>
                  </a:lnTo>
                  <a:lnTo>
                    <a:pt x="6019" y="300621"/>
                  </a:lnTo>
                  <a:lnTo>
                    <a:pt x="12763" y="305358"/>
                  </a:lnTo>
                  <a:lnTo>
                    <a:pt x="21082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3" y="307213"/>
                  </a:lnTo>
                  <a:lnTo>
                    <a:pt x="212725" y="307213"/>
                  </a:lnTo>
                  <a:lnTo>
                    <a:pt x="407797" y="307213"/>
                  </a:lnTo>
                  <a:lnTo>
                    <a:pt x="416179" y="305447"/>
                  </a:lnTo>
                  <a:lnTo>
                    <a:pt x="422998" y="300786"/>
                  </a:lnTo>
                  <a:lnTo>
                    <a:pt x="427583" y="293916"/>
                  </a:lnTo>
                  <a:lnTo>
                    <a:pt x="429260" y="285496"/>
                  </a:lnTo>
                  <a:lnTo>
                    <a:pt x="429260" y="2159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07797" y="0"/>
                  </a:moveTo>
                  <a:lnTo>
                    <a:pt x="21336" y="0"/>
                  </a:lnTo>
                  <a:lnTo>
                    <a:pt x="12958" y="1766"/>
                  </a:lnTo>
                  <a:lnTo>
                    <a:pt x="6172" y="6413"/>
                  </a:lnTo>
                  <a:lnTo>
                    <a:pt x="1633" y="13251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42" y="293675"/>
                  </a:lnTo>
                  <a:lnTo>
                    <a:pt x="6030" y="300609"/>
                  </a:lnTo>
                  <a:lnTo>
                    <a:pt x="12774" y="305351"/>
                  </a:lnTo>
                  <a:lnTo>
                    <a:pt x="21081" y="307213"/>
                  </a:lnTo>
                  <a:lnTo>
                    <a:pt x="21209" y="307213"/>
                  </a:lnTo>
                  <a:lnTo>
                    <a:pt x="21336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2" y="307213"/>
                  </a:lnTo>
                  <a:lnTo>
                    <a:pt x="407797" y="307213"/>
                  </a:lnTo>
                  <a:lnTo>
                    <a:pt x="416186" y="305444"/>
                  </a:lnTo>
                  <a:lnTo>
                    <a:pt x="423005" y="300783"/>
                  </a:lnTo>
                  <a:lnTo>
                    <a:pt x="427585" y="293907"/>
                  </a:lnTo>
                  <a:lnTo>
                    <a:pt x="429260" y="285496"/>
                  </a:lnTo>
                  <a:lnTo>
                    <a:pt x="429260" y="21590"/>
                  </a:lnTo>
                  <a:lnTo>
                    <a:pt x="427585" y="13251"/>
                  </a:lnTo>
                  <a:lnTo>
                    <a:pt x="423005" y="6413"/>
                  </a:lnTo>
                  <a:lnTo>
                    <a:pt x="416186" y="1766"/>
                  </a:lnTo>
                  <a:lnTo>
                    <a:pt x="407797" y="0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010" y="1218431"/>
              <a:ext cx="153682" cy="2424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15" marR="5080" indent="-6350">
              <a:lnSpc>
                <a:spcPts val="1980"/>
              </a:lnSpc>
              <a:spcBef>
                <a:spcPts val="315"/>
              </a:spcBef>
            </a:pPr>
            <a:r>
              <a:rPr dirty="0"/>
              <a:t>Una</a:t>
            </a:r>
            <a:r>
              <a:rPr spc="-55" dirty="0"/>
              <a:t> </a:t>
            </a:r>
            <a:r>
              <a:rPr spc="-10" dirty="0"/>
              <a:t>plataforma</a:t>
            </a:r>
            <a:r>
              <a:rPr spc="-35" dirty="0"/>
              <a:t> </a:t>
            </a:r>
            <a:r>
              <a:rPr dirty="0"/>
              <a:t>de</a:t>
            </a:r>
            <a:r>
              <a:rPr spc="-40" dirty="0"/>
              <a:t> </a:t>
            </a:r>
            <a:r>
              <a:rPr dirty="0"/>
              <a:t>podcast</a:t>
            </a:r>
            <a:r>
              <a:rPr spc="-50" dirty="0"/>
              <a:t> </a:t>
            </a:r>
            <a:r>
              <a:rPr dirty="0"/>
              <a:t>tiene</a:t>
            </a:r>
            <a:r>
              <a:rPr spc="-60" dirty="0"/>
              <a:t> </a:t>
            </a:r>
            <a:r>
              <a:rPr dirty="0"/>
              <a:t>múltiples</a:t>
            </a:r>
            <a:r>
              <a:rPr spc="-45" dirty="0"/>
              <a:t> </a:t>
            </a:r>
            <a:r>
              <a:rPr dirty="0"/>
              <a:t>audios</a:t>
            </a:r>
            <a:r>
              <a:rPr spc="-50" dirty="0"/>
              <a:t> </a:t>
            </a:r>
            <a:r>
              <a:rPr dirty="0"/>
              <a:t>y</a:t>
            </a:r>
            <a:r>
              <a:rPr spc="-45" dirty="0"/>
              <a:t> </a:t>
            </a:r>
            <a:r>
              <a:rPr dirty="0"/>
              <a:t>desea</a:t>
            </a:r>
            <a:r>
              <a:rPr spc="-40" dirty="0"/>
              <a:t> </a:t>
            </a:r>
            <a:r>
              <a:rPr spc="-10" dirty="0"/>
              <a:t>convertirlos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textos</a:t>
            </a:r>
            <a:r>
              <a:rPr spc="-50" dirty="0"/>
              <a:t> </a:t>
            </a:r>
            <a:r>
              <a:rPr dirty="0"/>
              <a:t>para</a:t>
            </a:r>
            <a:r>
              <a:rPr spc="-55" dirty="0"/>
              <a:t> </a:t>
            </a:r>
            <a:r>
              <a:rPr dirty="0"/>
              <a:t>crear</a:t>
            </a:r>
            <a:r>
              <a:rPr spc="-45" dirty="0"/>
              <a:t> </a:t>
            </a:r>
            <a:r>
              <a:rPr dirty="0"/>
              <a:t>la</a:t>
            </a:r>
            <a:r>
              <a:rPr spc="-50" dirty="0"/>
              <a:t> </a:t>
            </a:r>
            <a:r>
              <a:rPr spc="-10" dirty="0"/>
              <a:t>subtitulación </a:t>
            </a:r>
            <a:r>
              <a:rPr dirty="0"/>
              <a:t>de</a:t>
            </a:r>
            <a:r>
              <a:rPr spc="-45" dirty="0"/>
              <a:t> </a:t>
            </a:r>
            <a:r>
              <a:rPr dirty="0"/>
              <a:t>los</a:t>
            </a:r>
            <a:r>
              <a:rPr spc="-45" dirty="0"/>
              <a:t> </a:t>
            </a:r>
            <a:r>
              <a:rPr dirty="0"/>
              <a:t>podcast.</a:t>
            </a:r>
            <a:r>
              <a:rPr spc="-50" dirty="0"/>
              <a:t> </a:t>
            </a:r>
            <a:r>
              <a:rPr dirty="0"/>
              <a:t>Podría</a:t>
            </a:r>
            <a:r>
              <a:rPr spc="-50" dirty="0"/>
              <a:t> </a:t>
            </a:r>
            <a:r>
              <a:rPr dirty="0"/>
              <a:t>incluso</a:t>
            </a:r>
            <a:r>
              <a:rPr spc="-45" dirty="0"/>
              <a:t> </a:t>
            </a:r>
            <a:r>
              <a:rPr dirty="0"/>
              <a:t>querer</a:t>
            </a:r>
            <a:r>
              <a:rPr spc="-50" dirty="0"/>
              <a:t> </a:t>
            </a:r>
            <a:r>
              <a:rPr dirty="0"/>
              <a:t>sacar</a:t>
            </a:r>
            <a:r>
              <a:rPr spc="-45" dirty="0"/>
              <a:t> </a:t>
            </a:r>
            <a:r>
              <a:rPr dirty="0"/>
              <a:t>un</a:t>
            </a:r>
            <a:r>
              <a:rPr spc="-45" dirty="0"/>
              <a:t> </a:t>
            </a:r>
            <a:r>
              <a:rPr spc="-10" dirty="0"/>
              <a:t>resumen,</a:t>
            </a:r>
            <a:r>
              <a:rPr spc="-50" dirty="0"/>
              <a:t> </a:t>
            </a:r>
            <a:r>
              <a:rPr dirty="0"/>
              <a:t>clasificarlos</a:t>
            </a:r>
            <a:r>
              <a:rPr spc="-40" dirty="0"/>
              <a:t> </a:t>
            </a:r>
            <a:r>
              <a:rPr dirty="0"/>
              <a:t>en</a:t>
            </a:r>
            <a:r>
              <a:rPr spc="-45" dirty="0"/>
              <a:t> </a:t>
            </a:r>
            <a:r>
              <a:rPr spc="-10" dirty="0"/>
              <a:t>categorías</a:t>
            </a:r>
            <a:r>
              <a:rPr spc="-55" dirty="0"/>
              <a:t> </a:t>
            </a:r>
            <a:r>
              <a:rPr dirty="0"/>
              <a:t>o</a:t>
            </a:r>
            <a:r>
              <a:rPr spc="-45" dirty="0"/>
              <a:t> </a:t>
            </a:r>
            <a:r>
              <a:rPr dirty="0"/>
              <a:t>obtener</a:t>
            </a:r>
            <a:r>
              <a:rPr spc="-50" dirty="0"/>
              <a:t> </a:t>
            </a:r>
            <a:r>
              <a:rPr dirty="0"/>
              <a:t>la</a:t>
            </a:r>
            <a:r>
              <a:rPr spc="-45" dirty="0"/>
              <a:t> </a:t>
            </a:r>
            <a:r>
              <a:rPr spc="-10" dirty="0"/>
              <a:t>respuesta</a:t>
            </a:r>
            <a:r>
              <a:rPr spc="-50" dirty="0"/>
              <a:t> a </a:t>
            </a:r>
            <a:r>
              <a:rPr dirty="0"/>
              <a:t>ciertas</a:t>
            </a:r>
            <a:r>
              <a:rPr spc="-50" dirty="0"/>
              <a:t> </a:t>
            </a:r>
            <a:r>
              <a:rPr dirty="0"/>
              <a:t>cosas</a:t>
            </a:r>
            <a:r>
              <a:rPr spc="-40" dirty="0"/>
              <a:t> </a:t>
            </a:r>
            <a:r>
              <a:rPr spc="-10" dirty="0"/>
              <a:t>comentadas</a:t>
            </a:r>
            <a:r>
              <a:rPr spc="-45" dirty="0"/>
              <a:t> </a:t>
            </a:r>
            <a:r>
              <a:rPr spc="-10" dirty="0"/>
              <a:t>durante</a:t>
            </a:r>
            <a:r>
              <a:rPr spc="-45" dirty="0"/>
              <a:t> </a:t>
            </a:r>
            <a:r>
              <a:rPr dirty="0"/>
              <a:t>el</a:t>
            </a:r>
            <a:r>
              <a:rPr spc="-50" dirty="0"/>
              <a:t> </a:t>
            </a:r>
            <a:r>
              <a:rPr spc="-10" dirty="0"/>
              <a:t>podcast.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2200" y="4074033"/>
            <a:ext cx="492188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Speech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to</a:t>
            </a:r>
            <a:r>
              <a:rPr sz="1400" b="1" spc="-1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text,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síntesis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contenidos,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clasificación</a:t>
            </a:r>
            <a:r>
              <a:rPr sz="1400" b="1" spc="-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de</a:t>
            </a:r>
            <a:r>
              <a:rPr sz="1400" b="1" spc="-10" dirty="0">
                <a:latin typeface="Calibri"/>
                <a:cs typeface="Calibri"/>
              </a:rPr>
              <a:t> textos,</a:t>
            </a:r>
            <a:r>
              <a:rPr sz="1400" b="1" spc="-25" dirty="0">
                <a:latin typeface="Calibri"/>
                <a:cs typeface="Calibri"/>
              </a:rPr>
              <a:t> Q&amp;A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225" y="1180204"/>
            <a:ext cx="738505" cy="831215"/>
            <a:chOff x="967225" y="1180204"/>
            <a:chExt cx="738505" cy="831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8" y="1462779"/>
              <a:ext cx="196164" cy="1962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184264" y="0"/>
                  </a:moveTo>
                  <a:lnTo>
                    <a:pt x="145878" y="3095"/>
                  </a:lnTo>
                  <a:lnTo>
                    <a:pt x="108445" y="12192"/>
                  </a:lnTo>
                  <a:lnTo>
                    <a:pt x="61544" y="29718"/>
                  </a:lnTo>
                  <a:lnTo>
                    <a:pt x="18415" y="55245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lnTo>
                    <a:pt x="368414" y="92075"/>
                  </a:lnTo>
                  <a:lnTo>
                    <a:pt x="349999" y="55245"/>
                  </a:lnTo>
                  <a:lnTo>
                    <a:pt x="307311" y="28813"/>
                  </a:lnTo>
                  <a:lnTo>
                    <a:pt x="259956" y="12192"/>
                  </a:lnTo>
                  <a:lnTo>
                    <a:pt x="222491" y="3619"/>
                  </a:lnTo>
                  <a:lnTo>
                    <a:pt x="1842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368414" y="184276"/>
                  </a:moveTo>
                  <a:lnTo>
                    <a:pt x="368414" y="92075"/>
                  </a:lnTo>
                  <a:lnTo>
                    <a:pt x="367376" y="81355"/>
                  </a:lnTo>
                  <a:lnTo>
                    <a:pt x="329339" y="40856"/>
                  </a:lnTo>
                  <a:lnTo>
                    <a:pt x="284116" y="19222"/>
                  </a:lnTo>
                  <a:lnTo>
                    <a:pt x="241342" y="7286"/>
                  </a:lnTo>
                  <a:lnTo>
                    <a:pt x="203449" y="1190"/>
                  </a:lnTo>
                  <a:lnTo>
                    <a:pt x="184264" y="0"/>
                  </a:lnTo>
                  <a:lnTo>
                    <a:pt x="164988" y="779"/>
                  </a:lnTo>
                  <a:lnTo>
                    <a:pt x="127007" y="6911"/>
                  </a:lnTo>
                  <a:lnTo>
                    <a:pt x="84598" y="19919"/>
                  </a:lnTo>
                  <a:lnTo>
                    <a:pt x="39433" y="41517"/>
                  </a:lnTo>
                  <a:lnTo>
                    <a:pt x="4906" y="71516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918" y="1606162"/>
              <a:ext cx="196227" cy="19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184213" y="0"/>
                  </a:moveTo>
                  <a:lnTo>
                    <a:pt x="145867" y="3111"/>
                  </a:lnTo>
                  <a:lnTo>
                    <a:pt x="108483" y="12318"/>
                  </a:lnTo>
                  <a:lnTo>
                    <a:pt x="61834" y="30352"/>
                  </a:lnTo>
                  <a:lnTo>
                    <a:pt x="18415" y="55244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61586" y="151374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239483" y="165862"/>
                  </a:moveTo>
                  <a:lnTo>
                    <a:pt x="261586" y="151374"/>
                  </a:lnTo>
                  <a:lnTo>
                    <a:pt x="284713" y="138636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lnTo>
                    <a:pt x="164963" y="781"/>
                  </a:lnTo>
                  <a:lnTo>
                    <a:pt x="127011" y="6965"/>
                  </a:lnTo>
                  <a:lnTo>
                    <a:pt x="84803" y="20454"/>
                  </a:lnTo>
                  <a:lnTo>
                    <a:pt x="39673" y="41965"/>
                  </a:lnTo>
                  <a:lnTo>
                    <a:pt x="4606" y="71437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34313" y="169882"/>
                  </a:lnTo>
                  <a:lnTo>
                    <a:pt x="239483" y="165862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29260" y="21590"/>
                  </a:moveTo>
                  <a:lnTo>
                    <a:pt x="427583" y="13258"/>
                  </a:lnTo>
                  <a:lnTo>
                    <a:pt x="422998" y="6426"/>
                  </a:lnTo>
                  <a:lnTo>
                    <a:pt x="416179" y="1778"/>
                  </a:lnTo>
                  <a:lnTo>
                    <a:pt x="407797" y="0"/>
                  </a:lnTo>
                  <a:lnTo>
                    <a:pt x="283718" y="0"/>
                  </a:lnTo>
                  <a:lnTo>
                    <a:pt x="283718" y="107696"/>
                  </a:lnTo>
                  <a:lnTo>
                    <a:pt x="279971" y="133019"/>
                  </a:lnTo>
                  <a:lnTo>
                    <a:pt x="268300" y="153085"/>
                  </a:lnTo>
                  <a:lnTo>
                    <a:pt x="250266" y="167703"/>
                  </a:lnTo>
                  <a:lnTo>
                    <a:pt x="235458" y="172453"/>
                  </a:lnTo>
                  <a:lnTo>
                    <a:pt x="235458" y="245745"/>
                  </a:lnTo>
                  <a:lnTo>
                    <a:pt x="233857" y="254558"/>
                  </a:lnTo>
                  <a:lnTo>
                    <a:pt x="229171" y="261810"/>
                  </a:lnTo>
                  <a:lnTo>
                    <a:pt x="222097" y="266788"/>
                  </a:lnTo>
                  <a:lnTo>
                    <a:pt x="213360" y="268732"/>
                  </a:lnTo>
                  <a:lnTo>
                    <a:pt x="212725" y="268732"/>
                  </a:lnTo>
                  <a:lnTo>
                    <a:pt x="203936" y="266954"/>
                  </a:lnTo>
                  <a:lnTo>
                    <a:pt x="196748" y="262089"/>
                  </a:lnTo>
                  <a:lnTo>
                    <a:pt x="191897" y="254863"/>
                  </a:lnTo>
                  <a:lnTo>
                    <a:pt x="190119" y="245999"/>
                  </a:lnTo>
                  <a:lnTo>
                    <a:pt x="190119" y="239776"/>
                  </a:lnTo>
                  <a:lnTo>
                    <a:pt x="192659" y="234061"/>
                  </a:lnTo>
                  <a:lnTo>
                    <a:pt x="196723" y="229997"/>
                  </a:lnTo>
                  <a:lnTo>
                    <a:pt x="212725" y="223266"/>
                  </a:lnTo>
                  <a:lnTo>
                    <a:pt x="221551" y="225031"/>
                  </a:lnTo>
                  <a:lnTo>
                    <a:pt x="228727" y="229844"/>
                  </a:lnTo>
                  <a:lnTo>
                    <a:pt x="233603" y="236982"/>
                  </a:lnTo>
                  <a:lnTo>
                    <a:pt x="235458" y="245745"/>
                  </a:lnTo>
                  <a:lnTo>
                    <a:pt x="235458" y="172453"/>
                  </a:lnTo>
                  <a:lnTo>
                    <a:pt x="227457" y="175006"/>
                  </a:lnTo>
                  <a:lnTo>
                    <a:pt x="227457" y="207264"/>
                  </a:lnTo>
                  <a:lnTo>
                    <a:pt x="212725" y="207264"/>
                  </a:lnTo>
                  <a:lnTo>
                    <a:pt x="198247" y="207264"/>
                  </a:lnTo>
                  <a:lnTo>
                    <a:pt x="198247" y="147066"/>
                  </a:lnTo>
                  <a:lnTo>
                    <a:pt x="212725" y="147066"/>
                  </a:lnTo>
                  <a:lnTo>
                    <a:pt x="229997" y="144272"/>
                  </a:lnTo>
                  <a:lnTo>
                    <a:pt x="240309" y="139039"/>
                  </a:lnTo>
                  <a:lnTo>
                    <a:pt x="248005" y="131292"/>
                  </a:lnTo>
                  <a:lnTo>
                    <a:pt x="252831" y="121310"/>
                  </a:lnTo>
                  <a:lnTo>
                    <a:pt x="254508" y="109347"/>
                  </a:lnTo>
                  <a:lnTo>
                    <a:pt x="251574" y="93357"/>
                  </a:lnTo>
                  <a:lnTo>
                    <a:pt x="243052" y="80187"/>
                  </a:lnTo>
                  <a:lnTo>
                    <a:pt x="230225" y="71183"/>
                  </a:lnTo>
                  <a:lnTo>
                    <a:pt x="214376" y="67691"/>
                  </a:lnTo>
                  <a:lnTo>
                    <a:pt x="212725" y="67691"/>
                  </a:lnTo>
                  <a:lnTo>
                    <a:pt x="175475" y="87668"/>
                  </a:lnTo>
                  <a:lnTo>
                    <a:pt x="170942" y="104648"/>
                  </a:lnTo>
                  <a:lnTo>
                    <a:pt x="170942" y="106934"/>
                  </a:lnTo>
                  <a:lnTo>
                    <a:pt x="171069" y="109347"/>
                  </a:lnTo>
                  <a:lnTo>
                    <a:pt x="171069" y="111887"/>
                  </a:lnTo>
                  <a:lnTo>
                    <a:pt x="141986" y="111887"/>
                  </a:lnTo>
                  <a:lnTo>
                    <a:pt x="141986" y="109347"/>
                  </a:lnTo>
                  <a:lnTo>
                    <a:pt x="145643" y="82994"/>
                  </a:lnTo>
                  <a:lnTo>
                    <a:pt x="158699" y="60858"/>
                  </a:lnTo>
                  <a:lnTo>
                    <a:pt x="179108" y="45224"/>
                  </a:lnTo>
                  <a:lnTo>
                    <a:pt x="204851" y="38354"/>
                  </a:lnTo>
                  <a:lnTo>
                    <a:pt x="212725" y="38354"/>
                  </a:lnTo>
                  <a:lnTo>
                    <a:pt x="257568" y="53835"/>
                  </a:lnTo>
                  <a:lnTo>
                    <a:pt x="280301" y="86855"/>
                  </a:lnTo>
                  <a:lnTo>
                    <a:pt x="283718" y="107696"/>
                  </a:lnTo>
                  <a:lnTo>
                    <a:pt x="283718" y="0"/>
                  </a:lnTo>
                  <a:lnTo>
                    <a:pt x="212725" y="0"/>
                  </a:lnTo>
                  <a:lnTo>
                    <a:pt x="21336" y="0"/>
                  </a:lnTo>
                  <a:lnTo>
                    <a:pt x="12954" y="1778"/>
                  </a:lnTo>
                  <a:lnTo>
                    <a:pt x="6172" y="6426"/>
                  </a:lnTo>
                  <a:lnTo>
                    <a:pt x="1625" y="13258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36" y="293687"/>
                  </a:lnTo>
                  <a:lnTo>
                    <a:pt x="6019" y="300621"/>
                  </a:lnTo>
                  <a:lnTo>
                    <a:pt x="12763" y="305358"/>
                  </a:lnTo>
                  <a:lnTo>
                    <a:pt x="21082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3" y="307213"/>
                  </a:lnTo>
                  <a:lnTo>
                    <a:pt x="212725" y="307213"/>
                  </a:lnTo>
                  <a:lnTo>
                    <a:pt x="407797" y="307213"/>
                  </a:lnTo>
                  <a:lnTo>
                    <a:pt x="416179" y="305447"/>
                  </a:lnTo>
                  <a:lnTo>
                    <a:pt x="422998" y="300786"/>
                  </a:lnTo>
                  <a:lnTo>
                    <a:pt x="427583" y="293916"/>
                  </a:lnTo>
                  <a:lnTo>
                    <a:pt x="429260" y="285496"/>
                  </a:lnTo>
                  <a:lnTo>
                    <a:pt x="429260" y="2159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07797" y="0"/>
                  </a:moveTo>
                  <a:lnTo>
                    <a:pt x="21336" y="0"/>
                  </a:lnTo>
                  <a:lnTo>
                    <a:pt x="12958" y="1766"/>
                  </a:lnTo>
                  <a:lnTo>
                    <a:pt x="6172" y="6413"/>
                  </a:lnTo>
                  <a:lnTo>
                    <a:pt x="1633" y="13251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42" y="293675"/>
                  </a:lnTo>
                  <a:lnTo>
                    <a:pt x="6030" y="300609"/>
                  </a:lnTo>
                  <a:lnTo>
                    <a:pt x="12774" y="305351"/>
                  </a:lnTo>
                  <a:lnTo>
                    <a:pt x="21081" y="307213"/>
                  </a:lnTo>
                  <a:lnTo>
                    <a:pt x="21209" y="307213"/>
                  </a:lnTo>
                  <a:lnTo>
                    <a:pt x="21336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2" y="307213"/>
                  </a:lnTo>
                  <a:lnTo>
                    <a:pt x="407797" y="307213"/>
                  </a:lnTo>
                  <a:lnTo>
                    <a:pt x="416186" y="305444"/>
                  </a:lnTo>
                  <a:lnTo>
                    <a:pt x="423005" y="300783"/>
                  </a:lnTo>
                  <a:lnTo>
                    <a:pt x="427585" y="293907"/>
                  </a:lnTo>
                  <a:lnTo>
                    <a:pt x="429260" y="285496"/>
                  </a:lnTo>
                  <a:lnTo>
                    <a:pt x="429260" y="21590"/>
                  </a:lnTo>
                  <a:lnTo>
                    <a:pt x="427585" y="13251"/>
                  </a:lnTo>
                  <a:lnTo>
                    <a:pt x="423005" y="6413"/>
                  </a:lnTo>
                  <a:lnTo>
                    <a:pt x="416186" y="1766"/>
                  </a:lnTo>
                  <a:lnTo>
                    <a:pt x="407797" y="0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010" y="1218431"/>
              <a:ext cx="153682" cy="2424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8415" marR="5080" indent="-6350">
              <a:lnSpc>
                <a:spcPts val="1980"/>
              </a:lnSpc>
              <a:spcBef>
                <a:spcPts val="315"/>
              </a:spcBef>
            </a:pPr>
            <a:r>
              <a:rPr dirty="0"/>
              <a:t>Una</a:t>
            </a:r>
            <a:r>
              <a:rPr spc="-50" dirty="0"/>
              <a:t> </a:t>
            </a:r>
            <a:r>
              <a:rPr dirty="0"/>
              <a:t>empresa</a:t>
            </a:r>
            <a:r>
              <a:rPr spc="-45" dirty="0"/>
              <a:t> </a:t>
            </a:r>
            <a:r>
              <a:rPr dirty="0"/>
              <a:t>de</a:t>
            </a:r>
            <a:r>
              <a:rPr spc="-45" dirty="0"/>
              <a:t> </a:t>
            </a:r>
            <a:r>
              <a:rPr spc="-10" dirty="0"/>
              <a:t>atención</a:t>
            </a:r>
            <a:r>
              <a:rPr spc="-45" dirty="0"/>
              <a:t> </a:t>
            </a:r>
            <a:r>
              <a:rPr dirty="0"/>
              <a:t>al</a:t>
            </a:r>
            <a:r>
              <a:rPr spc="-50" dirty="0"/>
              <a:t> </a:t>
            </a:r>
            <a:r>
              <a:rPr dirty="0"/>
              <a:t>cliente</a:t>
            </a:r>
            <a:r>
              <a:rPr spc="-40" dirty="0"/>
              <a:t> </a:t>
            </a:r>
            <a:r>
              <a:rPr dirty="0"/>
              <a:t>quiere</a:t>
            </a:r>
            <a:r>
              <a:rPr spc="-40" dirty="0"/>
              <a:t> </a:t>
            </a:r>
            <a:r>
              <a:rPr spc="-10" dirty="0"/>
              <a:t>implementar</a:t>
            </a:r>
            <a:r>
              <a:rPr spc="-40" dirty="0"/>
              <a:t> </a:t>
            </a:r>
            <a:r>
              <a:rPr dirty="0"/>
              <a:t>en</a:t>
            </a:r>
            <a:r>
              <a:rPr spc="-40" dirty="0"/>
              <a:t> </a:t>
            </a:r>
            <a:r>
              <a:rPr dirty="0"/>
              <a:t>su</a:t>
            </a:r>
            <a:r>
              <a:rPr spc="-40" dirty="0"/>
              <a:t> </a:t>
            </a:r>
            <a:r>
              <a:rPr dirty="0"/>
              <a:t>sitio</a:t>
            </a:r>
            <a:r>
              <a:rPr spc="-45" dirty="0"/>
              <a:t> </a:t>
            </a:r>
            <a:r>
              <a:rPr dirty="0"/>
              <a:t>web</a:t>
            </a:r>
            <a:r>
              <a:rPr spc="-40" dirty="0"/>
              <a:t> </a:t>
            </a:r>
            <a:r>
              <a:rPr dirty="0"/>
              <a:t>algún</a:t>
            </a:r>
            <a:r>
              <a:rPr spc="-50" dirty="0"/>
              <a:t> </a:t>
            </a:r>
            <a:r>
              <a:rPr dirty="0"/>
              <a:t>tipo</a:t>
            </a:r>
            <a:r>
              <a:rPr spc="-50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dirty="0"/>
              <a:t>ayuda</a:t>
            </a:r>
            <a:r>
              <a:rPr spc="-4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los</a:t>
            </a:r>
            <a:r>
              <a:rPr spc="-40" dirty="0"/>
              <a:t> </a:t>
            </a:r>
            <a:r>
              <a:rPr spc="-10" dirty="0"/>
              <a:t>clientes </a:t>
            </a:r>
            <a:r>
              <a:rPr dirty="0"/>
              <a:t>para</a:t>
            </a:r>
            <a:r>
              <a:rPr spc="-50" dirty="0"/>
              <a:t> </a:t>
            </a:r>
            <a:r>
              <a:rPr dirty="0"/>
              <a:t>que</a:t>
            </a:r>
            <a:r>
              <a:rPr spc="-40" dirty="0"/>
              <a:t> </a:t>
            </a:r>
            <a:r>
              <a:rPr dirty="0"/>
              <a:t>les</a:t>
            </a:r>
            <a:r>
              <a:rPr spc="-50" dirty="0"/>
              <a:t> </a:t>
            </a:r>
            <a:r>
              <a:rPr dirty="0"/>
              <a:t>puedan</a:t>
            </a:r>
            <a:r>
              <a:rPr spc="-40" dirty="0"/>
              <a:t> </a:t>
            </a:r>
            <a:r>
              <a:rPr dirty="0"/>
              <a:t>obtener</a:t>
            </a:r>
            <a:r>
              <a:rPr spc="-45" dirty="0"/>
              <a:t> </a:t>
            </a:r>
            <a:r>
              <a:rPr spc="-10" dirty="0"/>
              <a:t>respuestas</a:t>
            </a:r>
            <a:r>
              <a:rPr spc="-40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spc="-10" dirty="0"/>
              <a:t>preguntas</a:t>
            </a:r>
            <a:r>
              <a:rPr spc="-40" dirty="0"/>
              <a:t> </a:t>
            </a:r>
            <a:r>
              <a:rPr dirty="0"/>
              <a:t>comunes</a:t>
            </a:r>
            <a:r>
              <a:rPr spc="-40" dirty="0"/>
              <a:t> </a:t>
            </a:r>
            <a:r>
              <a:rPr dirty="0"/>
              <a:t>y</a:t>
            </a:r>
            <a:r>
              <a:rPr spc="-50" dirty="0"/>
              <a:t> </a:t>
            </a:r>
            <a:r>
              <a:rPr dirty="0"/>
              <a:t>brindar</a:t>
            </a:r>
            <a:r>
              <a:rPr spc="-45" dirty="0"/>
              <a:t> </a:t>
            </a:r>
            <a:r>
              <a:rPr spc="-10" dirty="0"/>
              <a:t>asistencia</a:t>
            </a:r>
            <a:r>
              <a:rPr spc="-45" dirty="0"/>
              <a:t> </a:t>
            </a:r>
            <a:r>
              <a:rPr dirty="0"/>
              <a:t>las</a:t>
            </a:r>
            <a:r>
              <a:rPr spc="-50" dirty="0"/>
              <a:t> </a:t>
            </a:r>
            <a:r>
              <a:rPr dirty="0"/>
              <a:t>24</a:t>
            </a:r>
            <a:r>
              <a:rPr spc="-40" dirty="0"/>
              <a:t> </a:t>
            </a:r>
            <a:r>
              <a:rPr dirty="0"/>
              <a:t>horas</a:t>
            </a:r>
            <a:r>
              <a:rPr spc="-45" dirty="0"/>
              <a:t> </a:t>
            </a:r>
            <a:r>
              <a:rPr dirty="0"/>
              <a:t>del</a:t>
            </a:r>
            <a:r>
              <a:rPr spc="-50" dirty="0"/>
              <a:t> </a:t>
            </a:r>
            <a:r>
              <a:rPr spc="-20" dirty="0"/>
              <a:t>día.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092200" y="3865245"/>
            <a:ext cx="61595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latin typeface="Calibri"/>
                <a:cs typeface="Calibri"/>
              </a:rPr>
              <a:t>Chatbot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67225" y="1180204"/>
            <a:ext cx="738505" cy="831215"/>
            <a:chOff x="967225" y="1180204"/>
            <a:chExt cx="738505" cy="83121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9338" y="1462779"/>
              <a:ext cx="196164" cy="196227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184264" y="0"/>
                  </a:moveTo>
                  <a:lnTo>
                    <a:pt x="145878" y="3095"/>
                  </a:lnTo>
                  <a:lnTo>
                    <a:pt x="108445" y="12192"/>
                  </a:lnTo>
                  <a:lnTo>
                    <a:pt x="61544" y="29718"/>
                  </a:lnTo>
                  <a:lnTo>
                    <a:pt x="18415" y="55245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lnTo>
                    <a:pt x="368414" y="92075"/>
                  </a:lnTo>
                  <a:lnTo>
                    <a:pt x="349999" y="55245"/>
                  </a:lnTo>
                  <a:lnTo>
                    <a:pt x="307311" y="28813"/>
                  </a:lnTo>
                  <a:lnTo>
                    <a:pt x="259956" y="12192"/>
                  </a:lnTo>
                  <a:lnTo>
                    <a:pt x="222491" y="3619"/>
                  </a:lnTo>
                  <a:lnTo>
                    <a:pt x="18426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18831" y="1821052"/>
              <a:ext cx="368935" cy="184785"/>
            </a:xfrm>
            <a:custGeom>
              <a:avLst/>
              <a:gdLst/>
              <a:ahLst/>
              <a:cxnLst/>
              <a:rect l="l" t="t" r="r" b="b"/>
              <a:pathLst>
                <a:path w="368934" h="184785">
                  <a:moveTo>
                    <a:pt x="368414" y="184276"/>
                  </a:moveTo>
                  <a:lnTo>
                    <a:pt x="368414" y="92075"/>
                  </a:lnTo>
                  <a:lnTo>
                    <a:pt x="367376" y="81355"/>
                  </a:lnTo>
                  <a:lnTo>
                    <a:pt x="329339" y="40856"/>
                  </a:lnTo>
                  <a:lnTo>
                    <a:pt x="284116" y="19222"/>
                  </a:lnTo>
                  <a:lnTo>
                    <a:pt x="241342" y="7286"/>
                  </a:lnTo>
                  <a:lnTo>
                    <a:pt x="203449" y="1190"/>
                  </a:lnTo>
                  <a:lnTo>
                    <a:pt x="184264" y="0"/>
                  </a:lnTo>
                  <a:lnTo>
                    <a:pt x="164988" y="779"/>
                  </a:lnTo>
                  <a:lnTo>
                    <a:pt x="127007" y="6911"/>
                  </a:lnTo>
                  <a:lnTo>
                    <a:pt x="84598" y="19919"/>
                  </a:lnTo>
                  <a:lnTo>
                    <a:pt x="39433" y="41517"/>
                  </a:lnTo>
                  <a:lnTo>
                    <a:pt x="4906" y="71516"/>
                  </a:lnTo>
                  <a:lnTo>
                    <a:pt x="0" y="92075"/>
                  </a:lnTo>
                  <a:lnTo>
                    <a:pt x="0" y="184276"/>
                  </a:lnTo>
                  <a:lnTo>
                    <a:pt x="368414" y="184276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4918" y="1606162"/>
              <a:ext cx="196227" cy="196227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184213" y="0"/>
                  </a:moveTo>
                  <a:lnTo>
                    <a:pt x="145867" y="3111"/>
                  </a:lnTo>
                  <a:lnTo>
                    <a:pt x="108483" y="12318"/>
                  </a:lnTo>
                  <a:lnTo>
                    <a:pt x="61834" y="30352"/>
                  </a:lnTo>
                  <a:lnTo>
                    <a:pt x="18415" y="55244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61586" y="151374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73201" y="1677669"/>
              <a:ext cx="334010" cy="184785"/>
            </a:xfrm>
            <a:custGeom>
              <a:avLst/>
              <a:gdLst/>
              <a:ahLst/>
              <a:cxnLst/>
              <a:rect l="l" t="t" r="r" b="b"/>
              <a:pathLst>
                <a:path w="334009" h="184785">
                  <a:moveTo>
                    <a:pt x="239483" y="165862"/>
                  </a:moveTo>
                  <a:lnTo>
                    <a:pt x="261586" y="151374"/>
                  </a:lnTo>
                  <a:lnTo>
                    <a:pt x="284713" y="138636"/>
                  </a:lnTo>
                  <a:lnTo>
                    <a:pt x="308762" y="127732"/>
                  </a:lnTo>
                  <a:lnTo>
                    <a:pt x="333629" y="118744"/>
                  </a:lnTo>
                  <a:lnTo>
                    <a:pt x="318123" y="99157"/>
                  </a:lnTo>
                  <a:lnTo>
                    <a:pt x="306641" y="77200"/>
                  </a:lnTo>
                  <a:lnTo>
                    <a:pt x="299446" y="53504"/>
                  </a:lnTo>
                  <a:lnTo>
                    <a:pt x="296799" y="28701"/>
                  </a:lnTo>
                  <a:lnTo>
                    <a:pt x="296799" y="24510"/>
                  </a:lnTo>
                  <a:lnTo>
                    <a:pt x="287768" y="20962"/>
                  </a:lnTo>
                  <a:lnTo>
                    <a:pt x="241356" y="7340"/>
                  </a:lnTo>
                  <a:lnTo>
                    <a:pt x="203427" y="1192"/>
                  </a:lnTo>
                  <a:lnTo>
                    <a:pt x="184213" y="0"/>
                  </a:lnTo>
                  <a:lnTo>
                    <a:pt x="164963" y="781"/>
                  </a:lnTo>
                  <a:lnTo>
                    <a:pt x="127011" y="6965"/>
                  </a:lnTo>
                  <a:lnTo>
                    <a:pt x="84803" y="20454"/>
                  </a:lnTo>
                  <a:lnTo>
                    <a:pt x="39673" y="41965"/>
                  </a:lnTo>
                  <a:lnTo>
                    <a:pt x="4606" y="71437"/>
                  </a:lnTo>
                  <a:lnTo>
                    <a:pt x="0" y="92201"/>
                  </a:lnTo>
                  <a:lnTo>
                    <a:pt x="0" y="184276"/>
                  </a:lnTo>
                  <a:lnTo>
                    <a:pt x="221068" y="184276"/>
                  </a:lnTo>
                  <a:lnTo>
                    <a:pt x="225082" y="179113"/>
                  </a:lnTo>
                  <a:lnTo>
                    <a:pt x="229504" y="174307"/>
                  </a:lnTo>
                  <a:lnTo>
                    <a:pt x="234313" y="169882"/>
                  </a:lnTo>
                  <a:lnTo>
                    <a:pt x="239483" y="165862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29260" y="21590"/>
                  </a:moveTo>
                  <a:lnTo>
                    <a:pt x="427583" y="13258"/>
                  </a:lnTo>
                  <a:lnTo>
                    <a:pt x="422998" y="6426"/>
                  </a:lnTo>
                  <a:lnTo>
                    <a:pt x="416179" y="1778"/>
                  </a:lnTo>
                  <a:lnTo>
                    <a:pt x="407797" y="0"/>
                  </a:lnTo>
                  <a:lnTo>
                    <a:pt x="283718" y="0"/>
                  </a:lnTo>
                  <a:lnTo>
                    <a:pt x="283718" y="107696"/>
                  </a:lnTo>
                  <a:lnTo>
                    <a:pt x="279971" y="133019"/>
                  </a:lnTo>
                  <a:lnTo>
                    <a:pt x="268300" y="153085"/>
                  </a:lnTo>
                  <a:lnTo>
                    <a:pt x="250266" y="167703"/>
                  </a:lnTo>
                  <a:lnTo>
                    <a:pt x="235458" y="172453"/>
                  </a:lnTo>
                  <a:lnTo>
                    <a:pt x="235458" y="245745"/>
                  </a:lnTo>
                  <a:lnTo>
                    <a:pt x="233857" y="254558"/>
                  </a:lnTo>
                  <a:lnTo>
                    <a:pt x="229171" y="261810"/>
                  </a:lnTo>
                  <a:lnTo>
                    <a:pt x="222097" y="266788"/>
                  </a:lnTo>
                  <a:lnTo>
                    <a:pt x="213360" y="268732"/>
                  </a:lnTo>
                  <a:lnTo>
                    <a:pt x="212725" y="268732"/>
                  </a:lnTo>
                  <a:lnTo>
                    <a:pt x="203936" y="266954"/>
                  </a:lnTo>
                  <a:lnTo>
                    <a:pt x="196748" y="262089"/>
                  </a:lnTo>
                  <a:lnTo>
                    <a:pt x="191897" y="254863"/>
                  </a:lnTo>
                  <a:lnTo>
                    <a:pt x="190119" y="245999"/>
                  </a:lnTo>
                  <a:lnTo>
                    <a:pt x="190119" y="239776"/>
                  </a:lnTo>
                  <a:lnTo>
                    <a:pt x="192659" y="234061"/>
                  </a:lnTo>
                  <a:lnTo>
                    <a:pt x="196723" y="229997"/>
                  </a:lnTo>
                  <a:lnTo>
                    <a:pt x="212725" y="223266"/>
                  </a:lnTo>
                  <a:lnTo>
                    <a:pt x="221551" y="225031"/>
                  </a:lnTo>
                  <a:lnTo>
                    <a:pt x="228727" y="229844"/>
                  </a:lnTo>
                  <a:lnTo>
                    <a:pt x="233603" y="236982"/>
                  </a:lnTo>
                  <a:lnTo>
                    <a:pt x="235458" y="245745"/>
                  </a:lnTo>
                  <a:lnTo>
                    <a:pt x="235458" y="172453"/>
                  </a:lnTo>
                  <a:lnTo>
                    <a:pt x="227457" y="175006"/>
                  </a:lnTo>
                  <a:lnTo>
                    <a:pt x="227457" y="207264"/>
                  </a:lnTo>
                  <a:lnTo>
                    <a:pt x="212725" y="207264"/>
                  </a:lnTo>
                  <a:lnTo>
                    <a:pt x="198247" y="207264"/>
                  </a:lnTo>
                  <a:lnTo>
                    <a:pt x="198247" y="147066"/>
                  </a:lnTo>
                  <a:lnTo>
                    <a:pt x="212725" y="147066"/>
                  </a:lnTo>
                  <a:lnTo>
                    <a:pt x="229997" y="144272"/>
                  </a:lnTo>
                  <a:lnTo>
                    <a:pt x="240309" y="139039"/>
                  </a:lnTo>
                  <a:lnTo>
                    <a:pt x="248005" y="131292"/>
                  </a:lnTo>
                  <a:lnTo>
                    <a:pt x="252831" y="121310"/>
                  </a:lnTo>
                  <a:lnTo>
                    <a:pt x="254508" y="109347"/>
                  </a:lnTo>
                  <a:lnTo>
                    <a:pt x="251574" y="93357"/>
                  </a:lnTo>
                  <a:lnTo>
                    <a:pt x="243052" y="80187"/>
                  </a:lnTo>
                  <a:lnTo>
                    <a:pt x="230225" y="71183"/>
                  </a:lnTo>
                  <a:lnTo>
                    <a:pt x="214376" y="67691"/>
                  </a:lnTo>
                  <a:lnTo>
                    <a:pt x="212725" y="67691"/>
                  </a:lnTo>
                  <a:lnTo>
                    <a:pt x="175475" y="87668"/>
                  </a:lnTo>
                  <a:lnTo>
                    <a:pt x="170942" y="104648"/>
                  </a:lnTo>
                  <a:lnTo>
                    <a:pt x="170942" y="106934"/>
                  </a:lnTo>
                  <a:lnTo>
                    <a:pt x="171069" y="109347"/>
                  </a:lnTo>
                  <a:lnTo>
                    <a:pt x="171069" y="111887"/>
                  </a:lnTo>
                  <a:lnTo>
                    <a:pt x="141986" y="111887"/>
                  </a:lnTo>
                  <a:lnTo>
                    <a:pt x="141986" y="109347"/>
                  </a:lnTo>
                  <a:lnTo>
                    <a:pt x="145643" y="82994"/>
                  </a:lnTo>
                  <a:lnTo>
                    <a:pt x="158699" y="60858"/>
                  </a:lnTo>
                  <a:lnTo>
                    <a:pt x="179108" y="45224"/>
                  </a:lnTo>
                  <a:lnTo>
                    <a:pt x="204851" y="38354"/>
                  </a:lnTo>
                  <a:lnTo>
                    <a:pt x="212725" y="38354"/>
                  </a:lnTo>
                  <a:lnTo>
                    <a:pt x="257568" y="53835"/>
                  </a:lnTo>
                  <a:lnTo>
                    <a:pt x="280301" y="86855"/>
                  </a:lnTo>
                  <a:lnTo>
                    <a:pt x="283718" y="107696"/>
                  </a:lnTo>
                  <a:lnTo>
                    <a:pt x="283718" y="0"/>
                  </a:lnTo>
                  <a:lnTo>
                    <a:pt x="212725" y="0"/>
                  </a:lnTo>
                  <a:lnTo>
                    <a:pt x="21336" y="0"/>
                  </a:lnTo>
                  <a:lnTo>
                    <a:pt x="12954" y="1778"/>
                  </a:lnTo>
                  <a:lnTo>
                    <a:pt x="6172" y="6426"/>
                  </a:lnTo>
                  <a:lnTo>
                    <a:pt x="1625" y="13258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36" y="293687"/>
                  </a:lnTo>
                  <a:lnTo>
                    <a:pt x="6019" y="300621"/>
                  </a:lnTo>
                  <a:lnTo>
                    <a:pt x="12763" y="305358"/>
                  </a:lnTo>
                  <a:lnTo>
                    <a:pt x="21082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3" y="307213"/>
                  </a:lnTo>
                  <a:lnTo>
                    <a:pt x="212725" y="307213"/>
                  </a:lnTo>
                  <a:lnTo>
                    <a:pt x="407797" y="307213"/>
                  </a:lnTo>
                  <a:lnTo>
                    <a:pt x="416179" y="305447"/>
                  </a:lnTo>
                  <a:lnTo>
                    <a:pt x="422998" y="300786"/>
                  </a:lnTo>
                  <a:lnTo>
                    <a:pt x="427583" y="293916"/>
                  </a:lnTo>
                  <a:lnTo>
                    <a:pt x="429260" y="285496"/>
                  </a:lnTo>
                  <a:lnTo>
                    <a:pt x="429260" y="2159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270000" y="1186179"/>
              <a:ext cx="429259" cy="393700"/>
            </a:xfrm>
            <a:custGeom>
              <a:avLst/>
              <a:gdLst/>
              <a:ahLst/>
              <a:cxnLst/>
              <a:rect l="l" t="t" r="r" b="b"/>
              <a:pathLst>
                <a:path w="429260" h="393700">
                  <a:moveTo>
                    <a:pt x="407797" y="0"/>
                  </a:moveTo>
                  <a:lnTo>
                    <a:pt x="21336" y="0"/>
                  </a:lnTo>
                  <a:lnTo>
                    <a:pt x="12958" y="1766"/>
                  </a:lnTo>
                  <a:lnTo>
                    <a:pt x="6172" y="6413"/>
                  </a:lnTo>
                  <a:lnTo>
                    <a:pt x="1633" y="13251"/>
                  </a:lnTo>
                  <a:lnTo>
                    <a:pt x="0" y="21590"/>
                  </a:lnTo>
                  <a:lnTo>
                    <a:pt x="0" y="285242"/>
                  </a:lnTo>
                  <a:lnTo>
                    <a:pt x="1542" y="293675"/>
                  </a:lnTo>
                  <a:lnTo>
                    <a:pt x="6030" y="300609"/>
                  </a:lnTo>
                  <a:lnTo>
                    <a:pt x="12774" y="305351"/>
                  </a:lnTo>
                  <a:lnTo>
                    <a:pt x="21081" y="307213"/>
                  </a:lnTo>
                  <a:lnTo>
                    <a:pt x="21209" y="307213"/>
                  </a:lnTo>
                  <a:lnTo>
                    <a:pt x="21336" y="307213"/>
                  </a:lnTo>
                  <a:lnTo>
                    <a:pt x="82677" y="307213"/>
                  </a:lnTo>
                  <a:lnTo>
                    <a:pt x="82677" y="393573"/>
                  </a:lnTo>
                  <a:lnTo>
                    <a:pt x="167512" y="307213"/>
                  </a:lnTo>
                  <a:lnTo>
                    <a:pt x="407797" y="307213"/>
                  </a:lnTo>
                  <a:lnTo>
                    <a:pt x="416186" y="305444"/>
                  </a:lnTo>
                  <a:lnTo>
                    <a:pt x="423005" y="300783"/>
                  </a:lnTo>
                  <a:lnTo>
                    <a:pt x="427585" y="293907"/>
                  </a:lnTo>
                  <a:lnTo>
                    <a:pt x="429260" y="285496"/>
                  </a:lnTo>
                  <a:lnTo>
                    <a:pt x="429260" y="21590"/>
                  </a:lnTo>
                  <a:lnTo>
                    <a:pt x="427585" y="13251"/>
                  </a:lnTo>
                  <a:lnTo>
                    <a:pt x="423005" y="6413"/>
                  </a:lnTo>
                  <a:lnTo>
                    <a:pt x="416186" y="1766"/>
                  </a:lnTo>
                  <a:lnTo>
                    <a:pt x="407797" y="0"/>
                  </a:lnTo>
                  <a:close/>
                </a:path>
              </a:pathLst>
            </a:custGeom>
            <a:ln w="11950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6010" y="1218431"/>
              <a:ext cx="153682" cy="242455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341630" marR="5080" indent="-6350">
              <a:lnSpc>
                <a:spcPts val="1980"/>
              </a:lnSpc>
              <a:spcBef>
                <a:spcPts val="315"/>
              </a:spcBef>
            </a:pPr>
            <a:r>
              <a:rPr dirty="0"/>
              <a:t>Una</a:t>
            </a:r>
            <a:r>
              <a:rPr spc="-45" dirty="0"/>
              <a:t> </a:t>
            </a:r>
            <a:r>
              <a:rPr dirty="0"/>
              <a:t>empresa</a:t>
            </a:r>
            <a:r>
              <a:rPr spc="-50" dirty="0"/>
              <a:t> </a:t>
            </a:r>
            <a:r>
              <a:rPr dirty="0"/>
              <a:t>está</a:t>
            </a:r>
            <a:r>
              <a:rPr spc="-45" dirty="0"/>
              <a:t> </a:t>
            </a:r>
            <a:r>
              <a:rPr dirty="0"/>
              <a:t>en</a:t>
            </a:r>
            <a:r>
              <a:rPr spc="-45" dirty="0"/>
              <a:t> </a:t>
            </a:r>
            <a:r>
              <a:rPr spc="-10" dirty="0"/>
              <a:t>constante</a:t>
            </a:r>
            <a:r>
              <a:rPr spc="-40" dirty="0"/>
              <a:t> </a:t>
            </a:r>
            <a:r>
              <a:rPr spc="-10" dirty="0"/>
              <a:t>crecimiento</a:t>
            </a:r>
            <a:r>
              <a:rPr spc="-45" dirty="0"/>
              <a:t> </a:t>
            </a:r>
            <a:r>
              <a:rPr dirty="0"/>
              <a:t>y</a:t>
            </a:r>
            <a:r>
              <a:rPr spc="-40" dirty="0"/>
              <a:t> </a:t>
            </a:r>
            <a:r>
              <a:rPr dirty="0"/>
              <a:t>recibe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diario</a:t>
            </a:r>
            <a:r>
              <a:rPr spc="-45" dirty="0"/>
              <a:t> </a:t>
            </a:r>
            <a:r>
              <a:rPr dirty="0"/>
              <a:t>miles</a:t>
            </a:r>
            <a:r>
              <a:rPr spc="-35" dirty="0"/>
              <a:t> </a:t>
            </a:r>
            <a:r>
              <a:rPr dirty="0"/>
              <a:t>de</a:t>
            </a:r>
            <a:r>
              <a:rPr spc="-35" dirty="0"/>
              <a:t> </a:t>
            </a:r>
            <a:r>
              <a:rPr spc="-10" dirty="0"/>
              <a:t>CVs.</a:t>
            </a:r>
            <a:r>
              <a:rPr spc="-50" dirty="0"/>
              <a:t> </a:t>
            </a:r>
            <a:r>
              <a:rPr spc="-10" dirty="0"/>
              <a:t>Necesitan</a:t>
            </a:r>
            <a:r>
              <a:rPr spc="-40" dirty="0"/>
              <a:t> </a:t>
            </a:r>
            <a:r>
              <a:rPr dirty="0"/>
              <a:t>agilizar</a:t>
            </a:r>
            <a:r>
              <a:rPr spc="-40" dirty="0"/>
              <a:t> </a:t>
            </a:r>
            <a:r>
              <a:rPr dirty="0"/>
              <a:t>la</a:t>
            </a:r>
            <a:r>
              <a:rPr spc="-30" dirty="0"/>
              <a:t> </a:t>
            </a:r>
            <a:r>
              <a:rPr dirty="0"/>
              <a:t>criba</a:t>
            </a:r>
            <a:r>
              <a:rPr spc="-35" dirty="0"/>
              <a:t> </a:t>
            </a:r>
            <a:r>
              <a:rPr spc="-50" dirty="0"/>
              <a:t>y </a:t>
            </a:r>
            <a:r>
              <a:rPr dirty="0"/>
              <a:t>seleccionar</a:t>
            </a:r>
            <a:r>
              <a:rPr spc="-40" dirty="0"/>
              <a:t> </a:t>
            </a:r>
            <a:r>
              <a:rPr dirty="0"/>
              <a:t>a</a:t>
            </a:r>
            <a:r>
              <a:rPr spc="-40" dirty="0"/>
              <a:t> </a:t>
            </a:r>
            <a:r>
              <a:rPr dirty="0"/>
              <a:t>los</a:t>
            </a:r>
            <a:r>
              <a:rPr spc="-30" dirty="0"/>
              <a:t> </a:t>
            </a:r>
            <a:r>
              <a:rPr dirty="0"/>
              <a:t>mejores</a:t>
            </a:r>
            <a:r>
              <a:rPr spc="-35" dirty="0"/>
              <a:t> </a:t>
            </a:r>
            <a:r>
              <a:rPr spc="-10" dirty="0"/>
              <a:t>candidatos</a:t>
            </a:r>
            <a:r>
              <a:rPr spc="-40" dirty="0"/>
              <a:t> </a:t>
            </a:r>
            <a:r>
              <a:rPr dirty="0"/>
              <a:t>según</a:t>
            </a:r>
            <a:r>
              <a:rPr spc="-45" dirty="0"/>
              <a:t> </a:t>
            </a:r>
            <a:r>
              <a:rPr dirty="0"/>
              <a:t>el</a:t>
            </a:r>
            <a:r>
              <a:rPr spc="-40" dirty="0"/>
              <a:t> </a:t>
            </a:r>
            <a:r>
              <a:rPr spc="-10" dirty="0"/>
              <a:t>puesto</a:t>
            </a:r>
            <a:r>
              <a:rPr spc="-45" dirty="0"/>
              <a:t> </a:t>
            </a:r>
            <a:r>
              <a:rPr spc="-10" dirty="0"/>
              <a:t>demandado.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865"/>
              </a:lnSpc>
            </a:pPr>
            <a:r>
              <a:rPr spc="-10" dirty="0"/>
              <a:t>hiberus.com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1415541" y="3799713"/>
            <a:ext cx="156083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latin typeface="Calibri"/>
                <a:cs typeface="Calibri"/>
              </a:rPr>
              <a:t>Búsqueda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Semántica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7396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89</TotalTime>
  <Words>1831</Words>
  <Application>Microsoft Office PowerPoint</Application>
  <PresentationFormat>Panorámica</PresentationFormat>
  <Paragraphs>284</Paragraphs>
  <Slides>44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44</vt:i4>
      </vt:variant>
    </vt:vector>
  </HeadingPairs>
  <TitlesOfParts>
    <vt:vector size="50" baseType="lpstr">
      <vt:lpstr>Arial MT</vt:lpstr>
      <vt:lpstr>Calibri</vt:lpstr>
      <vt:lpstr>Courier New</vt:lpstr>
      <vt:lpstr>Gill Sans MT</vt:lpstr>
      <vt:lpstr>Times New Roman</vt:lpstr>
      <vt:lpstr>Office Theme</vt:lpstr>
      <vt:lpstr>Introducción a la IA Generativa</vt:lpstr>
      <vt:lpstr>Presentación de PowerPoint</vt:lpstr>
      <vt:lpstr>Presentación de PowerPoint</vt:lpstr>
      <vt:lpstr>Qué es la IA Generativa</vt:lpstr>
      <vt:lpstr>IA GENERATIVA</vt:lpstr>
      <vt:lpstr>Presentación de PowerPoint</vt:lpstr>
      <vt:lpstr>¿Por qué ahora?</vt:lpstr>
      <vt:lpstr>Aplicaciones de la IA Generativa ¿Cuáles conocemos?</vt:lpstr>
      <vt:lpstr>Artefactos GenAI</vt:lpstr>
      <vt:lpstr>Presentación de PowerPoint</vt:lpstr>
      <vt:lpstr>IA GENERATIVA</vt:lpstr>
      <vt:lpstr>¿Dónde va a impactar esta nueva tecnología?</vt:lpstr>
      <vt:lpstr>Presentación de PowerPoint</vt:lpstr>
      <vt:lpstr>Presentación de PowerPoint</vt:lpstr>
      <vt:lpstr>Presentación de PowerPoint</vt:lpstr>
      <vt:lpstr>Presentación de PowerPoint</vt:lpstr>
      <vt:lpstr>Desafíos de negocio ante la Inteligencia Artificial ¿Replazará al ser humano?</vt:lpstr>
      <vt:lpstr>¿Nos quedaremos sin trabajo?</vt:lpstr>
      <vt:lpstr>Presentación de PowerPoint</vt:lpstr>
      <vt:lpstr>Presentación de PowerPoint</vt:lpstr>
      <vt:lpstr>Aún queda mucho trabajo</vt:lpstr>
      <vt:lpstr>Aún queda mucho trabajo</vt:lpstr>
      <vt:lpstr>IA responsable</vt:lpstr>
      <vt:lpstr>Desafíos especiales de la IA generativa</vt:lpstr>
      <vt:lpstr>Toxicidad</vt:lpstr>
      <vt:lpstr>Un LLM se dice que está alucinando cuando proporciona datos que no son correctos debido a la falta de información.</vt:lpstr>
      <vt:lpstr>Propiedad intelectual</vt:lpstr>
      <vt:lpstr>¿Cómo construir un modelo responsable?</vt:lpstr>
      <vt:lpstr>Presentación de PowerPoint</vt:lpstr>
      <vt:lpstr>Expectativas actuales</vt:lpstr>
      <vt:lpstr>El recorrido comienza con…</vt:lpstr>
      <vt:lpstr>Guiando a los clientes</vt:lpstr>
      <vt:lpstr>Presentación de PowerPoint</vt:lpstr>
      <vt:lpstr>Presentación de PowerPoint</vt:lpstr>
      <vt:lpstr>Presentación de PowerPoint</vt:lpstr>
      <vt:lpstr>Enfoque Inteligencia Artificial Generativa</vt:lpstr>
      <vt:lpstr>Presentación de PowerPoint</vt:lpstr>
      <vt:lpstr>Presentación de PowerPoint</vt:lpstr>
      <vt:lpstr>Una empresa internacional desea expandir su presencia global y llegar a clientes de diferentes regiones del mundo. Para lograrlo, necesitan tener el contenido de su sitio web, documentos de marketing y mensajes de servicio al cliente en múltiples idiomas de manera eficiente y precisa.</vt:lpstr>
      <vt:lpstr>Una organización gubernamental tiene una gran cantidad de documentos no estructurados que contienen información  sobre  casos  de  desastres  naturales,  como  terremotos,  inundaciones  y  huracanes.  La organización desea extraer automáticamente información clave, como la fecha, la ubicación y el tipo de desastre, para analizar y gestionar de manera más eficiente la respuesta a estos eventos.</vt:lpstr>
      <vt:lpstr>Una empresa de comercio electrónico desea ofrecer respuestas automatizadas a las preguntas frecuentes de los clientes en su sitio web. Actualmente, los clientes a menudo se enfrentan a respuestas genéricas o tienen dificultades para encontrar información específica</vt:lpstr>
      <vt:lpstr>Una plataforma de podcast tiene múltiples audios y desea convertirlos a textos para crear la subtitulación de los podcast. Podría incluso querer sacar un resumen, clasificarlos en categorías o obtener la respuesta a ciertas cosas comentadas durante el podcast.</vt:lpstr>
      <vt:lpstr>Una empresa de atención al cliente quiere implementar en su sitio web algún tipo de ayuda a los clientes para que les puedan obtener respuestas a preguntas comunes y brindar asistencia las 24 horas del día.</vt:lpstr>
      <vt:lpstr>Una empresa está en constante crecimiento y recibe a diario miles de CVs. Necesitan agilizar la criba y seleccionar a los mejores candidatos según el puesto demandado.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Rocío Urquijo Fuertes</dc:creator>
  <cp:lastModifiedBy>José Ramon Iglesias Gamarra</cp:lastModifiedBy>
  <cp:revision>2</cp:revision>
  <dcterms:created xsi:type="dcterms:W3CDTF">2025-01-17T15:12:21Z</dcterms:created>
  <dcterms:modified xsi:type="dcterms:W3CDTF">2025-04-04T16:40:10Z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2024-01-18T00:00:00Z</vt:filetime>
  </property>
  <property fmtid="{D5CDD505-2E9C-101B-9397-08002B2CF9AE}" pid="3" name="Creator">
    <vt:lpwstr>Microsoft® Word para Microsoft 365</vt:lpwstr>
  </property>
  <property fmtid="{D5CDD505-2E9C-101B-9397-08002B2CF9AE}" pid="4" name="LastSaved">
    <vt:filetime>2025-01-17T00:00:00Z</vt:filetime>
  </property>
  <property fmtid="{D5CDD505-2E9C-101B-9397-08002B2CF9AE}" pid="5" name="Producer">
    <vt:lpwstr>Microsoft® Word para Microsoft 365</vt:lpwstr>
  </property>
</Properties>
</file>