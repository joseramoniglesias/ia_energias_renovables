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6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7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8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9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10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3.xml" ContentType="application/vnd.openxmlformats-officedocument.drawingml.diagramData+xml"/>
  <Override PartName="/ppt/diagrams/data5.xml" ContentType="application/vnd.openxmlformats-officedocument.drawingml.diagramData+xml"/>
  <Override PartName="/ppt/diagrams/data50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90" r:id="rId4"/>
  </p:sldMasterIdLst>
  <p:notesMasterIdLst>
    <p:notesMasterId r:id="rId48"/>
  </p:notesMasterIdLst>
  <p:sldIdLst>
    <p:sldId id="256" r:id="rId5"/>
    <p:sldId id="257" r:id="rId6"/>
    <p:sldId id="260" r:id="rId7"/>
    <p:sldId id="328" r:id="rId8"/>
    <p:sldId id="329" r:id="rId9"/>
    <p:sldId id="337" r:id="rId10"/>
    <p:sldId id="330" r:id="rId11"/>
    <p:sldId id="331" r:id="rId12"/>
    <p:sldId id="332" r:id="rId13"/>
    <p:sldId id="333" r:id="rId14"/>
    <p:sldId id="334" r:id="rId15"/>
    <p:sldId id="335" r:id="rId16"/>
    <p:sldId id="336" r:id="rId17"/>
    <p:sldId id="259" r:id="rId18"/>
    <p:sldId id="340" r:id="rId19"/>
    <p:sldId id="320" r:id="rId20"/>
    <p:sldId id="321" r:id="rId21"/>
    <p:sldId id="322" r:id="rId22"/>
    <p:sldId id="323" r:id="rId23"/>
    <p:sldId id="261" r:id="rId24"/>
    <p:sldId id="264" r:id="rId25"/>
    <p:sldId id="266" r:id="rId26"/>
    <p:sldId id="267" r:id="rId27"/>
    <p:sldId id="269" r:id="rId28"/>
    <p:sldId id="271" r:id="rId29"/>
    <p:sldId id="272" r:id="rId30"/>
    <p:sldId id="324" r:id="rId31"/>
    <p:sldId id="325" r:id="rId32"/>
    <p:sldId id="326" r:id="rId33"/>
    <p:sldId id="327" r:id="rId34"/>
    <p:sldId id="268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39" r:id="rId43"/>
    <p:sldId id="317" r:id="rId44"/>
    <p:sldId id="318" r:id="rId45"/>
    <p:sldId id="294" r:id="rId46"/>
    <p:sldId id="306" r:id="rId4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9"/>
      <p:bold r:id="rId50"/>
      <p:italic r:id="rId51"/>
      <p:boldItalic r:id="rId52"/>
    </p:embeddedFont>
    <p:embeddedFont>
      <p:font typeface="Calibri Light" panose="020F0302020204030204" pitchFamily="34" charset="0"/>
      <p:regular r:id="rId53"/>
      <p:italic r:id="rId54"/>
    </p:embeddedFont>
    <p:embeddedFont>
      <p:font typeface="Cambria Math" panose="02040503050406030204" pitchFamily="18" charset="0"/>
      <p:regular r:id="rId55"/>
    </p:embeddedFont>
    <p:embeddedFont>
      <p:font typeface="Economica"/>
      <p:regular r:id="rId56"/>
      <p:bold r:id="rId57"/>
      <p:italic r:id="rId58"/>
      <p:boldItalic r:id="rId59"/>
    </p:embeddedFont>
    <p:embeddedFont>
      <p:font typeface="Gill Sans MT" panose="020B0502020104020203" pitchFamily="34" charset="0"/>
      <p:regular r:id="rId60"/>
      <p:bold r:id="rId61"/>
      <p:italic r:id="rId62"/>
      <p:boldItalic r:id="rId63"/>
    </p:embeddedFont>
    <p:embeddedFont>
      <p:font typeface="Open Sans" panose="020B0606030504020204" pitchFamily="34" charset="0"/>
      <p:regular r:id="rId64"/>
      <p:bold r:id="rId65"/>
      <p:italic r:id="rId66"/>
      <p:boldItalic r:id="rId67"/>
    </p:embeddedFont>
    <p:embeddedFont>
      <p:font typeface="Wingdings 3" panose="05040102010807070707" pitchFamily="18" charset="2"/>
      <p:regular r:id="rId68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CC0066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32" autoAdjust="0"/>
    <p:restoredTop sz="94660"/>
  </p:normalViewPr>
  <p:slideViewPr>
    <p:cSldViewPr snapToGrid="0">
      <p:cViewPr varScale="1">
        <p:scale>
          <a:sx n="85" d="100"/>
          <a:sy n="85" d="100"/>
        </p:scale>
        <p:origin x="105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15.fntdata"/><Relationship Id="rId68" Type="http://schemas.openxmlformats.org/officeDocument/2006/relationships/font" Target="fonts/font20.fntdata"/><Relationship Id="rId7" Type="http://schemas.openxmlformats.org/officeDocument/2006/relationships/slide" Target="slides/slide3.xml"/><Relationship Id="rId71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font" Target="fonts/font18.fntdata"/><Relationship Id="rId5" Type="http://schemas.openxmlformats.org/officeDocument/2006/relationships/slide" Target="slides/slide1.xml"/><Relationship Id="rId61" Type="http://schemas.openxmlformats.org/officeDocument/2006/relationships/font" Target="fonts/font13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font" Target="fonts/font16.fntdata"/><Relationship Id="rId69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font" Target="fonts/font3.fntdata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11.fntdata"/><Relationship Id="rId67" Type="http://schemas.openxmlformats.org/officeDocument/2006/relationships/font" Target="fonts/font19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font" Target="fonts/font1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font" Target="fonts/font2.fntdata"/><Relationship Id="rId55" Type="http://schemas.openxmlformats.org/officeDocument/2006/relationships/font" Target="fonts/font7.fntdata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0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diagrams/_rels/data6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microsoft.com/office/2007/relationships/hdphoto" Target="../media/hdphoto1.wdp"/><Relationship Id="rId1" Type="http://schemas.openxmlformats.org/officeDocument/2006/relationships/image" Target="../media/image20.png"/><Relationship Id="rId6" Type="http://schemas.microsoft.com/office/2007/relationships/hdphoto" Target="../media/hdphoto3.wdp"/><Relationship Id="rId5" Type="http://schemas.openxmlformats.org/officeDocument/2006/relationships/image" Target="../media/image22.png"/><Relationship Id="rId10" Type="http://schemas.microsoft.com/office/2007/relationships/hdphoto" Target="../media/hdphoto5.wdp"/><Relationship Id="rId4" Type="http://schemas.microsoft.com/office/2007/relationships/hdphoto" Target="../media/hdphoto2.wdp"/><Relationship Id="rId9" Type="http://schemas.openxmlformats.org/officeDocument/2006/relationships/image" Target="../media/image24.png"/></Relationships>
</file>

<file path=ppt/diagrams/_rels/data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diagrams/_rels/drawing4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microsoft.com/office/2007/relationships/hdphoto" Target="../media/hdphoto1.wdp"/><Relationship Id="rId1" Type="http://schemas.openxmlformats.org/officeDocument/2006/relationships/image" Target="../media/image20.png"/><Relationship Id="rId6" Type="http://schemas.microsoft.com/office/2007/relationships/hdphoto" Target="../media/hdphoto3.wdp"/><Relationship Id="rId5" Type="http://schemas.openxmlformats.org/officeDocument/2006/relationships/image" Target="../media/image22.png"/><Relationship Id="rId10" Type="http://schemas.microsoft.com/office/2007/relationships/hdphoto" Target="../media/hdphoto5.wdp"/><Relationship Id="rId4" Type="http://schemas.microsoft.com/office/2007/relationships/hdphoto" Target="../media/hdphoto2.wdp"/><Relationship Id="rId9" Type="http://schemas.openxmlformats.org/officeDocument/2006/relationships/image" Target="../media/image2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D8479D-6C5D-4C1B-99F9-3B1E47E0D1FF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23F12360-7938-4548-9853-809D50DFD823}">
      <dgm:prSet phldrT="[Texto]" custT="1"/>
      <dgm:spPr/>
      <dgm:t>
        <a:bodyPr/>
        <a:lstStyle/>
        <a:p>
          <a:r>
            <a:rPr lang="es-US" sz="1600" b="0" dirty="0">
              <a:solidFill>
                <a:schemeClr val="tx1"/>
              </a:solidFill>
            </a:rPr>
            <a:t>Cuando los datos son no linealmente separables, en el Espacio de entradas</a:t>
          </a:r>
          <a:endParaRPr lang="es-AR" sz="1600" b="0" dirty="0">
            <a:solidFill>
              <a:schemeClr val="tx1"/>
            </a:solidFill>
          </a:endParaRPr>
        </a:p>
      </dgm:t>
    </dgm:pt>
    <dgm:pt modelId="{D7C9F079-7F98-4B56-BE0C-06822143596A}" type="parTrans" cxnId="{F1F3C924-7FA4-4F36-BE68-023C1E1480ED}">
      <dgm:prSet/>
      <dgm:spPr/>
      <dgm:t>
        <a:bodyPr/>
        <a:lstStyle/>
        <a:p>
          <a:endParaRPr lang="es-AR" sz="2400" b="0">
            <a:solidFill>
              <a:schemeClr val="tx1"/>
            </a:solidFill>
          </a:endParaRPr>
        </a:p>
      </dgm:t>
    </dgm:pt>
    <dgm:pt modelId="{C8CFA66F-7A05-4BAB-A352-3163F4E272A0}" type="sibTrans" cxnId="{F1F3C924-7FA4-4F36-BE68-023C1E1480ED}">
      <dgm:prSet/>
      <dgm:spPr/>
      <dgm:t>
        <a:bodyPr/>
        <a:lstStyle/>
        <a:p>
          <a:endParaRPr lang="es-AR" sz="2400" b="0">
            <a:solidFill>
              <a:schemeClr val="tx1"/>
            </a:solidFill>
          </a:endParaRPr>
        </a:p>
      </dgm:t>
    </dgm:pt>
    <dgm:pt modelId="{C1624ABB-E5A2-4321-9DD8-98EF201855CD}">
      <dgm:prSet custT="1"/>
      <dgm:spPr/>
      <dgm:t>
        <a:bodyPr/>
        <a:lstStyle/>
        <a:p>
          <a:r>
            <a:rPr lang="es-US" sz="1600" b="0">
              <a:solidFill>
                <a:schemeClr val="tx1"/>
              </a:solidFill>
            </a:rPr>
            <a:t>Se definen “Espacios transformados de alta dimensionalidad”</a:t>
          </a:r>
          <a:endParaRPr lang="es-US" sz="1600" b="0" dirty="0">
            <a:solidFill>
              <a:schemeClr val="tx1"/>
            </a:solidFill>
          </a:endParaRPr>
        </a:p>
      </dgm:t>
    </dgm:pt>
    <dgm:pt modelId="{79E0DBD1-BAE1-4DEE-B5B8-362217B7AF15}" type="parTrans" cxnId="{6397C542-551F-4C79-A78B-E230E6391230}">
      <dgm:prSet/>
      <dgm:spPr/>
      <dgm:t>
        <a:bodyPr/>
        <a:lstStyle/>
        <a:p>
          <a:endParaRPr lang="es-AR" sz="2400" b="0">
            <a:solidFill>
              <a:schemeClr val="tx1"/>
            </a:solidFill>
          </a:endParaRPr>
        </a:p>
      </dgm:t>
    </dgm:pt>
    <dgm:pt modelId="{DB30570E-34AA-4169-8A90-27ABBAFAB758}" type="sibTrans" cxnId="{6397C542-551F-4C79-A78B-E230E6391230}">
      <dgm:prSet/>
      <dgm:spPr/>
      <dgm:t>
        <a:bodyPr/>
        <a:lstStyle/>
        <a:p>
          <a:endParaRPr lang="es-AR" sz="2400" b="0">
            <a:solidFill>
              <a:schemeClr val="tx1"/>
            </a:solidFill>
          </a:endParaRPr>
        </a:p>
      </dgm:t>
    </dgm:pt>
    <dgm:pt modelId="{0AAB3A68-4068-4478-BB04-BC02348D289C}">
      <dgm:prSet custT="1"/>
      <dgm:spPr/>
      <dgm:t>
        <a:bodyPr/>
        <a:lstStyle/>
        <a:p>
          <a:r>
            <a:rPr lang="es-US" sz="1600" b="0" dirty="0">
              <a:solidFill>
                <a:schemeClr val="tx1"/>
              </a:solidFill>
            </a:rPr>
            <a:t>Para encontrar hiperplanos de separación óptima</a:t>
          </a:r>
          <a:endParaRPr lang="es-AR" sz="1600" b="0" dirty="0">
            <a:solidFill>
              <a:schemeClr val="tx1"/>
            </a:solidFill>
          </a:endParaRPr>
        </a:p>
      </dgm:t>
    </dgm:pt>
    <dgm:pt modelId="{40860E7C-3DF9-45AC-B82B-7E32B7987139}" type="parTrans" cxnId="{967D76B0-480B-4A9C-8B4D-6892C34471E8}">
      <dgm:prSet/>
      <dgm:spPr/>
      <dgm:t>
        <a:bodyPr/>
        <a:lstStyle/>
        <a:p>
          <a:endParaRPr lang="es-AR" sz="2400" b="0">
            <a:solidFill>
              <a:schemeClr val="tx1"/>
            </a:solidFill>
          </a:endParaRPr>
        </a:p>
      </dgm:t>
    </dgm:pt>
    <dgm:pt modelId="{A73273D7-EB7A-4D7C-856A-CBF8F093597D}" type="sibTrans" cxnId="{967D76B0-480B-4A9C-8B4D-6892C34471E8}">
      <dgm:prSet/>
      <dgm:spPr/>
      <dgm:t>
        <a:bodyPr/>
        <a:lstStyle/>
        <a:p>
          <a:endParaRPr lang="es-AR" sz="2400" b="0">
            <a:solidFill>
              <a:schemeClr val="tx1"/>
            </a:solidFill>
          </a:endParaRPr>
        </a:p>
      </dgm:t>
    </dgm:pt>
    <dgm:pt modelId="{ADF32090-057A-4DE4-8605-8B4D29DB134B}">
      <dgm:prSet custT="1"/>
      <dgm:spPr/>
      <dgm:t>
        <a:bodyPr/>
        <a:lstStyle/>
        <a:p>
          <a:r>
            <a:rPr lang="es-US" sz="1600" b="0" dirty="0">
              <a:solidFill>
                <a:schemeClr val="tx1"/>
              </a:solidFill>
            </a:rPr>
            <a:t>Cada uno de los espacios transformados se denominan “Espacio de características”</a:t>
          </a:r>
          <a:endParaRPr lang="es-AR" sz="1600" b="0" dirty="0">
            <a:solidFill>
              <a:schemeClr val="tx1"/>
            </a:solidFill>
          </a:endParaRPr>
        </a:p>
      </dgm:t>
    </dgm:pt>
    <dgm:pt modelId="{F75EA583-5EFC-468E-93FD-2B47A66BBA42}" type="parTrans" cxnId="{7863D1F4-012A-48F2-862F-F1FA7E3DB5B5}">
      <dgm:prSet/>
      <dgm:spPr/>
      <dgm:t>
        <a:bodyPr/>
        <a:lstStyle/>
        <a:p>
          <a:endParaRPr lang="es-AR" sz="2400" b="0">
            <a:solidFill>
              <a:schemeClr val="tx1"/>
            </a:solidFill>
          </a:endParaRPr>
        </a:p>
      </dgm:t>
    </dgm:pt>
    <dgm:pt modelId="{04CAC923-C66D-4467-BECF-12E9D83521CD}" type="sibTrans" cxnId="{7863D1F4-012A-48F2-862F-F1FA7E3DB5B5}">
      <dgm:prSet/>
      <dgm:spPr/>
      <dgm:t>
        <a:bodyPr/>
        <a:lstStyle/>
        <a:p>
          <a:endParaRPr lang="es-AR" sz="2400" b="0">
            <a:solidFill>
              <a:schemeClr val="tx1"/>
            </a:solidFill>
          </a:endParaRPr>
        </a:p>
      </dgm:t>
    </dgm:pt>
    <dgm:pt modelId="{7E1C714D-E722-4D51-8639-3F70A824068E}">
      <dgm:prSet custT="1"/>
      <dgm:spPr/>
      <dgm:t>
        <a:bodyPr/>
        <a:lstStyle/>
        <a:p>
          <a:r>
            <a:rPr lang="es-US" sz="1600" b="0" dirty="0">
              <a:solidFill>
                <a:schemeClr val="tx1"/>
              </a:solidFill>
            </a:rPr>
            <a:t>El hiperplano en el espacio de características se transforma en una función no lineal en el espacio de entradas</a:t>
          </a:r>
          <a:endParaRPr lang="es-AR" sz="1600" b="0" dirty="0">
            <a:solidFill>
              <a:schemeClr val="tx1"/>
            </a:solidFill>
          </a:endParaRPr>
        </a:p>
      </dgm:t>
    </dgm:pt>
    <dgm:pt modelId="{50C880C9-CE10-4A70-A289-885BE67C6422}" type="parTrans" cxnId="{3E33D68A-2399-4533-8921-5CC0FE45616B}">
      <dgm:prSet/>
      <dgm:spPr/>
      <dgm:t>
        <a:bodyPr/>
        <a:lstStyle/>
        <a:p>
          <a:endParaRPr lang="es-AR" sz="2000" b="0">
            <a:solidFill>
              <a:schemeClr val="tx1"/>
            </a:solidFill>
          </a:endParaRPr>
        </a:p>
      </dgm:t>
    </dgm:pt>
    <dgm:pt modelId="{0039F4BF-D506-4B71-A80E-55F19BCD9CA0}" type="sibTrans" cxnId="{3E33D68A-2399-4533-8921-5CC0FE45616B}">
      <dgm:prSet/>
      <dgm:spPr/>
      <dgm:t>
        <a:bodyPr/>
        <a:lstStyle/>
        <a:p>
          <a:endParaRPr lang="es-AR" sz="2000" b="0">
            <a:solidFill>
              <a:schemeClr val="tx1"/>
            </a:solidFill>
          </a:endParaRPr>
        </a:p>
      </dgm:t>
    </dgm:pt>
    <dgm:pt modelId="{754D38B9-7338-495A-B855-4416A36266A6}" type="pres">
      <dgm:prSet presAssocID="{F1D8479D-6C5D-4C1B-99F9-3B1E47E0D1FF}" presName="Name0" presStyleCnt="0">
        <dgm:presLayoutVars>
          <dgm:chMax val="7"/>
          <dgm:chPref val="7"/>
          <dgm:dir/>
        </dgm:presLayoutVars>
      </dgm:prSet>
      <dgm:spPr/>
    </dgm:pt>
    <dgm:pt modelId="{6DB06744-25C7-47F0-9C7E-2608AE5B0D54}" type="pres">
      <dgm:prSet presAssocID="{F1D8479D-6C5D-4C1B-99F9-3B1E47E0D1FF}" presName="Name1" presStyleCnt="0"/>
      <dgm:spPr/>
    </dgm:pt>
    <dgm:pt modelId="{83471FB5-9B90-4262-91B1-562E7FA44E19}" type="pres">
      <dgm:prSet presAssocID="{F1D8479D-6C5D-4C1B-99F9-3B1E47E0D1FF}" presName="cycle" presStyleCnt="0"/>
      <dgm:spPr/>
    </dgm:pt>
    <dgm:pt modelId="{07E16619-996C-4FA5-9E42-F774ED9ED480}" type="pres">
      <dgm:prSet presAssocID="{F1D8479D-6C5D-4C1B-99F9-3B1E47E0D1FF}" presName="srcNode" presStyleLbl="node1" presStyleIdx="0" presStyleCnt="5"/>
      <dgm:spPr/>
    </dgm:pt>
    <dgm:pt modelId="{E2C62C7E-8F0F-4CBE-9FD2-A3F0E30CF488}" type="pres">
      <dgm:prSet presAssocID="{F1D8479D-6C5D-4C1B-99F9-3B1E47E0D1FF}" presName="conn" presStyleLbl="parChTrans1D2" presStyleIdx="0" presStyleCnt="1"/>
      <dgm:spPr/>
    </dgm:pt>
    <dgm:pt modelId="{82512357-BBF9-4A1B-A92E-42F6054DED67}" type="pres">
      <dgm:prSet presAssocID="{F1D8479D-6C5D-4C1B-99F9-3B1E47E0D1FF}" presName="extraNode" presStyleLbl="node1" presStyleIdx="0" presStyleCnt="5"/>
      <dgm:spPr/>
    </dgm:pt>
    <dgm:pt modelId="{F93A3B32-90F7-4801-AF21-32F62F5CE772}" type="pres">
      <dgm:prSet presAssocID="{F1D8479D-6C5D-4C1B-99F9-3B1E47E0D1FF}" presName="dstNode" presStyleLbl="node1" presStyleIdx="0" presStyleCnt="5"/>
      <dgm:spPr/>
    </dgm:pt>
    <dgm:pt modelId="{19403F99-01B0-46B7-ABC8-0F9F306F6296}" type="pres">
      <dgm:prSet presAssocID="{23F12360-7938-4548-9853-809D50DFD823}" presName="text_1" presStyleLbl="node1" presStyleIdx="0" presStyleCnt="5">
        <dgm:presLayoutVars>
          <dgm:bulletEnabled val="1"/>
        </dgm:presLayoutVars>
      </dgm:prSet>
      <dgm:spPr/>
    </dgm:pt>
    <dgm:pt modelId="{D949405F-0D64-44CC-9BF7-743B0A1CB130}" type="pres">
      <dgm:prSet presAssocID="{23F12360-7938-4548-9853-809D50DFD823}" presName="accent_1" presStyleCnt="0"/>
      <dgm:spPr/>
    </dgm:pt>
    <dgm:pt modelId="{F647EE7D-CF85-442D-8C7F-B42033653E46}" type="pres">
      <dgm:prSet presAssocID="{23F12360-7938-4548-9853-809D50DFD823}" presName="accentRepeatNode" presStyleLbl="solidFgAcc1" presStyleIdx="0" presStyleCnt="5"/>
      <dgm:spPr/>
    </dgm:pt>
    <dgm:pt modelId="{A9FB6BB6-2031-40F3-BC52-2F3D253DCA98}" type="pres">
      <dgm:prSet presAssocID="{C1624ABB-E5A2-4321-9DD8-98EF201855CD}" presName="text_2" presStyleLbl="node1" presStyleIdx="1" presStyleCnt="5">
        <dgm:presLayoutVars>
          <dgm:bulletEnabled val="1"/>
        </dgm:presLayoutVars>
      </dgm:prSet>
      <dgm:spPr/>
    </dgm:pt>
    <dgm:pt modelId="{D2AF867B-D334-4C43-966B-28E4F84FDCEE}" type="pres">
      <dgm:prSet presAssocID="{C1624ABB-E5A2-4321-9DD8-98EF201855CD}" presName="accent_2" presStyleCnt="0"/>
      <dgm:spPr/>
    </dgm:pt>
    <dgm:pt modelId="{4946EF7F-5D05-44F1-BEB6-BA48F980ADBB}" type="pres">
      <dgm:prSet presAssocID="{C1624ABB-E5A2-4321-9DD8-98EF201855CD}" presName="accentRepeatNode" presStyleLbl="solidFgAcc1" presStyleIdx="1" presStyleCnt="5"/>
      <dgm:spPr/>
    </dgm:pt>
    <dgm:pt modelId="{94DDB86A-AE80-49A7-9719-88700F88E63C}" type="pres">
      <dgm:prSet presAssocID="{0AAB3A68-4068-4478-BB04-BC02348D289C}" presName="text_3" presStyleLbl="node1" presStyleIdx="2" presStyleCnt="5">
        <dgm:presLayoutVars>
          <dgm:bulletEnabled val="1"/>
        </dgm:presLayoutVars>
      </dgm:prSet>
      <dgm:spPr/>
    </dgm:pt>
    <dgm:pt modelId="{009466D2-E976-4DCC-922A-E50DD01F09C9}" type="pres">
      <dgm:prSet presAssocID="{0AAB3A68-4068-4478-BB04-BC02348D289C}" presName="accent_3" presStyleCnt="0"/>
      <dgm:spPr/>
    </dgm:pt>
    <dgm:pt modelId="{03D96013-9CBB-4A37-A953-B2BA11486DE1}" type="pres">
      <dgm:prSet presAssocID="{0AAB3A68-4068-4478-BB04-BC02348D289C}" presName="accentRepeatNode" presStyleLbl="solidFgAcc1" presStyleIdx="2" presStyleCnt="5"/>
      <dgm:spPr/>
    </dgm:pt>
    <dgm:pt modelId="{1C9BEDF5-CCB5-4D26-BDF2-2883C4048247}" type="pres">
      <dgm:prSet presAssocID="{ADF32090-057A-4DE4-8605-8B4D29DB134B}" presName="text_4" presStyleLbl="node1" presStyleIdx="3" presStyleCnt="5">
        <dgm:presLayoutVars>
          <dgm:bulletEnabled val="1"/>
        </dgm:presLayoutVars>
      </dgm:prSet>
      <dgm:spPr/>
    </dgm:pt>
    <dgm:pt modelId="{E8CF9AC0-8230-40EE-8D25-CD2935B04C60}" type="pres">
      <dgm:prSet presAssocID="{ADF32090-057A-4DE4-8605-8B4D29DB134B}" presName="accent_4" presStyleCnt="0"/>
      <dgm:spPr/>
    </dgm:pt>
    <dgm:pt modelId="{53ED29FE-A313-4B74-A0B9-B2DEB82007B3}" type="pres">
      <dgm:prSet presAssocID="{ADF32090-057A-4DE4-8605-8B4D29DB134B}" presName="accentRepeatNode" presStyleLbl="solidFgAcc1" presStyleIdx="3" presStyleCnt="5"/>
      <dgm:spPr/>
    </dgm:pt>
    <dgm:pt modelId="{EFE4E272-A7AE-4ADE-91C3-4EC2BF1A7B3A}" type="pres">
      <dgm:prSet presAssocID="{7E1C714D-E722-4D51-8639-3F70A824068E}" presName="text_5" presStyleLbl="node1" presStyleIdx="4" presStyleCnt="5" custScaleY="153551">
        <dgm:presLayoutVars>
          <dgm:bulletEnabled val="1"/>
        </dgm:presLayoutVars>
      </dgm:prSet>
      <dgm:spPr/>
    </dgm:pt>
    <dgm:pt modelId="{B6F78EB6-63D3-4CEF-9A06-A32DB20D761C}" type="pres">
      <dgm:prSet presAssocID="{7E1C714D-E722-4D51-8639-3F70A824068E}" presName="accent_5" presStyleCnt="0"/>
      <dgm:spPr/>
    </dgm:pt>
    <dgm:pt modelId="{2DA1BAF6-B69D-4D17-92C4-D03C76CD0534}" type="pres">
      <dgm:prSet presAssocID="{7E1C714D-E722-4D51-8639-3F70A824068E}" presName="accentRepeatNode" presStyleLbl="solidFgAcc1" presStyleIdx="4" presStyleCnt="5" custScaleX="122840" custScaleY="122840"/>
      <dgm:spPr/>
    </dgm:pt>
  </dgm:ptLst>
  <dgm:cxnLst>
    <dgm:cxn modelId="{F1F3C924-7FA4-4F36-BE68-023C1E1480ED}" srcId="{F1D8479D-6C5D-4C1B-99F9-3B1E47E0D1FF}" destId="{23F12360-7938-4548-9853-809D50DFD823}" srcOrd="0" destOrd="0" parTransId="{D7C9F079-7F98-4B56-BE0C-06822143596A}" sibTransId="{C8CFA66F-7A05-4BAB-A352-3163F4E272A0}"/>
    <dgm:cxn modelId="{B7E5A425-2E4E-4A15-838E-BA65418DDBEF}" type="presOf" srcId="{F1D8479D-6C5D-4C1B-99F9-3B1E47E0D1FF}" destId="{754D38B9-7338-495A-B855-4416A36266A6}" srcOrd="0" destOrd="0" presId="urn:microsoft.com/office/officeart/2008/layout/VerticalCurvedList"/>
    <dgm:cxn modelId="{A2A2F135-4E06-4904-A661-B8AC40A01D76}" type="presOf" srcId="{C8CFA66F-7A05-4BAB-A352-3163F4E272A0}" destId="{E2C62C7E-8F0F-4CBE-9FD2-A3F0E30CF488}" srcOrd="0" destOrd="0" presId="urn:microsoft.com/office/officeart/2008/layout/VerticalCurvedList"/>
    <dgm:cxn modelId="{6397C542-551F-4C79-A78B-E230E6391230}" srcId="{F1D8479D-6C5D-4C1B-99F9-3B1E47E0D1FF}" destId="{C1624ABB-E5A2-4321-9DD8-98EF201855CD}" srcOrd="1" destOrd="0" parTransId="{79E0DBD1-BAE1-4DEE-B5B8-362217B7AF15}" sibTransId="{DB30570E-34AA-4169-8A90-27ABBAFAB758}"/>
    <dgm:cxn modelId="{DE896149-CFEE-4B62-AD34-7646B2E3EE93}" type="presOf" srcId="{23F12360-7938-4548-9853-809D50DFD823}" destId="{19403F99-01B0-46B7-ABC8-0F9F306F6296}" srcOrd="0" destOrd="0" presId="urn:microsoft.com/office/officeart/2008/layout/VerticalCurvedList"/>
    <dgm:cxn modelId="{3B78AD6C-046F-405A-BCC8-0DC2EF8DBC70}" type="presOf" srcId="{7E1C714D-E722-4D51-8639-3F70A824068E}" destId="{EFE4E272-A7AE-4ADE-91C3-4EC2BF1A7B3A}" srcOrd="0" destOrd="0" presId="urn:microsoft.com/office/officeart/2008/layout/VerticalCurvedList"/>
    <dgm:cxn modelId="{D0E4115A-0617-4253-8B31-EB00130DC68C}" type="presOf" srcId="{ADF32090-057A-4DE4-8605-8B4D29DB134B}" destId="{1C9BEDF5-CCB5-4D26-BDF2-2883C4048247}" srcOrd="0" destOrd="0" presId="urn:microsoft.com/office/officeart/2008/layout/VerticalCurvedList"/>
    <dgm:cxn modelId="{3E33D68A-2399-4533-8921-5CC0FE45616B}" srcId="{F1D8479D-6C5D-4C1B-99F9-3B1E47E0D1FF}" destId="{7E1C714D-E722-4D51-8639-3F70A824068E}" srcOrd="4" destOrd="0" parTransId="{50C880C9-CE10-4A70-A289-885BE67C6422}" sibTransId="{0039F4BF-D506-4B71-A80E-55F19BCD9CA0}"/>
    <dgm:cxn modelId="{820C92A4-F836-48E6-9531-1A9C6CD3CED2}" type="presOf" srcId="{0AAB3A68-4068-4478-BB04-BC02348D289C}" destId="{94DDB86A-AE80-49A7-9719-88700F88E63C}" srcOrd="0" destOrd="0" presId="urn:microsoft.com/office/officeart/2008/layout/VerticalCurvedList"/>
    <dgm:cxn modelId="{967D76B0-480B-4A9C-8B4D-6892C34471E8}" srcId="{F1D8479D-6C5D-4C1B-99F9-3B1E47E0D1FF}" destId="{0AAB3A68-4068-4478-BB04-BC02348D289C}" srcOrd="2" destOrd="0" parTransId="{40860E7C-3DF9-45AC-B82B-7E32B7987139}" sibTransId="{A73273D7-EB7A-4D7C-856A-CBF8F093597D}"/>
    <dgm:cxn modelId="{7863D1F4-012A-48F2-862F-F1FA7E3DB5B5}" srcId="{F1D8479D-6C5D-4C1B-99F9-3B1E47E0D1FF}" destId="{ADF32090-057A-4DE4-8605-8B4D29DB134B}" srcOrd="3" destOrd="0" parTransId="{F75EA583-5EFC-468E-93FD-2B47A66BBA42}" sibTransId="{04CAC923-C66D-4467-BECF-12E9D83521CD}"/>
    <dgm:cxn modelId="{3B31A9FF-4BA2-485B-9D42-57FAD79F0CF8}" type="presOf" srcId="{C1624ABB-E5A2-4321-9DD8-98EF201855CD}" destId="{A9FB6BB6-2031-40F3-BC52-2F3D253DCA98}" srcOrd="0" destOrd="0" presId="urn:microsoft.com/office/officeart/2008/layout/VerticalCurvedList"/>
    <dgm:cxn modelId="{0B56F2C0-D908-426D-B788-63A775CD0384}" type="presParOf" srcId="{754D38B9-7338-495A-B855-4416A36266A6}" destId="{6DB06744-25C7-47F0-9C7E-2608AE5B0D54}" srcOrd="0" destOrd="0" presId="urn:microsoft.com/office/officeart/2008/layout/VerticalCurvedList"/>
    <dgm:cxn modelId="{12F09F20-D16A-4405-ADE7-C5BB37F7EE45}" type="presParOf" srcId="{6DB06744-25C7-47F0-9C7E-2608AE5B0D54}" destId="{83471FB5-9B90-4262-91B1-562E7FA44E19}" srcOrd="0" destOrd="0" presId="urn:microsoft.com/office/officeart/2008/layout/VerticalCurvedList"/>
    <dgm:cxn modelId="{6F8CED26-0DC4-4673-8841-CC6D6FDD0E8E}" type="presParOf" srcId="{83471FB5-9B90-4262-91B1-562E7FA44E19}" destId="{07E16619-996C-4FA5-9E42-F774ED9ED480}" srcOrd="0" destOrd="0" presId="urn:microsoft.com/office/officeart/2008/layout/VerticalCurvedList"/>
    <dgm:cxn modelId="{D4BD53DD-D8F3-4DF6-8966-D7121180BA47}" type="presParOf" srcId="{83471FB5-9B90-4262-91B1-562E7FA44E19}" destId="{E2C62C7E-8F0F-4CBE-9FD2-A3F0E30CF488}" srcOrd="1" destOrd="0" presId="urn:microsoft.com/office/officeart/2008/layout/VerticalCurvedList"/>
    <dgm:cxn modelId="{38D3981F-DBEA-473A-95A6-FDBFBC5972E0}" type="presParOf" srcId="{83471FB5-9B90-4262-91B1-562E7FA44E19}" destId="{82512357-BBF9-4A1B-A92E-42F6054DED67}" srcOrd="2" destOrd="0" presId="urn:microsoft.com/office/officeart/2008/layout/VerticalCurvedList"/>
    <dgm:cxn modelId="{AF2763D0-87EE-4E4A-928D-507C8B55760A}" type="presParOf" srcId="{83471FB5-9B90-4262-91B1-562E7FA44E19}" destId="{F93A3B32-90F7-4801-AF21-32F62F5CE772}" srcOrd="3" destOrd="0" presId="urn:microsoft.com/office/officeart/2008/layout/VerticalCurvedList"/>
    <dgm:cxn modelId="{4110EB0A-7F8F-4DD1-857C-62A10DFE61A4}" type="presParOf" srcId="{6DB06744-25C7-47F0-9C7E-2608AE5B0D54}" destId="{19403F99-01B0-46B7-ABC8-0F9F306F6296}" srcOrd="1" destOrd="0" presId="urn:microsoft.com/office/officeart/2008/layout/VerticalCurvedList"/>
    <dgm:cxn modelId="{FE4100BD-DB87-47F3-86F4-7ADA8235228E}" type="presParOf" srcId="{6DB06744-25C7-47F0-9C7E-2608AE5B0D54}" destId="{D949405F-0D64-44CC-9BF7-743B0A1CB130}" srcOrd="2" destOrd="0" presId="urn:microsoft.com/office/officeart/2008/layout/VerticalCurvedList"/>
    <dgm:cxn modelId="{465B3533-0EB4-47E7-84FA-A0F317CB831E}" type="presParOf" srcId="{D949405F-0D64-44CC-9BF7-743B0A1CB130}" destId="{F647EE7D-CF85-442D-8C7F-B42033653E46}" srcOrd="0" destOrd="0" presId="urn:microsoft.com/office/officeart/2008/layout/VerticalCurvedList"/>
    <dgm:cxn modelId="{08E93E66-29A7-44C6-B986-097FD5CBF2E6}" type="presParOf" srcId="{6DB06744-25C7-47F0-9C7E-2608AE5B0D54}" destId="{A9FB6BB6-2031-40F3-BC52-2F3D253DCA98}" srcOrd="3" destOrd="0" presId="urn:microsoft.com/office/officeart/2008/layout/VerticalCurvedList"/>
    <dgm:cxn modelId="{95C12ADE-F550-4172-9714-C4CDE5533A8B}" type="presParOf" srcId="{6DB06744-25C7-47F0-9C7E-2608AE5B0D54}" destId="{D2AF867B-D334-4C43-966B-28E4F84FDCEE}" srcOrd="4" destOrd="0" presId="urn:microsoft.com/office/officeart/2008/layout/VerticalCurvedList"/>
    <dgm:cxn modelId="{E97FDDA7-FB53-4B7A-98AB-0918582AA94A}" type="presParOf" srcId="{D2AF867B-D334-4C43-966B-28E4F84FDCEE}" destId="{4946EF7F-5D05-44F1-BEB6-BA48F980ADBB}" srcOrd="0" destOrd="0" presId="urn:microsoft.com/office/officeart/2008/layout/VerticalCurvedList"/>
    <dgm:cxn modelId="{D5B2EDC9-DBD1-4B18-907E-B2073A3ED4E9}" type="presParOf" srcId="{6DB06744-25C7-47F0-9C7E-2608AE5B0D54}" destId="{94DDB86A-AE80-49A7-9719-88700F88E63C}" srcOrd="5" destOrd="0" presId="urn:microsoft.com/office/officeart/2008/layout/VerticalCurvedList"/>
    <dgm:cxn modelId="{17D8149E-CBD2-4CFC-9909-6C5F7A64CE4B}" type="presParOf" srcId="{6DB06744-25C7-47F0-9C7E-2608AE5B0D54}" destId="{009466D2-E976-4DCC-922A-E50DD01F09C9}" srcOrd="6" destOrd="0" presId="urn:microsoft.com/office/officeart/2008/layout/VerticalCurvedList"/>
    <dgm:cxn modelId="{16AFF91C-4D12-4A42-A6E3-C0D8AE0C4923}" type="presParOf" srcId="{009466D2-E976-4DCC-922A-E50DD01F09C9}" destId="{03D96013-9CBB-4A37-A953-B2BA11486DE1}" srcOrd="0" destOrd="0" presId="urn:microsoft.com/office/officeart/2008/layout/VerticalCurvedList"/>
    <dgm:cxn modelId="{2F620EF8-FE2B-44E7-89CA-6F1F531F59CA}" type="presParOf" srcId="{6DB06744-25C7-47F0-9C7E-2608AE5B0D54}" destId="{1C9BEDF5-CCB5-4D26-BDF2-2883C4048247}" srcOrd="7" destOrd="0" presId="urn:microsoft.com/office/officeart/2008/layout/VerticalCurvedList"/>
    <dgm:cxn modelId="{BC3DF228-4681-40C2-B144-73D8B4FB2ED3}" type="presParOf" srcId="{6DB06744-25C7-47F0-9C7E-2608AE5B0D54}" destId="{E8CF9AC0-8230-40EE-8D25-CD2935B04C60}" srcOrd="8" destOrd="0" presId="urn:microsoft.com/office/officeart/2008/layout/VerticalCurvedList"/>
    <dgm:cxn modelId="{231CAABA-442C-4797-950E-B10FD4AE6BF9}" type="presParOf" srcId="{E8CF9AC0-8230-40EE-8D25-CD2935B04C60}" destId="{53ED29FE-A313-4B74-A0B9-B2DEB82007B3}" srcOrd="0" destOrd="0" presId="urn:microsoft.com/office/officeart/2008/layout/VerticalCurvedList"/>
    <dgm:cxn modelId="{3292E7EF-F2CE-414B-9731-08241B2F2A30}" type="presParOf" srcId="{6DB06744-25C7-47F0-9C7E-2608AE5B0D54}" destId="{EFE4E272-A7AE-4ADE-91C3-4EC2BF1A7B3A}" srcOrd="9" destOrd="0" presId="urn:microsoft.com/office/officeart/2008/layout/VerticalCurvedList"/>
    <dgm:cxn modelId="{ABBB1CF4-974D-4E45-91A9-0B0CDDF1D076}" type="presParOf" srcId="{6DB06744-25C7-47F0-9C7E-2608AE5B0D54}" destId="{B6F78EB6-63D3-4CEF-9A06-A32DB20D761C}" srcOrd="10" destOrd="0" presId="urn:microsoft.com/office/officeart/2008/layout/VerticalCurvedList"/>
    <dgm:cxn modelId="{6DE26B23-F947-4E57-A34F-A8494A6B7FFA}" type="presParOf" srcId="{B6F78EB6-63D3-4CEF-9A06-A32DB20D761C}" destId="{2DA1BAF6-B69D-4D17-92C4-D03C76CD053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FBE074-F98A-4CAC-BC03-CCD52F4B9BE8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55B8B7CC-E0CB-41B1-AE60-3EC117BFB940}">
      <dgm:prSet phldrT="[Texto]" custT="1"/>
      <dgm:spPr/>
      <dgm:t>
        <a:bodyPr/>
        <a:lstStyle/>
        <a:p>
          <a:r>
            <a:rPr lang="es-MX" sz="1600" b="1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La manera en que el algoritmo de SVM realiza la proyección es mediante el uso de kernels.</a:t>
          </a:r>
          <a:endParaRPr lang="es-AR" sz="1600" b="1" dirty="0">
            <a:solidFill>
              <a:schemeClr val="tx2">
                <a:lumMod val="50000"/>
              </a:schemeClr>
            </a:solidFill>
          </a:endParaRPr>
        </a:p>
      </dgm:t>
    </dgm:pt>
    <dgm:pt modelId="{14B630C4-2EF3-4FD6-B8EB-5DF96FEC2E3F}" type="parTrans" cxnId="{2ACBFA12-F951-47E9-8C73-1023A92FE49C}">
      <dgm:prSet/>
      <dgm:spPr/>
      <dgm:t>
        <a:bodyPr/>
        <a:lstStyle/>
        <a:p>
          <a:endParaRPr lang="es-AR" sz="2000" b="1">
            <a:solidFill>
              <a:schemeClr val="tx2">
                <a:lumMod val="50000"/>
              </a:schemeClr>
            </a:solidFill>
          </a:endParaRPr>
        </a:p>
      </dgm:t>
    </dgm:pt>
    <dgm:pt modelId="{B5B5A9A0-47A0-4F27-8FF2-39E91F6EE891}" type="sibTrans" cxnId="{2ACBFA12-F951-47E9-8C73-1023A92FE49C}">
      <dgm:prSet/>
      <dgm:spPr/>
      <dgm:t>
        <a:bodyPr/>
        <a:lstStyle/>
        <a:p>
          <a:endParaRPr lang="es-AR" sz="2000" b="1">
            <a:solidFill>
              <a:schemeClr val="tx2">
                <a:lumMod val="50000"/>
              </a:schemeClr>
            </a:solidFill>
          </a:endParaRPr>
        </a:p>
      </dgm:t>
    </dgm:pt>
    <dgm:pt modelId="{8320F15E-A42C-4308-B20B-662889409FD0}">
      <dgm:prSet custT="1"/>
      <dgm:spPr/>
      <dgm:t>
        <a:bodyPr/>
        <a:lstStyle/>
        <a:p>
          <a:r>
            <a:rPr lang="es-MX" sz="1600" b="1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Las funciones de kernel toma dos puntos del espacio original (de entradas), y devuelve el producto punto en el espacio proyectado (espacio de características).</a:t>
          </a:r>
          <a:endParaRPr lang="es-MX" sz="1600" b="1" dirty="0">
            <a:solidFill>
              <a:schemeClr val="tx2">
                <a:lumMod val="50000"/>
              </a:schemeClr>
            </a:solidFill>
            <a:latin typeface="+mj-lt"/>
            <a:cs typeface="Times New Roman" panose="02020603050405020304" pitchFamily="18" charset="0"/>
          </a:endParaRPr>
        </a:p>
      </dgm:t>
    </dgm:pt>
    <dgm:pt modelId="{B2FCA9B4-2235-419D-B0C5-97FC442F85B8}" type="parTrans" cxnId="{387E132A-5CFC-4811-9914-01E192D6FF52}">
      <dgm:prSet/>
      <dgm:spPr/>
      <dgm:t>
        <a:bodyPr/>
        <a:lstStyle/>
        <a:p>
          <a:endParaRPr lang="es-AR" sz="2000" b="1">
            <a:solidFill>
              <a:schemeClr val="tx2">
                <a:lumMod val="50000"/>
              </a:schemeClr>
            </a:solidFill>
          </a:endParaRPr>
        </a:p>
      </dgm:t>
    </dgm:pt>
    <dgm:pt modelId="{06727AAD-68B4-4CF8-9E97-4AF9A87E9C70}" type="sibTrans" cxnId="{387E132A-5CFC-4811-9914-01E192D6FF52}">
      <dgm:prSet/>
      <dgm:spPr/>
      <dgm:t>
        <a:bodyPr/>
        <a:lstStyle/>
        <a:p>
          <a:endParaRPr lang="es-AR" sz="2000" b="1">
            <a:solidFill>
              <a:schemeClr val="tx2">
                <a:lumMod val="50000"/>
              </a:schemeClr>
            </a:solidFill>
          </a:endParaRPr>
        </a:p>
      </dgm:t>
    </dgm:pt>
    <dgm:pt modelId="{ACBE6A49-0287-4BB4-AAA5-A4AAC6B9CE47}">
      <dgm:prSet custT="1"/>
      <dgm:spPr/>
      <dgm:t>
        <a:bodyPr/>
        <a:lstStyle/>
        <a:p>
          <a:r>
            <a:rPr lang="es-MX" sz="1600" b="1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Este producto punto es lo que la función de SVM necesita para calcular el costo.</a:t>
          </a:r>
          <a:endParaRPr lang="es-MX" sz="1600" b="1" dirty="0">
            <a:solidFill>
              <a:schemeClr val="tx2">
                <a:lumMod val="50000"/>
              </a:schemeClr>
            </a:solidFill>
            <a:latin typeface="+mj-lt"/>
            <a:cs typeface="Times New Roman" panose="02020603050405020304" pitchFamily="18" charset="0"/>
          </a:endParaRPr>
        </a:p>
      </dgm:t>
    </dgm:pt>
    <dgm:pt modelId="{9C77814E-019F-47AE-8FBA-3E65D80244DA}" type="parTrans" cxnId="{AC26530E-D5D5-4150-A40A-B4D008D6B036}">
      <dgm:prSet/>
      <dgm:spPr/>
      <dgm:t>
        <a:bodyPr/>
        <a:lstStyle/>
        <a:p>
          <a:endParaRPr lang="es-AR" sz="2000" b="1">
            <a:solidFill>
              <a:schemeClr val="tx2">
                <a:lumMod val="50000"/>
              </a:schemeClr>
            </a:solidFill>
          </a:endParaRPr>
        </a:p>
      </dgm:t>
    </dgm:pt>
    <dgm:pt modelId="{EE4984DE-9D3A-4F02-A381-DF35DFB65E99}" type="sibTrans" cxnId="{AC26530E-D5D5-4150-A40A-B4D008D6B036}">
      <dgm:prSet/>
      <dgm:spPr/>
      <dgm:t>
        <a:bodyPr/>
        <a:lstStyle/>
        <a:p>
          <a:endParaRPr lang="es-AR" sz="2000" b="1">
            <a:solidFill>
              <a:schemeClr val="tx2">
                <a:lumMod val="50000"/>
              </a:schemeClr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9557C55D-7967-4D56-BCE6-0F51A99CAE62}">
          <dgm:prSet custT="1"/>
          <dgm:spPr/>
          <dgm:t>
            <a:bodyPr/>
            <a:lstStyle/>
            <a:p>
              <a:r>
                <a:rPr lang="es-MX" sz="1600" b="1" dirty="0">
                  <a:solidFill>
                    <a:schemeClr val="tx2">
                      <a:lumMod val="50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En el ejemplo anterior, el </a:t>
              </a:r>
              <a:r>
                <a:rPr lang="es-MX" sz="1600" b="1" dirty="0" err="1">
                  <a:solidFill>
                    <a:schemeClr val="tx2">
                      <a:lumMod val="50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kernel</a:t>
              </a:r>
              <a:r>
                <a:rPr lang="es-MX" sz="1600" b="1" dirty="0">
                  <a:solidFill>
                    <a:schemeClr val="tx2">
                      <a:lumMod val="50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 es: </a:t>
              </a:r>
              <a14:m>
                <m:oMath xmlns:m="http://schemas.openxmlformats.org/officeDocument/2006/math">
                  <m:r>
                    <a:rPr lang="es-MX" sz="1600" b="1" i="1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𝑲</m:t>
                  </m:r>
                  <m:d>
                    <m:dPr>
                      <m:ctrlPr>
                        <a:rPr lang="ar-AE" sz="16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lang="ar-AE" sz="16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ar-AE" sz="16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ar-AE" sz="16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sz="16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ar-AE" sz="16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</m:e>
                  </m:d>
                  <m:r>
                    <a:rPr lang="ar-AE" sz="1600" b="1" i="1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=</m:t>
                  </m:r>
                  <m:sSup>
                    <m:sSupPr>
                      <m:ctrlPr>
                        <a:rPr lang="ar-AE" sz="16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sSupPr>
                    <m:e>
                      <m:d>
                        <m:dPr>
                          <m:begChr m:val="⟨"/>
                          <m:endChr m:val="⟩"/>
                          <m:ctrlPr>
                            <a:rPr lang="ar-AE" sz="16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6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ar-AE" sz="16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ar-AE" sz="1600" b="1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 sz="16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ar-AE" sz="1600" b="1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</m:e>
                    <m:sup>
                      <m:r>
                        <a:rPr lang="ar-AE" sz="16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sup>
                  </m:sSup>
                </m:oMath>
              </a14:m>
              <a:endParaRPr lang="es-MX" sz="1600" b="1" dirty="0">
                <a:solidFill>
                  <a:schemeClr val="tx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endParaRPr>
            </a:p>
          </dgm:t>
        </dgm:pt>
      </mc:Choice>
      <mc:Fallback xmlns="">
        <dgm:pt modelId="{9557C55D-7967-4D56-BCE6-0F51A99CAE62}">
          <dgm:prSet custT="1"/>
          <dgm:spPr/>
          <dgm:t>
            <a:bodyPr/>
            <a:lstStyle/>
            <a:p>
              <a:r>
                <a:rPr lang="es-MX" sz="1600" b="1" dirty="0">
                  <a:solidFill>
                    <a:schemeClr val="tx2">
                      <a:lumMod val="50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En el ejemplo anterior, el </a:t>
              </a:r>
              <a:r>
                <a:rPr lang="es-MX" sz="1600" b="1" dirty="0" err="1">
                  <a:solidFill>
                    <a:schemeClr val="tx2">
                      <a:lumMod val="50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kernel</a:t>
              </a:r>
              <a:r>
                <a:rPr lang="es-MX" sz="1600" b="1" dirty="0">
                  <a:solidFill>
                    <a:schemeClr val="tx2">
                      <a:lumMod val="50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 es: </a:t>
              </a:r>
              <a:r>
                <a:rPr lang="es-MX" sz="1600" b="1" i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a:t>𝑲</a:t>
              </a:r>
              <a:r>
                <a:rPr lang="ar-AE" sz="1600" b="1" i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a:t>(𝒙_𝒊,𝒙_𝒋 )=⟨𝒙_𝒊,𝒙_𝒋 ⟩^𝟐</a:t>
              </a:r>
              <a:endParaRPr lang="es-MX" sz="1600" b="1" dirty="0">
                <a:solidFill>
                  <a:schemeClr val="tx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endParaRPr>
            </a:p>
          </dgm:t>
        </dgm:pt>
      </mc:Fallback>
    </mc:AlternateContent>
    <dgm:pt modelId="{8C0D4BEF-1334-4AF4-9C9D-5CF37543664A}" type="parTrans" cxnId="{A0F9E515-1E7F-40CB-99CD-0249BA41B173}">
      <dgm:prSet/>
      <dgm:spPr/>
      <dgm:t>
        <a:bodyPr/>
        <a:lstStyle/>
        <a:p>
          <a:endParaRPr lang="es-AR" sz="2000" b="1">
            <a:solidFill>
              <a:schemeClr val="tx2">
                <a:lumMod val="50000"/>
              </a:schemeClr>
            </a:solidFill>
          </a:endParaRPr>
        </a:p>
      </dgm:t>
    </dgm:pt>
    <dgm:pt modelId="{A7D5B9FD-9746-4FF8-A47D-DBC6535226E0}" type="sibTrans" cxnId="{A0F9E515-1E7F-40CB-99CD-0249BA41B173}">
      <dgm:prSet/>
      <dgm:spPr/>
      <dgm:t>
        <a:bodyPr/>
        <a:lstStyle/>
        <a:p>
          <a:endParaRPr lang="es-AR" sz="2000" b="1">
            <a:solidFill>
              <a:schemeClr val="tx2">
                <a:lumMod val="50000"/>
              </a:schemeClr>
            </a:solidFill>
          </a:endParaRPr>
        </a:p>
      </dgm:t>
    </dgm:pt>
    <dgm:pt modelId="{37F20984-88B3-4A2C-83C3-E4F6460CCEDF}">
      <dgm:prSet custT="1"/>
      <dgm:spPr/>
      <dgm:t>
        <a:bodyPr/>
        <a:lstStyle/>
        <a:p>
          <a:r>
            <a:rPr lang="es-MX" sz="1600" b="1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El proceso iterativo del SVM determina la dimensionalidad del espacio de características, pudiendo ser mucho mayor que el de entradas</a:t>
          </a:r>
        </a:p>
      </dgm:t>
    </dgm:pt>
    <dgm:pt modelId="{3AF9D3B2-3F95-43FF-BC1E-EA0CF5206076}" type="parTrans" cxnId="{DC2C1554-7A88-4859-A88D-BB22DC35C73C}">
      <dgm:prSet/>
      <dgm:spPr/>
      <dgm:t>
        <a:bodyPr/>
        <a:lstStyle/>
        <a:p>
          <a:endParaRPr lang="es-AR" sz="2000" b="1">
            <a:solidFill>
              <a:schemeClr val="tx2">
                <a:lumMod val="50000"/>
              </a:schemeClr>
            </a:solidFill>
          </a:endParaRPr>
        </a:p>
      </dgm:t>
    </dgm:pt>
    <dgm:pt modelId="{4586E6B0-C608-4CE8-94A2-822F8F4D5BDE}" type="sibTrans" cxnId="{DC2C1554-7A88-4859-A88D-BB22DC35C73C}">
      <dgm:prSet/>
      <dgm:spPr/>
      <dgm:t>
        <a:bodyPr/>
        <a:lstStyle/>
        <a:p>
          <a:endParaRPr lang="es-AR" sz="2000" b="1">
            <a:solidFill>
              <a:schemeClr val="tx2">
                <a:lumMod val="50000"/>
              </a:schemeClr>
            </a:solidFill>
          </a:endParaRPr>
        </a:p>
      </dgm:t>
    </dgm:pt>
    <dgm:pt modelId="{5CF9FF46-44E5-4D5A-A2DB-BFC9F2ACA1F2}" type="pres">
      <dgm:prSet presAssocID="{D4FBE074-F98A-4CAC-BC03-CCD52F4B9BE8}" presName="Name0" presStyleCnt="0">
        <dgm:presLayoutVars>
          <dgm:chMax val="7"/>
          <dgm:chPref val="7"/>
          <dgm:dir/>
        </dgm:presLayoutVars>
      </dgm:prSet>
      <dgm:spPr/>
    </dgm:pt>
    <dgm:pt modelId="{0276C7B3-3969-43A1-A43B-C766627F8836}" type="pres">
      <dgm:prSet presAssocID="{D4FBE074-F98A-4CAC-BC03-CCD52F4B9BE8}" presName="Name1" presStyleCnt="0"/>
      <dgm:spPr/>
    </dgm:pt>
    <dgm:pt modelId="{9814A3EC-42EA-4848-84A4-98BC03762AA2}" type="pres">
      <dgm:prSet presAssocID="{D4FBE074-F98A-4CAC-BC03-CCD52F4B9BE8}" presName="cycle" presStyleCnt="0"/>
      <dgm:spPr/>
    </dgm:pt>
    <dgm:pt modelId="{F02FCDF3-6C9E-4777-81C1-0DD2533EC977}" type="pres">
      <dgm:prSet presAssocID="{D4FBE074-F98A-4CAC-BC03-CCD52F4B9BE8}" presName="srcNode" presStyleLbl="node1" presStyleIdx="0" presStyleCnt="5"/>
      <dgm:spPr/>
    </dgm:pt>
    <dgm:pt modelId="{FDEDC7DF-9853-4742-96F1-9C6FDFF26FC8}" type="pres">
      <dgm:prSet presAssocID="{D4FBE074-F98A-4CAC-BC03-CCD52F4B9BE8}" presName="conn" presStyleLbl="parChTrans1D2" presStyleIdx="0" presStyleCnt="1"/>
      <dgm:spPr/>
    </dgm:pt>
    <dgm:pt modelId="{03A1D566-885C-4D52-99B5-B752789FC071}" type="pres">
      <dgm:prSet presAssocID="{D4FBE074-F98A-4CAC-BC03-CCD52F4B9BE8}" presName="extraNode" presStyleLbl="node1" presStyleIdx="0" presStyleCnt="5"/>
      <dgm:spPr/>
    </dgm:pt>
    <dgm:pt modelId="{C5DE607B-0B8B-4BC8-8775-AE2503EF8E3F}" type="pres">
      <dgm:prSet presAssocID="{D4FBE074-F98A-4CAC-BC03-CCD52F4B9BE8}" presName="dstNode" presStyleLbl="node1" presStyleIdx="0" presStyleCnt="5"/>
      <dgm:spPr/>
    </dgm:pt>
    <dgm:pt modelId="{64625225-0855-44C9-A094-2DE5CCFFAE72}" type="pres">
      <dgm:prSet presAssocID="{55B8B7CC-E0CB-41B1-AE60-3EC117BFB940}" presName="text_1" presStyleLbl="node1" presStyleIdx="0" presStyleCnt="5">
        <dgm:presLayoutVars>
          <dgm:bulletEnabled val="1"/>
        </dgm:presLayoutVars>
      </dgm:prSet>
      <dgm:spPr/>
    </dgm:pt>
    <dgm:pt modelId="{C22C7816-9E2F-4ECC-AC1C-471D1653095B}" type="pres">
      <dgm:prSet presAssocID="{55B8B7CC-E0CB-41B1-AE60-3EC117BFB940}" presName="accent_1" presStyleCnt="0"/>
      <dgm:spPr/>
    </dgm:pt>
    <dgm:pt modelId="{3B33BD22-DB71-485B-8F36-753F8D094C37}" type="pres">
      <dgm:prSet presAssocID="{55B8B7CC-E0CB-41B1-AE60-3EC117BFB940}" presName="accentRepeatNode" presStyleLbl="solidFgAcc1" presStyleIdx="0" presStyleCnt="5"/>
      <dgm:spPr/>
    </dgm:pt>
    <dgm:pt modelId="{D797F93D-0D91-4F91-885E-67E0876B9A9E}" type="pres">
      <dgm:prSet presAssocID="{8320F15E-A42C-4308-B20B-662889409FD0}" presName="text_2" presStyleLbl="node1" presStyleIdx="1" presStyleCnt="5">
        <dgm:presLayoutVars>
          <dgm:bulletEnabled val="1"/>
        </dgm:presLayoutVars>
      </dgm:prSet>
      <dgm:spPr/>
    </dgm:pt>
    <dgm:pt modelId="{235217E0-A788-4A8E-9A57-7A1BB3F4B019}" type="pres">
      <dgm:prSet presAssocID="{8320F15E-A42C-4308-B20B-662889409FD0}" presName="accent_2" presStyleCnt="0"/>
      <dgm:spPr/>
    </dgm:pt>
    <dgm:pt modelId="{33416E52-1109-426B-9C67-6C5EA9768CAD}" type="pres">
      <dgm:prSet presAssocID="{8320F15E-A42C-4308-B20B-662889409FD0}" presName="accentRepeatNode" presStyleLbl="solidFgAcc1" presStyleIdx="1" presStyleCnt="5"/>
      <dgm:spPr/>
    </dgm:pt>
    <dgm:pt modelId="{E3AFF077-BA09-4D95-BF7A-311B56A7F88B}" type="pres">
      <dgm:prSet presAssocID="{ACBE6A49-0287-4BB4-AAA5-A4AAC6B9CE47}" presName="text_3" presStyleLbl="node1" presStyleIdx="2" presStyleCnt="5">
        <dgm:presLayoutVars>
          <dgm:bulletEnabled val="1"/>
        </dgm:presLayoutVars>
      </dgm:prSet>
      <dgm:spPr/>
    </dgm:pt>
    <dgm:pt modelId="{31C0D539-8EB0-451A-B473-D3AB455C34AC}" type="pres">
      <dgm:prSet presAssocID="{ACBE6A49-0287-4BB4-AAA5-A4AAC6B9CE47}" presName="accent_3" presStyleCnt="0"/>
      <dgm:spPr/>
    </dgm:pt>
    <dgm:pt modelId="{C18603F5-09C9-4D57-9FCD-F511C09F57BD}" type="pres">
      <dgm:prSet presAssocID="{ACBE6A49-0287-4BB4-AAA5-A4AAC6B9CE47}" presName="accentRepeatNode" presStyleLbl="solidFgAcc1" presStyleIdx="2" presStyleCnt="5"/>
      <dgm:spPr/>
    </dgm:pt>
    <dgm:pt modelId="{23ED70DC-90BA-487B-9953-62380A3C9D6D}" type="pres">
      <dgm:prSet presAssocID="{9557C55D-7967-4D56-BCE6-0F51A99CAE62}" presName="text_4" presStyleLbl="node1" presStyleIdx="3" presStyleCnt="5">
        <dgm:presLayoutVars>
          <dgm:bulletEnabled val="1"/>
        </dgm:presLayoutVars>
      </dgm:prSet>
      <dgm:spPr/>
    </dgm:pt>
    <dgm:pt modelId="{FA118C4F-2C42-4C79-9AAB-3C1853407125}" type="pres">
      <dgm:prSet presAssocID="{9557C55D-7967-4D56-BCE6-0F51A99CAE62}" presName="accent_4" presStyleCnt="0"/>
      <dgm:spPr/>
    </dgm:pt>
    <dgm:pt modelId="{17D2DED1-7A77-4B4A-96FD-3EA887F081E0}" type="pres">
      <dgm:prSet presAssocID="{9557C55D-7967-4D56-BCE6-0F51A99CAE62}" presName="accentRepeatNode" presStyleLbl="solidFgAcc1" presStyleIdx="3" presStyleCnt="5"/>
      <dgm:spPr/>
    </dgm:pt>
    <dgm:pt modelId="{70EAAE95-0E7B-4056-A91E-4A2D31D797D0}" type="pres">
      <dgm:prSet presAssocID="{37F20984-88B3-4A2C-83C3-E4F6460CCEDF}" presName="text_5" presStyleLbl="node1" presStyleIdx="4" presStyleCnt="5">
        <dgm:presLayoutVars>
          <dgm:bulletEnabled val="1"/>
        </dgm:presLayoutVars>
      </dgm:prSet>
      <dgm:spPr/>
    </dgm:pt>
    <dgm:pt modelId="{3F812AEA-CF60-4AF4-9BD6-C44281821C2C}" type="pres">
      <dgm:prSet presAssocID="{37F20984-88B3-4A2C-83C3-E4F6460CCEDF}" presName="accent_5" presStyleCnt="0"/>
      <dgm:spPr/>
    </dgm:pt>
    <dgm:pt modelId="{AB7E2496-A8C5-4F41-A112-B4A9C38BFD11}" type="pres">
      <dgm:prSet presAssocID="{37F20984-88B3-4A2C-83C3-E4F6460CCEDF}" presName="accentRepeatNode" presStyleLbl="solidFgAcc1" presStyleIdx="4" presStyleCnt="5"/>
      <dgm:spPr/>
    </dgm:pt>
  </dgm:ptLst>
  <dgm:cxnLst>
    <dgm:cxn modelId="{AC26530E-D5D5-4150-A40A-B4D008D6B036}" srcId="{D4FBE074-F98A-4CAC-BC03-CCD52F4B9BE8}" destId="{ACBE6A49-0287-4BB4-AAA5-A4AAC6B9CE47}" srcOrd="2" destOrd="0" parTransId="{9C77814E-019F-47AE-8FBA-3E65D80244DA}" sibTransId="{EE4984DE-9D3A-4F02-A381-DF35DFB65E99}"/>
    <dgm:cxn modelId="{2ACBFA12-F951-47E9-8C73-1023A92FE49C}" srcId="{D4FBE074-F98A-4CAC-BC03-CCD52F4B9BE8}" destId="{55B8B7CC-E0CB-41B1-AE60-3EC117BFB940}" srcOrd="0" destOrd="0" parTransId="{14B630C4-2EF3-4FD6-B8EB-5DF96FEC2E3F}" sibTransId="{B5B5A9A0-47A0-4F27-8FF2-39E91F6EE891}"/>
    <dgm:cxn modelId="{A0F9E515-1E7F-40CB-99CD-0249BA41B173}" srcId="{D4FBE074-F98A-4CAC-BC03-CCD52F4B9BE8}" destId="{9557C55D-7967-4D56-BCE6-0F51A99CAE62}" srcOrd="3" destOrd="0" parTransId="{8C0D4BEF-1334-4AF4-9C9D-5CF37543664A}" sibTransId="{A7D5B9FD-9746-4FF8-A47D-DBC6535226E0}"/>
    <dgm:cxn modelId="{7023BF19-0E78-4C90-B3B5-3497DF9665F7}" type="presOf" srcId="{D4FBE074-F98A-4CAC-BC03-CCD52F4B9BE8}" destId="{5CF9FF46-44E5-4D5A-A2DB-BFC9F2ACA1F2}" srcOrd="0" destOrd="0" presId="urn:microsoft.com/office/officeart/2008/layout/VerticalCurvedList"/>
    <dgm:cxn modelId="{387E132A-5CFC-4811-9914-01E192D6FF52}" srcId="{D4FBE074-F98A-4CAC-BC03-CCD52F4B9BE8}" destId="{8320F15E-A42C-4308-B20B-662889409FD0}" srcOrd="1" destOrd="0" parTransId="{B2FCA9B4-2235-419D-B0C5-97FC442F85B8}" sibTransId="{06727AAD-68B4-4CF8-9E97-4AF9A87E9C70}"/>
    <dgm:cxn modelId="{64934F3C-0417-4782-B81D-ACC4A93150AB}" type="presOf" srcId="{37F20984-88B3-4A2C-83C3-E4F6460CCEDF}" destId="{70EAAE95-0E7B-4056-A91E-4A2D31D797D0}" srcOrd="0" destOrd="0" presId="urn:microsoft.com/office/officeart/2008/layout/VerticalCurvedList"/>
    <dgm:cxn modelId="{1059F76E-411A-4CC4-A64F-8F78543E7479}" type="presOf" srcId="{9557C55D-7967-4D56-BCE6-0F51A99CAE62}" destId="{23ED70DC-90BA-487B-9953-62380A3C9D6D}" srcOrd="0" destOrd="0" presId="urn:microsoft.com/office/officeart/2008/layout/VerticalCurvedList"/>
    <dgm:cxn modelId="{DC2C1554-7A88-4859-A88D-BB22DC35C73C}" srcId="{D4FBE074-F98A-4CAC-BC03-CCD52F4B9BE8}" destId="{37F20984-88B3-4A2C-83C3-E4F6460CCEDF}" srcOrd="4" destOrd="0" parTransId="{3AF9D3B2-3F95-43FF-BC1E-EA0CF5206076}" sibTransId="{4586E6B0-C608-4CE8-94A2-822F8F4D5BDE}"/>
    <dgm:cxn modelId="{D01FEC7C-06F2-478D-AD44-BB94E78F2B7F}" type="presOf" srcId="{ACBE6A49-0287-4BB4-AAA5-A4AAC6B9CE47}" destId="{E3AFF077-BA09-4D95-BF7A-311B56A7F88B}" srcOrd="0" destOrd="0" presId="urn:microsoft.com/office/officeart/2008/layout/VerticalCurvedList"/>
    <dgm:cxn modelId="{7A1400C3-11F4-4C87-BFBA-84ED6179E8FD}" type="presOf" srcId="{B5B5A9A0-47A0-4F27-8FF2-39E91F6EE891}" destId="{FDEDC7DF-9853-4742-96F1-9C6FDFF26FC8}" srcOrd="0" destOrd="0" presId="urn:microsoft.com/office/officeart/2008/layout/VerticalCurvedList"/>
    <dgm:cxn modelId="{005B30DA-E310-4BF7-86CA-23BD8A8EFAE4}" type="presOf" srcId="{55B8B7CC-E0CB-41B1-AE60-3EC117BFB940}" destId="{64625225-0855-44C9-A094-2DE5CCFFAE72}" srcOrd="0" destOrd="0" presId="urn:microsoft.com/office/officeart/2008/layout/VerticalCurvedList"/>
    <dgm:cxn modelId="{6C4959F6-1C16-4805-8455-34CED216B293}" type="presOf" srcId="{8320F15E-A42C-4308-B20B-662889409FD0}" destId="{D797F93D-0D91-4F91-885E-67E0876B9A9E}" srcOrd="0" destOrd="0" presId="urn:microsoft.com/office/officeart/2008/layout/VerticalCurvedList"/>
    <dgm:cxn modelId="{9B8C7077-74EC-411A-AB64-B7B4E67E6E2E}" type="presParOf" srcId="{5CF9FF46-44E5-4D5A-A2DB-BFC9F2ACA1F2}" destId="{0276C7B3-3969-43A1-A43B-C766627F8836}" srcOrd="0" destOrd="0" presId="urn:microsoft.com/office/officeart/2008/layout/VerticalCurvedList"/>
    <dgm:cxn modelId="{A01B171C-DF7D-4009-92DD-5C47B53D1332}" type="presParOf" srcId="{0276C7B3-3969-43A1-A43B-C766627F8836}" destId="{9814A3EC-42EA-4848-84A4-98BC03762AA2}" srcOrd="0" destOrd="0" presId="urn:microsoft.com/office/officeart/2008/layout/VerticalCurvedList"/>
    <dgm:cxn modelId="{D5424540-C6A3-42AB-8E40-D40745DC36C5}" type="presParOf" srcId="{9814A3EC-42EA-4848-84A4-98BC03762AA2}" destId="{F02FCDF3-6C9E-4777-81C1-0DD2533EC977}" srcOrd="0" destOrd="0" presId="urn:microsoft.com/office/officeart/2008/layout/VerticalCurvedList"/>
    <dgm:cxn modelId="{8EE9F975-4E9C-4313-BB67-F9740A113D41}" type="presParOf" srcId="{9814A3EC-42EA-4848-84A4-98BC03762AA2}" destId="{FDEDC7DF-9853-4742-96F1-9C6FDFF26FC8}" srcOrd="1" destOrd="0" presId="urn:microsoft.com/office/officeart/2008/layout/VerticalCurvedList"/>
    <dgm:cxn modelId="{B55856E5-206E-41AA-8674-DA4806656CE8}" type="presParOf" srcId="{9814A3EC-42EA-4848-84A4-98BC03762AA2}" destId="{03A1D566-885C-4D52-99B5-B752789FC071}" srcOrd="2" destOrd="0" presId="urn:microsoft.com/office/officeart/2008/layout/VerticalCurvedList"/>
    <dgm:cxn modelId="{7CDD8227-9769-4D7F-BAB5-2484F786CA66}" type="presParOf" srcId="{9814A3EC-42EA-4848-84A4-98BC03762AA2}" destId="{C5DE607B-0B8B-4BC8-8775-AE2503EF8E3F}" srcOrd="3" destOrd="0" presId="urn:microsoft.com/office/officeart/2008/layout/VerticalCurvedList"/>
    <dgm:cxn modelId="{3B0F250E-FED4-4D65-B1DF-32AF3A77B62E}" type="presParOf" srcId="{0276C7B3-3969-43A1-A43B-C766627F8836}" destId="{64625225-0855-44C9-A094-2DE5CCFFAE72}" srcOrd="1" destOrd="0" presId="urn:microsoft.com/office/officeart/2008/layout/VerticalCurvedList"/>
    <dgm:cxn modelId="{BE022F66-1B92-4ECC-98F3-CDFFFCB9D75E}" type="presParOf" srcId="{0276C7B3-3969-43A1-A43B-C766627F8836}" destId="{C22C7816-9E2F-4ECC-AC1C-471D1653095B}" srcOrd="2" destOrd="0" presId="urn:microsoft.com/office/officeart/2008/layout/VerticalCurvedList"/>
    <dgm:cxn modelId="{49FAA796-12F2-4F42-8CF7-B6F2A627A166}" type="presParOf" srcId="{C22C7816-9E2F-4ECC-AC1C-471D1653095B}" destId="{3B33BD22-DB71-485B-8F36-753F8D094C37}" srcOrd="0" destOrd="0" presId="urn:microsoft.com/office/officeart/2008/layout/VerticalCurvedList"/>
    <dgm:cxn modelId="{CF659F2B-51FD-45E5-9CA1-2E9C86A142FD}" type="presParOf" srcId="{0276C7B3-3969-43A1-A43B-C766627F8836}" destId="{D797F93D-0D91-4F91-885E-67E0876B9A9E}" srcOrd="3" destOrd="0" presId="urn:microsoft.com/office/officeart/2008/layout/VerticalCurvedList"/>
    <dgm:cxn modelId="{ABB3F87B-69D3-4487-B9D3-50EDC1832AC7}" type="presParOf" srcId="{0276C7B3-3969-43A1-A43B-C766627F8836}" destId="{235217E0-A788-4A8E-9A57-7A1BB3F4B019}" srcOrd="4" destOrd="0" presId="urn:microsoft.com/office/officeart/2008/layout/VerticalCurvedList"/>
    <dgm:cxn modelId="{D1632BB8-495E-4B70-A7A4-50CF3520C566}" type="presParOf" srcId="{235217E0-A788-4A8E-9A57-7A1BB3F4B019}" destId="{33416E52-1109-426B-9C67-6C5EA9768CAD}" srcOrd="0" destOrd="0" presId="urn:microsoft.com/office/officeart/2008/layout/VerticalCurvedList"/>
    <dgm:cxn modelId="{5DC84230-7C38-4120-BCF5-EC3D99189185}" type="presParOf" srcId="{0276C7B3-3969-43A1-A43B-C766627F8836}" destId="{E3AFF077-BA09-4D95-BF7A-311B56A7F88B}" srcOrd="5" destOrd="0" presId="urn:microsoft.com/office/officeart/2008/layout/VerticalCurvedList"/>
    <dgm:cxn modelId="{F0FF2179-D71A-4C41-ABFB-CEE5DB86133B}" type="presParOf" srcId="{0276C7B3-3969-43A1-A43B-C766627F8836}" destId="{31C0D539-8EB0-451A-B473-D3AB455C34AC}" srcOrd="6" destOrd="0" presId="urn:microsoft.com/office/officeart/2008/layout/VerticalCurvedList"/>
    <dgm:cxn modelId="{93908966-4067-4BAF-BE37-BC23EF928A1F}" type="presParOf" srcId="{31C0D539-8EB0-451A-B473-D3AB455C34AC}" destId="{C18603F5-09C9-4D57-9FCD-F511C09F57BD}" srcOrd="0" destOrd="0" presId="urn:microsoft.com/office/officeart/2008/layout/VerticalCurvedList"/>
    <dgm:cxn modelId="{85B4124A-2B0B-48E1-8976-85A60A84DC51}" type="presParOf" srcId="{0276C7B3-3969-43A1-A43B-C766627F8836}" destId="{23ED70DC-90BA-487B-9953-62380A3C9D6D}" srcOrd="7" destOrd="0" presId="urn:microsoft.com/office/officeart/2008/layout/VerticalCurvedList"/>
    <dgm:cxn modelId="{F8762D86-C15C-4592-956C-0DF4CE0EC17C}" type="presParOf" srcId="{0276C7B3-3969-43A1-A43B-C766627F8836}" destId="{FA118C4F-2C42-4C79-9AAB-3C1853407125}" srcOrd="8" destOrd="0" presId="urn:microsoft.com/office/officeart/2008/layout/VerticalCurvedList"/>
    <dgm:cxn modelId="{D91076FC-C95C-479B-8CA6-4F3FF267CE4B}" type="presParOf" srcId="{FA118C4F-2C42-4C79-9AAB-3C1853407125}" destId="{17D2DED1-7A77-4B4A-96FD-3EA887F081E0}" srcOrd="0" destOrd="0" presId="urn:microsoft.com/office/officeart/2008/layout/VerticalCurvedList"/>
    <dgm:cxn modelId="{F91EF1C7-B8DD-464B-A409-F2A992291418}" type="presParOf" srcId="{0276C7B3-3969-43A1-A43B-C766627F8836}" destId="{70EAAE95-0E7B-4056-A91E-4A2D31D797D0}" srcOrd="9" destOrd="0" presId="urn:microsoft.com/office/officeart/2008/layout/VerticalCurvedList"/>
    <dgm:cxn modelId="{14FC6A77-A422-4758-A8D9-8009ED6C8CF8}" type="presParOf" srcId="{0276C7B3-3969-43A1-A43B-C766627F8836}" destId="{3F812AEA-CF60-4AF4-9BD6-C44281821C2C}" srcOrd="10" destOrd="0" presId="urn:microsoft.com/office/officeart/2008/layout/VerticalCurvedList"/>
    <dgm:cxn modelId="{D84CC2B6-C54E-4FB4-B1C7-3B3BF24235F4}" type="presParOf" srcId="{3F812AEA-CF60-4AF4-9BD6-C44281821C2C}" destId="{AB7E2496-A8C5-4F41-A112-B4A9C38BFD1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FBE074-F98A-4CAC-BC03-CCD52F4B9BE8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55B8B7CC-E0CB-41B1-AE60-3EC117BFB940}">
      <dgm:prSet phldrT="[Texto]" custT="1"/>
      <dgm:spPr/>
      <dgm:t>
        <a:bodyPr/>
        <a:lstStyle/>
        <a:p>
          <a:r>
            <a:rPr lang="es-MX" sz="1600" b="1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La manera en que el algoritmo de SVM realiza la proyección es mediante el uso de kernels.</a:t>
          </a:r>
          <a:endParaRPr lang="es-AR" sz="1600" b="1" dirty="0">
            <a:solidFill>
              <a:schemeClr val="tx2">
                <a:lumMod val="50000"/>
              </a:schemeClr>
            </a:solidFill>
          </a:endParaRPr>
        </a:p>
      </dgm:t>
    </dgm:pt>
    <dgm:pt modelId="{14B630C4-2EF3-4FD6-B8EB-5DF96FEC2E3F}" type="parTrans" cxnId="{2ACBFA12-F951-47E9-8C73-1023A92FE49C}">
      <dgm:prSet/>
      <dgm:spPr/>
      <dgm:t>
        <a:bodyPr/>
        <a:lstStyle/>
        <a:p>
          <a:endParaRPr lang="es-AR" sz="2000" b="1">
            <a:solidFill>
              <a:schemeClr val="tx2">
                <a:lumMod val="50000"/>
              </a:schemeClr>
            </a:solidFill>
          </a:endParaRPr>
        </a:p>
      </dgm:t>
    </dgm:pt>
    <dgm:pt modelId="{B5B5A9A0-47A0-4F27-8FF2-39E91F6EE891}" type="sibTrans" cxnId="{2ACBFA12-F951-47E9-8C73-1023A92FE49C}">
      <dgm:prSet/>
      <dgm:spPr/>
      <dgm:t>
        <a:bodyPr/>
        <a:lstStyle/>
        <a:p>
          <a:endParaRPr lang="es-AR" sz="2000" b="1">
            <a:solidFill>
              <a:schemeClr val="tx2">
                <a:lumMod val="50000"/>
              </a:schemeClr>
            </a:solidFill>
          </a:endParaRPr>
        </a:p>
      </dgm:t>
    </dgm:pt>
    <dgm:pt modelId="{8320F15E-A42C-4308-B20B-662889409FD0}">
      <dgm:prSet custT="1"/>
      <dgm:spPr/>
      <dgm:t>
        <a:bodyPr/>
        <a:lstStyle/>
        <a:p>
          <a:r>
            <a:rPr lang="es-MX" sz="1600" b="1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Las funciones de kernel toma dos puntos del espacio original (de entradas), y devuelve el producto punto en el espacio proyectado (espacio de características).</a:t>
          </a:r>
          <a:endParaRPr lang="es-MX" sz="1600" b="1" dirty="0">
            <a:solidFill>
              <a:schemeClr val="tx2">
                <a:lumMod val="50000"/>
              </a:schemeClr>
            </a:solidFill>
            <a:latin typeface="+mj-lt"/>
            <a:cs typeface="Times New Roman" panose="02020603050405020304" pitchFamily="18" charset="0"/>
          </a:endParaRPr>
        </a:p>
      </dgm:t>
    </dgm:pt>
    <dgm:pt modelId="{B2FCA9B4-2235-419D-B0C5-97FC442F85B8}" type="parTrans" cxnId="{387E132A-5CFC-4811-9914-01E192D6FF52}">
      <dgm:prSet/>
      <dgm:spPr/>
      <dgm:t>
        <a:bodyPr/>
        <a:lstStyle/>
        <a:p>
          <a:endParaRPr lang="es-AR" sz="2000" b="1">
            <a:solidFill>
              <a:schemeClr val="tx2">
                <a:lumMod val="50000"/>
              </a:schemeClr>
            </a:solidFill>
          </a:endParaRPr>
        </a:p>
      </dgm:t>
    </dgm:pt>
    <dgm:pt modelId="{06727AAD-68B4-4CF8-9E97-4AF9A87E9C70}" type="sibTrans" cxnId="{387E132A-5CFC-4811-9914-01E192D6FF52}">
      <dgm:prSet/>
      <dgm:spPr/>
      <dgm:t>
        <a:bodyPr/>
        <a:lstStyle/>
        <a:p>
          <a:endParaRPr lang="es-AR" sz="2000" b="1">
            <a:solidFill>
              <a:schemeClr val="tx2">
                <a:lumMod val="50000"/>
              </a:schemeClr>
            </a:solidFill>
          </a:endParaRPr>
        </a:p>
      </dgm:t>
    </dgm:pt>
    <dgm:pt modelId="{ACBE6A49-0287-4BB4-AAA5-A4AAC6B9CE47}">
      <dgm:prSet custT="1"/>
      <dgm:spPr/>
      <dgm:t>
        <a:bodyPr/>
        <a:lstStyle/>
        <a:p>
          <a:r>
            <a:rPr lang="es-MX" sz="1600" b="1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Este producto punto es lo que la función de SVM necesita para calcular el costo.</a:t>
          </a:r>
          <a:endParaRPr lang="es-MX" sz="1600" b="1" dirty="0">
            <a:solidFill>
              <a:schemeClr val="tx2">
                <a:lumMod val="50000"/>
              </a:schemeClr>
            </a:solidFill>
            <a:latin typeface="+mj-lt"/>
            <a:cs typeface="Times New Roman" panose="02020603050405020304" pitchFamily="18" charset="0"/>
          </a:endParaRPr>
        </a:p>
      </dgm:t>
    </dgm:pt>
    <dgm:pt modelId="{9C77814E-019F-47AE-8FBA-3E65D80244DA}" type="parTrans" cxnId="{AC26530E-D5D5-4150-A40A-B4D008D6B036}">
      <dgm:prSet/>
      <dgm:spPr/>
      <dgm:t>
        <a:bodyPr/>
        <a:lstStyle/>
        <a:p>
          <a:endParaRPr lang="es-AR" sz="2000" b="1">
            <a:solidFill>
              <a:schemeClr val="tx2">
                <a:lumMod val="50000"/>
              </a:schemeClr>
            </a:solidFill>
          </a:endParaRPr>
        </a:p>
      </dgm:t>
    </dgm:pt>
    <dgm:pt modelId="{EE4984DE-9D3A-4F02-A381-DF35DFB65E99}" type="sibTrans" cxnId="{AC26530E-D5D5-4150-A40A-B4D008D6B036}">
      <dgm:prSet/>
      <dgm:spPr/>
      <dgm:t>
        <a:bodyPr/>
        <a:lstStyle/>
        <a:p>
          <a:endParaRPr lang="es-AR" sz="2000" b="1">
            <a:solidFill>
              <a:schemeClr val="tx2">
                <a:lumMod val="50000"/>
              </a:schemeClr>
            </a:solidFill>
          </a:endParaRPr>
        </a:p>
      </dgm:t>
    </dgm:pt>
    <dgm:pt modelId="{9557C55D-7967-4D56-BCE6-0F51A99CAE62}">
      <dgm:prSet custT="1"/>
      <dgm:spPr>
        <a:blipFill>
          <a:blip xmlns:r="http://schemas.openxmlformats.org/officeDocument/2006/relationships" r:embed="rId1"/>
          <a:stretch>
            <a:fillRect b="-1316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8C0D4BEF-1334-4AF4-9C9D-5CF37543664A}" type="parTrans" cxnId="{A0F9E515-1E7F-40CB-99CD-0249BA41B173}">
      <dgm:prSet/>
      <dgm:spPr/>
      <dgm:t>
        <a:bodyPr/>
        <a:lstStyle/>
        <a:p>
          <a:endParaRPr lang="es-AR" sz="2000" b="1">
            <a:solidFill>
              <a:schemeClr val="tx2">
                <a:lumMod val="50000"/>
              </a:schemeClr>
            </a:solidFill>
          </a:endParaRPr>
        </a:p>
      </dgm:t>
    </dgm:pt>
    <dgm:pt modelId="{A7D5B9FD-9746-4FF8-A47D-DBC6535226E0}" type="sibTrans" cxnId="{A0F9E515-1E7F-40CB-99CD-0249BA41B173}">
      <dgm:prSet/>
      <dgm:spPr/>
      <dgm:t>
        <a:bodyPr/>
        <a:lstStyle/>
        <a:p>
          <a:endParaRPr lang="es-AR" sz="2000" b="1">
            <a:solidFill>
              <a:schemeClr val="tx2">
                <a:lumMod val="50000"/>
              </a:schemeClr>
            </a:solidFill>
          </a:endParaRPr>
        </a:p>
      </dgm:t>
    </dgm:pt>
    <dgm:pt modelId="{37F20984-88B3-4A2C-83C3-E4F6460CCEDF}">
      <dgm:prSet custT="1"/>
      <dgm:spPr/>
      <dgm:t>
        <a:bodyPr/>
        <a:lstStyle/>
        <a:p>
          <a:r>
            <a:rPr lang="es-MX" sz="1600" b="1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El proceso iterativo del SVM determina la dimensionalidad del espacio de características, pudiendo ser mucho mayor que el de entradas</a:t>
          </a:r>
        </a:p>
      </dgm:t>
    </dgm:pt>
    <dgm:pt modelId="{3AF9D3B2-3F95-43FF-BC1E-EA0CF5206076}" type="parTrans" cxnId="{DC2C1554-7A88-4859-A88D-BB22DC35C73C}">
      <dgm:prSet/>
      <dgm:spPr/>
      <dgm:t>
        <a:bodyPr/>
        <a:lstStyle/>
        <a:p>
          <a:endParaRPr lang="es-AR" sz="2000" b="1">
            <a:solidFill>
              <a:schemeClr val="tx2">
                <a:lumMod val="50000"/>
              </a:schemeClr>
            </a:solidFill>
          </a:endParaRPr>
        </a:p>
      </dgm:t>
    </dgm:pt>
    <dgm:pt modelId="{4586E6B0-C608-4CE8-94A2-822F8F4D5BDE}" type="sibTrans" cxnId="{DC2C1554-7A88-4859-A88D-BB22DC35C73C}">
      <dgm:prSet/>
      <dgm:spPr/>
      <dgm:t>
        <a:bodyPr/>
        <a:lstStyle/>
        <a:p>
          <a:endParaRPr lang="es-AR" sz="2000" b="1">
            <a:solidFill>
              <a:schemeClr val="tx2">
                <a:lumMod val="50000"/>
              </a:schemeClr>
            </a:solidFill>
          </a:endParaRPr>
        </a:p>
      </dgm:t>
    </dgm:pt>
    <dgm:pt modelId="{5CF9FF46-44E5-4D5A-A2DB-BFC9F2ACA1F2}" type="pres">
      <dgm:prSet presAssocID="{D4FBE074-F98A-4CAC-BC03-CCD52F4B9BE8}" presName="Name0" presStyleCnt="0">
        <dgm:presLayoutVars>
          <dgm:chMax val="7"/>
          <dgm:chPref val="7"/>
          <dgm:dir/>
        </dgm:presLayoutVars>
      </dgm:prSet>
      <dgm:spPr/>
    </dgm:pt>
    <dgm:pt modelId="{0276C7B3-3969-43A1-A43B-C766627F8836}" type="pres">
      <dgm:prSet presAssocID="{D4FBE074-F98A-4CAC-BC03-CCD52F4B9BE8}" presName="Name1" presStyleCnt="0"/>
      <dgm:spPr/>
    </dgm:pt>
    <dgm:pt modelId="{9814A3EC-42EA-4848-84A4-98BC03762AA2}" type="pres">
      <dgm:prSet presAssocID="{D4FBE074-F98A-4CAC-BC03-CCD52F4B9BE8}" presName="cycle" presStyleCnt="0"/>
      <dgm:spPr/>
    </dgm:pt>
    <dgm:pt modelId="{F02FCDF3-6C9E-4777-81C1-0DD2533EC977}" type="pres">
      <dgm:prSet presAssocID="{D4FBE074-F98A-4CAC-BC03-CCD52F4B9BE8}" presName="srcNode" presStyleLbl="node1" presStyleIdx="0" presStyleCnt="5"/>
      <dgm:spPr/>
    </dgm:pt>
    <dgm:pt modelId="{FDEDC7DF-9853-4742-96F1-9C6FDFF26FC8}" type="pres">
      <dgm:prSet presAssocID="{D4FBE074-F98A-4CAC-BC03-CCD52F4B9BE8}" presName="conn" presStyleLbl="parChTrans1D2" presStyleIdx="0" presStyleCnt="1"/>
      <dgm:spPr/>
    </dgm:pt>
    <dgm:pt modelId="{03A1D566-885C-4D52-99B5-B752789FC071}" type="pres">
      <dgm:prSet presAssocID="{D4FBE074-F98A-4CAC-BC03-CCD52F4B9BE8}" presName="extraNode" presStyleLbl="node1" presStyleIdx="0" presStyleCnt="5"/>
      <dgm:spPr/>
    </dgm:pt>
    <dgm:pt modelId="{C5DE607B-0B8B-4BC8-8775-AE2503EF8E3F}" type="pres">
      <dgm:prSet presAssocID="{D4FBE074-F98A-4CAC-BC03-CCD52F4B9BE8}" presName="dstNode" presStyleLbl="node1" presStyleIdx="0" presStyleCnt="5"/>
      <dgm:spPr/>
    </dgm:pt>
    <dgm:pt modelId="{64625225-0855-44C9-A094-2DE5CCFFAE72}" type="pres">
      <dgm:prSet presAssocID="{55B8B7CC-E0CB-41B1-AE60-3EC117BFB940}" presName="text_1" presStyleLbl="node1" presStyleIdx="0" presStyleCnt="5">
        <dgm:presLayoutVars>
          <dgm:bulletEnabled val="1"/>
        </dgm:presLayoutVars>
      </dgm:prSet>
      <dgm:spPr/>
    </dgm:pt>
    <dgm:pt modelId="{C22C7816-9E2F-4ECC-AC1C-471D1653095B}" type="pres">
      <dgm:prSet presAssocID="{55B8B7CC-E0CB-41B1-AE60-3EC117BFB940}" presName="accent_1" presStyleCnt="0"/>
      <dgm:spPr/>
    </dgm:pt>
    <dgm:pt modelId="{3B33BD22-DB71-485B-8F36-753F8D094C37}" type="pres">
      <dgm:prSet presAssocID="{55B8B7CC-E0CB-41B1-AE60-3EC117BFB940}" presName="accentRepeatNode" presStyleLbl="solidFgAcc1" presStyleIdx="0" presStyleCnt="5"/>
      <dgm:spPr/>
    </dgm:pt>
    <dgm:pt modelId="{D797F93D-0D91-4F91-885E-67E0876B9A9E}" type="pres">
      <dgm:prSet presAssocID="{8320F15E-A42C-4308-B20B-662889409FD0}" presName="text_2" presStyleLbl="node1" presStyleIdx="1" presStyleCnt="5">
        <dgm:presLayoutVars>
          <dgm:bulletEnabled val="1"/>
        </dgm:presLayoutVars>
      </dgm:prSet>
      <dgm:spPr/>
    </dgm:pt>
    <dgm:pt modelId="{235217E0-A788-4A8E-9A57-7A1BB3F4B019}" type="pres">
      <dgm:prSet presAssocID="{8320F15E-A42C-4308-B20B-662889409FD0}" presName="accent_2" presStyleCnt="0"/>
      <dgm:spPr/>
    </dgm:pt>
    <dgm:pt modelId="{33416E52-1109-426B-9C67-6C5EA9768CAD}" type="pres">
      <dgm:prSet presAssocID="{8320F15E-A42C-4308-B20B-662889409FD0}" presName="accentRepeatNode" presStyleLbl="solidFgAcc1" presStyleIdx="1" presStyleCnt="5"/>
      <dgm:spPr/>
    </dgm:pt>
    <dgm:pt modelId="{E3AFF077-BA09-4D95-BF7A-311B56A7F88B}" type="pres">
      <dgm:prSet presAssocID="{ACBE6A49-0287-4BB4-AAA5-A4AAC6B9CE47}" presName="text_3" presStyleLbl="node1" presStyleIdx="2" presStyleCnt="5">
        <dgm:presLayoutVars>
          <dgm:bulletEnabled val="1"/>
        </dgm:presLayoutVars>
      </dgm:prSet>
      <dgm:spPr/>
    </dgm:pt>
    <dgm:pt modelId="{31C0D539-8EB0-451A-B473-D3AB455C34AC}" type="pres">
      <dgm:prSet presAssocID="{ACBE6A49-0287-4BB4-AAA5-A4AAC6B9CE47}" presName="accent_3" presStyleCnt="0"/>
      <dgm:spPr/>
    </dgm:pt>
    <dgm:pt modelId="{C18603F5-09C9-4D57-9FCD-F511C09F57BD}" type="pres">
      <dgm:prSet presAssocID="{ACBE6A49-0287-4BB4-AAA5-A4AAC6B9CE47}" presName="accentRepeatNode" presStyleLbl="solidFgAcc1" presStyleIdx="2" presStyleCnt="5"/>
      <dgm:spPr/>
    </dgm:pt>
    <dgm:pt modelId="{23ED70DC-90BA-487B-9953-62380A3C9D6D}" type="pres">
      <dgm:prSet presAssocID="{9557C55D-7967-4D56-BCE6-0F51A99CAE62}" presName="text_4" presStyleLbl="node1" presStyleIdx="3" presStyleCnt="5">
        <dgm:presLayoutVars>
          <dgm:bulletEnabled val="1"/>
        </dgm:presLayoutVars>
      </dgm:prSet>
      <dgm:spPr/>
    </dgm:pt>
    <dgm:pt modelId="{FA118C4F-2C42-4C79-9AAB-3C1853407125}" type="pres">
      <dgm:prSet presAssocID="{9557C55D-7967-4D56-BCE6-0F51A99CAE62}" presName="accent_4" presStyleCnt="0"/>
      <dgm:spPr/>
    </dgm:pt>
    <dgm:pt modelId="{17D2DED1-7A77-4B4A-96FD-3EA887F081E0}" type="pres">
      <dgm:prSet presAssocID="{9557C55D-7967-4D56-BCE6-0F51A99CAE62}" presName="accentRepeatNode" presStyleLbl="solidFgAcc1" presStyleIdx="3" presStyleCnt="5"/>
      <dgm:spPr/>
    </dgm:pt>
    <dgm:pt modelId="{70EAAE95-0E7B-4056-A91E-4A2D31D797D0}" type="pres">
      <dgm:prSet presAssocID="{37F20984-88B3-4A2C-83C3-E4F6460CCEDF}" presName="text_5" presStyleLbl="node1" presStyleIdx="4" presStyleCnt="5">
        <dgm:presLayoutVars>
          <dgm:bulletEnabled val="1"/>
        </dgm:presLayoutVars>
      </dgm:prSet>
      <dgm:spPr/>
    </dgm:pt>
    <dgm:pt modelId="{3F812AEA-CF60-4AF4-9BD6-C44281821C2C}" type="pres">
      <dgm:prSet presAssocID="{37F20984-88B3-4A2C-83C3-E4F6460CCEDF}" presName="accent_5" presStyleCnt="0"/>
      <dgm:spPr/>
    </dgm:pt>
    <dgm:pt modelId="{AB7E2496-A8C5-4F41-A112-B4A9C38BFD11}" type="pres">
      <dgm:prSet presAssocID="{37F20984-88B3-4A2C-83C3-E4F6460CCEDF}" presName="accentRepeatNode" presStyleLbl="solidFgAcc1" presStyleIdx="4" presStyleCnt="5"/>
      <dgm:spPr/>
    </dgm:pt>
  </dgm:ptLst>
  <dgm:cxnLst>
    <dgm:cxn modelId="{AC26530E-D5D5-4150-A40A-B4D008D6B036}" srcId="{D4FBE074-F98A-4CAC-BC03-CCD52F4B9BE8}" destId="{ACBE6A49-0287-4BB4-AAA5-A4AAC6B9CE47}" srcOrd="2" destOrd="0" parTransId="{9C77814E-019F-47AE-8FBA-3E65D80244DA}" sibTransId="{EE4984DE-9D3A-4F02-A381-DF35DFB65E99}"/>
    <dgm:cxn modelId="{2ACBFA12-F951-47E9-8C73-1023A92FE49C}" srcId="{D4FBE074-F98A-4CAC-BC03-CCD52F4B9BE8}" destId="{55B8B7CC-E0CB-41B1-AE60-3EC117BFB940}" srcOrd="0" destOrd="0" parTransId="{14B630C4-2EF3-4FD6-B8EB-5DF96FEC2E3F}" sibTransId="{B5B5A9A0-47A0-4F27-8FF2-39E91F6EE891}"/>
    <dgm:cxn modelId="{A0F9E515-1E7F-40CB-99CD-0249BA41B173}" srcId="{D4FBE074-F98A-4CAC-BC03-CCD52F4B9BE8}" destId="{9557C55D-7967-4D56-BCE6-0F51A99CAE62}" srcOrd="3" destOrd="0" parTransId="{8C0D4BEF-1334-4AF4-9C9D-5CF37543664A}" sibTransId="{A7D5B9FD-9746-4FF8-A47D-DBC6535226E0}"/>
    <dgm:cxn modelId="{7023BF19-0E78-4C90-B3B5-3497DF9665F7}" type="presOf" srcId="{D4FBE074-F98A-4CAC-BC03-CCD52F4B9BE8}" destId="{5CF9FF46-44E5-4D5A-A2DB-BFC9F2ACA1F2}" srcOrd="0" destOrd="0" presId="urn:microsoft.com/office/officeart/2008/layout/VerticalCurvedList"/>
    <dgm:cxn modelId="{387E132A-5CFC-4811-9914-01E192D6FF52}" srcId="{D4FBE074-F98A-4CAC-BC03-CCD52F4B9BE8}" destId="{8320F15E-A42C-4308-B20B-662889409FD0}" srcOrd="1" destOrd="0" parTransId="{B2FCA9B4-2235-419D-B0C5-97FC442F85B8}" sibTransId="{06727AAD-68B4-4CF8-9E97-4AF9A87E9C70}"/>
    <dgm:cxn modelId="{64934F3C-0417-4782-B81D-ACC4A93150AB}" type="presOf" srcId="{37F20984-88B3-4A2C-83C3-E4F6460CCEDF}" destId="{70EAAE95-0E7B-4056-A91E-4A2D31D797D0}" srcOrd="0" destOrd="0" presId="urn:microsoft.com/office/officeart/2008/layout/VerticalCurvedList"/>
    <dgm:cxn modelId="{1059F76E-411A-4CC4-A64F-8F78543E7479}" type="presOf" srcId="{9557C55D-7967-4D56-BCE6-0F51A99CAE62}" destId="{23ED70DC-90BA-487B-9953-62380A3C9D6D}" srcOrd="0" destOrd="0" presId="urn:microsoft.com/office/officeart/2008/layout/VerticalCurvedList"/>
    <dgm:cxn modelId="{DC2C1554-7A88-4859-A88D-BB22DC35C73C}" srcId="{D4FBE074-F98A-4CAC-BC03-CCD52F4B9BE8}" destId="{37F20984-88B3-4A2C-83C3-E4F6460CCEDF}" srcOrd="4" destOrd="0" parTransId="{3AF9D3B2-3F95-43FF-BC1E-EA0CF5206076}" sibTransId="{4586E6B0-C608-4CE8-94A2-822F8F4D5BDE}"/>
    <dgm:cxn modelId="{D01FEC7C-06F2-478D-AD44-BB94E78F2B7F}" type="presOf" srcId="{ACBE6A49-0287-4BB4-AAA5-A4AAC6B9CE47}" destId="{E3AFF077-BA09-4D95-BF7A-311B56A7F88B}" srcOrd="0" destOrd="0" presId="urn:microsoft.com/office/officeart/2008/layout/VerticalCurvedList"/>
    <dgm:cxn modelId="{7A1400C3-11F4-4C87-BFBA-84ED6179E8FD}" type="presOf" srcId="{B5B5A9A0-47A0-4F27-8FF2-39E91F6EE891}" destId="{FDEDC7DF-9853-4742-96F1-9C6FDFF26FC8}" srcOrd="0" destOrd="0" presId="urn:microsoft.com/office/officeart/2008/layout/VerticalCurvedList"/>
    <dgm:cxn modelId="{005B30DA-E310-4BF7-86CA-23BD8A8EFAE4}" type="presOf" srcId="{55B8B7CC-E0CB-41B1-AE60-3EC117BFB940}" destId="{64625225-0855-44C9-A094-2DE5CCFFAE72}" srcOrd="0" destOrd="0" presId="urn:microsoft.com/office/officeart/2008/layout/VerticalCurvedList"/>
    <dgm:cxn modelId="{6C4959F6-1C16-4805-8455-34CED216B293}" type="presOf" srcId="{8320F15E-A42C-4308-B20B-662889409FD0}" destId="{D797F93D-0D91-4F91-885E-67E0876B9A9E}" srcOrd="0" destOrd="0" presId="urn:microsoft.com/office/officeart/2008/layout/VerticalCurvedList"/>
    <dgm:cxn modelId="{9B8C7077-74EC-411A-AB64-B7B4E67E6E2E}" type="presParOf" srcId="{5CF9FF46-44E5-4D5A-A2DB-BFC9F2ACA1F2}" destId="{0276C7B3-3969-43A1-A43B-C766627F8836}" srcOrd="0" destOrd="0" presId="urn:microsoft.com/office/officeart/2008/layout/VerticalCurvedList"/>
    <dgm:cxn modelId="{A01B171C-DF7D-4009-92DD-5C47B53D1332}" type="presParOf" srcId="{0276C7B3-3969-43A1-A43B-C766627F8836}" destId="{9814A3EC-42EA-4848-84A4-98BC03762AA2}" srcOrd="0" destOrd="0" presId="urn:microsoft.com/office/officeart/2008/layout/VerticalCurvedList"/>
    <dgm:cxn modelId="{D5424540-C6A3-42AB-8E40-D40745DC36C5}" type="presParOf" srcId="{9814A3EC-42EA-4848-84A4-98BC03762AA2}" destId="{F02FCDF3-6C9E-4777-81C1-0DD2533EC977}" srcOrd="0" destOrd="0" presId="urn:microsoft.com/office/officeart/2008/layout/VerticalCurvedList"/>
    <dgm:cxn modelId="{8EE9F975-4E9C-4313-BB67-F9740A113D41}" type="presParOf" srcId="{9814A3EC-42EA-4848-84A4-98BC03762AA2}" destId="{FDEDC7DF-9853-4742-96F1-9C6FDFF26FC8}" srcOrd="1" destOrd="0" presId="urn:microsoft.com/office/officeart/2008/layout/VerticalCurvedList"/>
    <dgm:cxn modelId="{B55856E5-206E-41AA-8674-DA4806656CE8}" type="presParOf" srcId="{9814A3EC-42EA-4848-84A4-98BC03762AA2}" destId="{03A1D566-885C-4D52-99B5-B752789FC071}" srcOrd="2" destOrd="0" presId="urn:microsoft.com/office/officeart/2008/layout/VerticalCurvedList"/>
    <dgm:cxn modelId="{7CDD8227-9769-4D7F-BAB5-2484F786CA66}" type="presParOf" srcId="{9814A3EC-42EA-4848-84A4-98BC03762AA2}" destId="{C5DE607B-0B8B-4BC8-8775-AE2503EF8E3F}" srcOrd="3" destOrd="0" presId="urn:microsoft.com/office/officeart/2008/layout/VerticalCurvedList"/>
    <dgm:cxn modelId="{3B0F250E-FED4-4D65-B1DF-32AF3A77B62E}" type="presParOf" srcId="{0276C7B3-3969-43A1-A43B-C766627F8836}" destId="{64625225-0855-44C9-A094-2DE5CCFFAE72}" srcOrd="1" destOrd="0" presId="urn:microsoft.com/office/officeart/2008/layout/VerticalCurvedList"/>
    <dgm:cxn modelId="{BE022F66-1B92-4ECC-98F3-CDFFFCB9D75E}" type="presParOf" srcId="{0276C7B3-3969-43A1-A43B-C766627F8836}" destId="{C22C7816-9E2F-4ECC-AC1C-471D1653095B}" srcOrd="2" destOrd="0" presId="urn:microsoft.com/office/officeart/2008/layout/VerticalCurvedList"/>
    <dgm:cxn modelId="{49FAA796-12F2-4F42-8CF7-B6F2A627A166}" type="presParOf" srcId="{C22C7816-9E2F-4ECC-AC1C-471D1653095B}" destId="{3B33BD22-DB71-485B-8F36-753F8D094C37}" srcOrd="0" destOrd="0" presId="urn:microsoft.com/office/officeart/2008/layout/VerticalCurvedList"/>
    <dgm:cxn modelId="{CF659F2B-51FD-45E5-9CA1-2E9C86A142FD}" type="presParOf" srcId="{0276C7B3-3969-43A1-A43B-C766627F8836}" destId="{D797F93D-0D91-4F91-885E-67E0876B9A9E}" srcOrd="3" destOrd="0" presId="urn:microsoft.com/office/officeart/2008/layout/VerticalCurvedList"/>
    <dgm:cxn modelId="{ABB3F87B-69D3-4487-B9D3-50EDC1832AC7}" type="presParOf" srcId="{0276C7B3-3969-43A1-A43B-C766627F8836}" destId="{235217E0-A788-4A8E-9A57-7A1BB3F4B019}" srcOrd="4" destOrd="0" presId="urn:microsoft.com/office/officeart/2008/layout/VerticalCurvedList"/>
    <dgm:cxn modelId="{D1632BB8-495E-4B70-A7A4-50CF3520C566}" type="presParOf" srcId="{235217E0-A788-4A8E-9A57-7A1BB3F4B019}" destId="{33416E52-1109-426B-9C67-6C5EA9768CAD}" srcOrd="0" destOrd="0" presId="urn:microsoft.com/office/officeart/2008/layout/VerticalCurvedList"/>
    <dgm:cxn modelId="{5DC84230-7C38-4120-BCF5-EC3D99189185}" type="presParOf" srcId="{0276C7B3-3969-43A1-A43B-C766627F8836}" destId="{E3AFF077-BA09-4D95-BF7A-311B56A7F88B}" srcOrd="5" destOrd="0" presId="urn:microsoft.com/office/officeart/2008/layout/VerticalCurvedList"/>
    <dgm:cxn modelId="{F0FF2179-D71A-4C41-ABFB-CEE5DB86133B}" type="presParOf" srcId="{0276C7B3-3969-43A1-A43B-C766627F8836}" destId="{31C0D539-8EB0-451A-B473-D3AB455C34AC}" srcOrd="6" destOrd="0" presId="urn:microsoft.com/office/officeart/2008/layout/VerticalCurvedList"/>
    <dgm:cxn modelId="{93908966-4067-4BAF-BE37-BC23EF928A1F}" type="presParOf" srcId="{31C0D539-8EB0-451A-B473-D3AB455C34AC}" destId="{C18603F5-09C9-4D57-9FCD-F511C09F57BD}" srcOrd="0" destOrd="0" presId="urn:microsoft.com/office/officeart/2008/layout/VerticalCurvedList"/>
    <dgm:cxn modelId="{85B4124A-2B0B-48E1-8976-85A60A84DC51}" type="presParOf" srcId="{0276C7B3-3969-43A1-A43B-C766627F8836}" destId="{23ED70DC-90BA-487B-9953-62380A3C9D6D}" srcOrd="7" destOrd="0" presId="urn:microsoft.com/office/officeart/2008/layout/VerticalCurvedList"/>
    <dgm:cxn modelId="{F8762D86-C15C-4592-956C-0DF4CE0EC17C}" type="presParOf" srcId="{0276C7B3-3969-43A1-A43B-C766627F8836}" destId="{FA118C4F-2C42-4C79-9AAB-3C1853407125}" srcOrd="8" destOrd="0" presId="urn:microsoft.com/office/officeart/2008/layout/VerticalCurvedList"/>
    <dgm:cxn modelId="{D91076FC-C95C-479B-8CA6-4F3FF267CE4B}" type="presParOf" srcId="{FA118C4F-2C42-4C79-9AAB-3C1853407125}" destId="{17D2DED1-7A77-4B4A-96FD-3EA887F081E0}" srcOrd="0" destOrd="0" presId="urn:microsoft.com/office/officeart/2008/layout/VerticalCurvedList"/>
    <dgm:cxn modelId="{F91EF1C7-B8DD-464B-A409-F2A992291418}" type="presParOf" srcId="{0276C7B3-3969-43A1-A43B-C766627F8836}" destId="{70EAAE95-0E7B-4056-A91E-4A2D31D797D0}" srcOrd="9" destOrd="0" presId="urn:microsoft.com/office/officeart/2008/layout/VerticalCurvedList"/>
    <dgm:cxn modelId="{14FC6A77-A422-4758-A8D9-8009ED6C8CF8}" type="presParOf" srcId="{0276C7B3-3969-43A1-A43B-C766627F8836}" destId="{3F812AEA-CF60-4AF4-9BD6-C44281821C2C}" srcOrd="10" destOrd="0" presId="urn:microsoft.com/office/officeart/2008/layout/VerticalCurvedList"/>
    <dgm:cxn modelId="{D84CC2B6-C54E-4FB4-B1C7-3B3BF24235F4}" type="presParOf" srcId="{3F812AEA-CF60-4AF4-9BD6-C44281821C2C}" destId="{AB7E2496-A8C5-4F41-A112-B4A9C38BFD1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33244AA-8B84-48C6-89D5-48C1AB1809E8}" type="doc">
      <dgm:prSet loTypeId="urn:microsoft.com/office/officeart/2005/8/layout/vList3" loCatId="list" qsTypeId="urn:microsoft.com/office/officeart/2005/8/quickstyle/simple1" qsCatId="simple" csTypeId="urn:microsoft.com/office/officeart/2005/8/colors/colorful1" csCatId="colorful" phldr="1"/>
      <dgm:spPr/>
    </dgm:pt>
    <mc:AlternateContent xmlns:mc="http://schemas.openxmlformats.org/markup-compatibility/2006" xmlns:a14="http://schemas.microsoft.com/office/drawing/2010/main">
      <mc:Choice Requires="a14">
        <dgm:pt modelId="{0D596A59-4CB9-45E8-87C5-93118CDC72B4}">
          <dgm:prSet phldrT="[Texto]" custT="1"/>
          <dgm:spPr/>
          <dgm:t>
            <a:bodyPr/>
            <a:lstStyle/>
            <a:p>
              <a:pPr algn="ctr">
                <a:buSzPts val="1800"/>
                <a:buFont typeface="Arial" panose="020B0604020202020204" pitchFamily="34" charset="0"/>
                <a:buChar char="•"/>
              </a:pPr>
              <a:r>
                <a:rPr lang="es-MX" sz="1800" b="1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Polinomial</a:t>
              </a:r>
              <a:r>
                <a:rPr lang="es-MX" sz="1800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14:m>
                <m:oMath xmlns:m="http://schemas.openxmlformats.org/officeDocument/2006/math">
                  <m:r>
                    <a:rPr lang="es-MX" sz="1800" b="0" i="1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𝐾</m:t>
                  </m:r>
                  <m:d>
                    <m:dPr>
                      <m:ctrlPr>
                        <a:rPr lang="ar-AE" sz="1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ar-AE" sz="1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1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1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e>
                  </m:d>
                  <m:r>
                    <a:rPr lang="ar-AE" sz="1800" b="0" i="1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=</m:t>
                  </m:r>
                  <m:sSup>
                    <m:sSupPr>
                      <m:ctrlPr>
                        <a:rPr lang="ar-AE" sz="1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sSupPr>
                    <m:e>
                      <m:d>
                        <m:dPr>
                          <m:ctrlPr>
                            <a:rPr lang="ar-AE" sz="1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ar-AE" sz="1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ar-AE" sz="1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sz="1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ar-AE" sz="1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1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e>
                    <m:sup>
                      <m:r>
                        <a:rPr lang="ar-AE" sz="1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sup>
                  </m:sSup>
                </m:oMath>
              </a14:m>
              <a:endParaRPr lang="es-AR" sz="1800" dirty="0">
                <a:solidFill>
                  <a:schemeClr val="tx2">
                    <a:lumMod val="50000"/>
                  </a:schemeClr>
                </a:solidFill>
              </a:endParaRPr>
            </a:p>
          </dgm:t>
        </dgm:pt>
      </mc:Choice>
      <mc:Fallback xmlns="">
        <dgm:pt modelId="{0D596A59-4CB9-45E8-87C5-93118CDC72B4}">
          <dgm:prSet phldrT="[Texto]" custT="1"/>
          <dgm:spPr/>
          <dgm:t>
            <a:bodyPr/>
            <a:lstStyle/>
            <a:p>
              <a:pPr algn="ctr">
                <a:buSzPts val="1800"/>
                <a:buFont typeface="Arial" panose="020B0604020202020204" pitchFamily="34" charset="0"/>
                <a:buChar char="•"/>
              </a:pPr>
              <a:r>
                <a:rPr lang="es-MX" sz="1800" b="1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Polinomial</a:t>
              </a:r>
              <a:r>
                <a:rPr lang="es-MX" sz="1800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s-MX" sz="1800" b="0" i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a:t>𝐾</a:t>
              </a:r>
              <a:r>
                <a:rPr lang="ar-AE" sz="1800" b="0" i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a:t>(𝑥,𝑧)=(⟨𝑥,𝑧⟩+𝑐)^𝑑</a:t>
              </a:r>
              <a:endParaRPr lang="es-AR" sz="1800" dirty="0">
                <a:solidFill>
                  <a:schemeClr val="tx2">
                    <a:lumMod val="50000"/>
                  </a:schemeClr>
                </a:solidFill>
              </a:endParaRPr>
            </a:p>
          </dgm:t>
        </dgm:pt>
      </mc:Fallback>
    </mc:AlternateContent>
    <dgm:pt modelId="{BDF93A4A-7B54-4689-BACF-BA913ED70839}" type="parTrans" cxnId="{D61CBDF7-FFCC-444F-B065-87FC1A47B5AF}">
      <dgm:prSet/>
      <dgm:spPr/>
      <dgm:t>
        <a:bodyPr/>
        <a:lstStyle/>
        <a:p>
          <a:endParaRPr lang="es-AR">
            <a:solidFill>
              <a:schemeClr val="tx2">
                <a:lumMod val="50000"/>
              </a:schemeClr>
            </a:solidFill>
          </a:endParaRPr>
        </a:p>
      </dgm:t>
    </dgm:pt>
    <dgm:pt modelId="{CD227A53-438D-422D-A23F-59254420E533}" type="sibTrans" cxnId="{D61CBDF7-FFCC-444F-B065-87FC1A47B5AF}">
      <dgm:prSet/>
      <dgm:spPr/>
      <dgm:t>
        <a:bodyPr/>
        <a:lstStyle/>
        <a:p>
          <a:endParaRPr lang="es-AR">
            <a:solidFill>
              <a:schemeClr val="tx2">
                <a:lumMod val="50000"/>
              </a:schemeClr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26E38D8E-4E46-46CA-94B2-8DD8E08F9A7D}">
          <dgm:prSet custT="1"/>
          <dgm:spPr/>
          <dgm:t>
            <a:bodyPr/>
            <a:lstStyle/>
            <a:p>
              <a:pPr algn="ctr"/>
              <a:r>
                <a:rPr lang="es-MX" sz="1800" b="1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Radial Basis Functions (RBF)</a:t>
              </a:r>
              <a:r>
                <a:rPr lang="es-MX" sz="1800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br>
                <a:rPr lang="es-MX" sz="1800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14:m>
                <m:oMath xmlns:m="http://schemas.openxmlformats.org/officeDocument/2006/math">
                  <m:r>
                    <a:rPr lang="es-MX" sz="1800" b="0" i="1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𝐾</m:t>
                  </m:r>
                  <m:d>
                    <m:dPr>
                      <m:ctrlPr>
                        <a:rPr lang="ar-AE" sz="1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ar-AE" sz="1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1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1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e>
                  </m:d>
                  <m:r>
                    <a:rPr lang="ar-AE" sz="1800" b="0" i="1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=</m:t>
                  </m:r>
                  <m:func>
                    <m:funcPr>
                      <m:ctrlPr>
                        <a:rPr lang="ar-AE" sz="1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funcPr>
                    <m:fName>
                      <m:r>
                        <m:rPr>
                          <m:sty m:val="p"/>
                        </m:rPr>
                        <a:rPr lang="es-MX" sz="1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</m:fName>
                    <m:e>
                      <m:d>
                        <m:dPr>
                          <m:ctrlPr>
                            <a:rPr lang="ar-AE" sz="1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1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1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ar-AE" sz="1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ar-AE" sz="1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1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ar-AE" sz="1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ar-AE" sz="1800" i="1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sz="1800" i="1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ar-AE" sz="1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sSup>
                                <m:sSupPr>
                                  <m:ctrlPr>
                                    <a:rPr lang="ar-AE" sz="1800" b="0" i="1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800" b="0" i="1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ar-AE" sz="1800" b="0" i="1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e>
                  </m:func>
                </m:oMath>
              </a14:m>
              <a:r>
                <a:rPr lang="ar-AE" sz="1800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ar-AE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endParaRPr>
            </a:p>
          </dgm:t>
        </dgm:pt>
      </mc:Choice>
      <mc:Fallback xmlns="">
        <dgm:pt modelId="{26E38D8E-4E46-46CA-94B2-8DD8E08F9A7D}">
          <dgm:prSet custT="1"/>
          <dgm:spPr/>
          <dgm:t>
            <a:bodyPr/>
            <a:lstStyle/>
            <a:p>
              <a:pPr algn="ctr"/>
              <a:r>
                <a:rPr lang="es-MX" sz="1800" b="1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Radial Basis Functions (RBF)</a:t>
              </a:r>
              <a:r>
                <a:rPr lang="es-MX" sz="1800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br>
                <a:rPr lang="es-MX" sz="1800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s-MX" sz="1800" b="0" i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a:t>𝐾</a:t>
              </a:r>
              <a:r>
                <a:rPr lang="ar-AE" sz="1800" b="0" i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a:t>(𝑥,𝑧)=</a:t>
              </a:r>
              <a:r>
                <a:rPr lang="es-MX" sz="1800" b="0" i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a:t>exp</a:t>
              </a:r>
              <a:r>
                <a:rPr lang="ar-AE" sz="1800" b="0" i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a:t>⁡((</a:t>
              </a:r>
              <a:r>
                <a:rPr lang="ar-AE" sz="1800" i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a:t>−(𝑥−𝑧)^2</a:t>
              </a:r>
              <a:r>
                <a:rPr lang="ar-AE" sz="1800" b="0" i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a:t>)/(1𝜎^2 ))</a:t>
              </a:r>
              <a:r>
                <a:rPr lang="ar-AE" sz="1800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ar-AE" sz="18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endParaRPr>
            </a:p>
          </dgm:t>
        </dgm:pt>
      </mc:Fallback>
    </mc:AlternateContent>
    <dgm:pt modelId="{E4A16D27-9CB6-46DF-A4BC-A2C95BABC34B}" type="parTrans" cxnId="{1BA9512E-E9E1-462A-9B6E-96109E57FF58}">
      <dgm:prSet/>
      <dgm:spPr/>
      <dgm:t>
        <a:bodyPr/>
        <a:lstStyle/>
        <a:p>
          <a:endParaRPr lang="es-AR">
            <a:solidFill>
              <a:schemeClr val="tx2">
                <a:lumMod val="50000"/>
              </a:schemeClr>
            </a:solidFill>
          </a:endParaRPr>
        </a:p>
      </dgm:t>
    </dgm:pt>
    <dgm:pt modelId="{94A5295B-18DE-403D-BCDB-531EDC29DACA}" type="sibTrans" cxnId="{1BA9512E-E9E1-462A-9B6E-96109E57FF58}">
      <dgm:prSet/>
      <dgm:spPr/>
      <dgm:t>
        <a:bodyPr/>
        <a:lstStyle/>
        <a:p>
          <a:endParaRPr lang="es-AR">
            <a:solidFill>
              <a:schemeClr val="tx2">
                <a:lumMod val="50000"/>
              </a:schemeClr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3BEE99E4-597A-4D71-9B96-344CE3788140}">
          <dgm:prSet custT="1"/>
          <dgm:spPr/>
          <dgm:t>
            <a:bodyPr/>
            <a:lstStyle/>
            <a:p>
              <a:pPr algn="ctr"/>
              <a:r>
                <a:rPr lang="es-MX" sz="1800" b="1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Sigmoid</a:t>
              </a:r>
              <a:r>
                <a:rPr lang="es-MX" sz="1800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14:m>
                <m:oMath xmlns:m="http://schemas.openxmlformats.org/officeDocument/2006/math">
                  <m:r>
                    <a:rPr lang="es-MX" sz="1800" b="0" i="1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𝐾</m:t>
                  </m:r>
                  <m:d>
                    <m:dPr>
                      <m:ctrlPr>
                        <a:rPr lang="ar-AE" sz="1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ar-AE" sz="1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1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1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e>
                  </m:d>
                  <m:r>
                    <a:rPr lang="ar-AE" sz="1800" b="0" i="1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=</m:t>
                  </m:r>
                  <m:func>
                    <m:funcPr>
                      <m:ctrlPr>
                        <a:rPr lang="ar-AE" sz="18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funcPr>
                    <m:fName>
                      <m:r>
                        <m:rPr>
                          <m:sty m:val="p"/>
                        </m:rPr>
                        <a:rPr lang="es-MX" sz="1800" b="0" i="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tanh</m:t>
                      </m:r>
                    </m:fName>
                    <m:e>
                      <m:d>
                        <m:dPr>
                          <m:ctrlPr>
                            <a:rPr lang="ar-AE" sz="1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sz="1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ar-AE" sz="1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ar-AE" sz="1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sz="18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ar-AE" sz="1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18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e>
                  </m:func>
                </m:oMath>
              </a14:m>
              <a:endParaRPr lang="es-AR" sz="1800" dirty="0">
                <a:solidFill>
                  <a:schemeClr val="tx2">
                    <a:lumMod val="50000"/>
                  </a:schemeClr>
                </a:solidFill>
              </a:endParaRPr>
            </a:p>
          </dgm:t>
        </dgm:pt>
      </mc:Choice>
      <mc:Fallback xmlns="">
        <dgm:pt modelId="{3BEE99E4-597A-4D71-9B96-344CE3788140}">
          <dgm:prSet custT="1"/>
          <dgm:spPr/>
          <dgm:t>
            <a:bodyPr/>
            <a:lstStyle/>
            <a:p>
              <a:pPr algn="ctr"/>
              <a:r>
                <a:rPr lang="es-MX" sz="1800" b="1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Sigmoid</a:t>
              </a:r>
              <a:r>
                <a:rPr lang="es-MX" sz="1800" dirty="0">
                  <a:solidFill>
                    <a:schemeClr val="tx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s-MX" sz="1800" b="0" i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a:t>𝐾</a:t>
              </a:r>
              <a:r>
                <a:rPr lang="ar-AE" sz="1800" b="0" i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a:t>(𝑥,𝑧)=</a:t>
              </a:r>
              <a:r>
                <a:rPr lang="es-MX" sz="1800" b="0" i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a:t>tanh</a:t>
              </a:r>
              <a:r>
                <a:rPr lang="ar-AE" sz="1800" b="0" i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a:t>⁡(𝑐 ⟨𝑥,𝑧⟩+ℎ)</a:t>
              </a:r>
              <a:endParaRPr lang="es-AR" sz="1800" dirty="0">
                <a:solidFill>
                  <a:schemeClr val="tx2">
                    <a:lumMod val="50000"/>
                  </a:schemeClr>
                </a:solidFill>
              </a:endParaRPr>
            </a:p>
          </dgm:t>
        </dgm:pt>
      </mc:Fallback>
    </mc:AlternateContent>
    <dgm:pt modelId="{D6C5EB90-5928-4BE4-A2AB-198ED298BD86}" type="parTrans" cxnId="{5BF92305-2676-478D-A02C-93065792D20B}">
      <dgm:prSet/>
      <dgm:spPr/>
      <dgm:t>
        <a:bodyPr/>
        <a:lstStyle/>
        <a:p>
          <a:endParaRPr lang="es-AR">
            <a:solidFill>
              <a:schemeClr val="tx2">
                <a:lumMod val="50000"/>
              </a:schemeClr>
            </a:solidFill>
          </a:endParaRPr>
        </a:p>
      </dgm:t>
    </dgm:pt>
    <dgm:pt modelId="{30FB8270-C983-477D-B5C6-6CD32AAFE729}" type="sibTrans" cxnId="{5BF92305-2676-478D-A02C-93065792D20B}">
      <dgm:prSet/>
      <dgm:spPr/>
      <dgm:t>
        <a:bodyPr/>
        <a:lstStyle/>
        <a:p>
          <a:endParaRPr lang="es-AR">
            <a:solidFill>
              <a:schemeClr val="tx2">
                <a:lumMod val="50000"/>
              </a:schemeClr>
            </a:solidFill>
          </a:endParaRPr>
        </a:p>
      </dgm:t>
    </dgm:pt>
    <dgm:pt modelId="{CADED456-5D42-4FF4-9974-6949FA2F153A}" type="pres">
      <dgm:prSet presAssocID="{F33244AA-8B84-48C6-89D5-48C1AB1809E8}" presName="linearFlow" presStyleCnt="0">
        <dgm:presLayoutVars>
          <dgm:dir/>
          <dgm:resizeHandles val="exact"/>
        </dgm:presLayoutVars>
      </dgm:prSet>
      <dgm:spPr/>
    </dgm:pt>
    <dgm:pt modelId="{DA150A92-C058-4071-B1C6-647678CDC02A}" type="pres">
      <dgm:prSet presAssocID="{0D596A59-4CB9-45E8-87C5-93118CDC72B4}" presName="composite" presStyleCnt="0"/>
      <dgm:spPr/>
    </dgm:pt>
    <dgm:pt modelId="{B2BAC680-4758-41AF-B020-F9E962377396}" type="pres">
      <dgm:prSet presAssocID="{0D596A59-4CB9-45E8-87C5-93118CDC72B4}" presName="imgShp" presStyleLbl="fgImgPlace1" presStyleIdx="0" presStyleCnt="3"/>
      <dgm:spPr>
        <a:blipFill rotWithShape="1">
          <a:blip xmlns:r="http://schemas.openxmlformats.org/officeDocument/2006/relationships" r:embed="rId1"/>
          <a:srcRect/>
          <a:stretch>
            <a:fillRect l="-1000" r="-1000"/>
          </a:stretch>
        </a:blipFill>
      </dgm:spPr>
    </dgm:pt>
    <dgm:pt modelId="{4F4470A2-5DF6-4055-A806-1D0D72F2DA2B}" type="pres">
      <dgm:prSet presAssocID="{0D596A59-4CB9-45E8-87C5-93118CDC72B4}" presName="txShp" presStyleLbl="node1" presStyleIdx="0" presStyleCnt="3" custScaleX="114870">
        <dgm:presLayoutVars>
          <dgm:bulletEnabled val="1"/>
        </dgm:presLayoutVars>
      </dgm:prSet>
      <dgm:spPr/>
    </dgm:pt>
    <dgm:pt modelId="{9D800907-5F9A-4F8F-994C-A1AC213EAEC0}" type="pres">
      <dgm:prSet presAssocID="{CD227A53-438D-422D-A23F-59254420E533}" presName="spacing" presStyleCnt="0"/>
      <dgm:spPr/>
    </dgm:pt>
    <dgm:pt modelId="{24A3794C-618F-444D-8DC8-D6492F555A30}" type="pres">
      <dgm:prSet presAssocID="{26E38D8E-4E46-46CA-94B2-8DD8E08F9A7D}" presName="composite" presStyleCnt="0"/>
      <dgm:spPr/>
    </dgm:pt>
    <dgm:pt modelId="{79A8A852-89E7-4740-B105-E4772F5B3AA1}" type="pres">
      <dgm:prSet presAssocID="{26E38D8E-4E46-46CA-94B2-8DD8E08F9A7D}" presName="imgShp" presStyleLbl="fgImgPlace1" presStyleIdx="1" presStyleCnt="3"/>
      <dgm:spPr>
        <a:blipFill rotWithShape="1">
          <a:blip xmlns:r="http://schemas.openxmlformats.org/officeDocument/2006/relationships" r:embed="rId2"/>
          <a:srcRect/>
          <a:stretch>
            <a:fillRect l="-5000" r="-5000"/>
          </a:stretch>
        </a:blipFill>
      </dgm:spPr>
    </dgm:pt>
    <dgm:pt modelId="{917F8744-9695-4B24-8E1B-BA2029633491}" type="pres">
      <dgm:prSet presAssocID="{26E38D8E-4E46-46CA-94B2-8DD8E08F9A7D}" presName="txShp" presStyleLbl="node1" presStyleIdx="1" presStyleCnt="3" custScaleX="114870">
        <dgm:presLayoutVars>
          <dgm:bulletEnabled val="1"/>
        </dgm:presLayoutVars>
      </dgm:prSet>
      <dgm:spPr/>
    </dgm:pt>
    <dgm:pt modelId="{FBFC5E1C-8125-4DBC-8C36-ABA1AF14150C}" type="pres">
      <dgm:prSet presAssocID="{94A5295B-18DE-403D-BCDB-531EDC29DACA}" presName="spacing" presStyleCnt="0"/>
      <dgm:spPr/>
    </dgm:pt>
    <dgm:pt modelId="{4B5FED8C-0A93-432C-8367-891CE0C4E8AE}" type="pres">
      <dgm:prSet presAssocID="{3BEE99E4-597A-4D71-9B96-344CE3788140}" presName="composite" presStyleCnt="0"/>
      <dgm:spPr/>
    </dgm:pt>
    <dgm:pt modelId="{FB97C2C8-7EF3-4BDA-89BF-C2FBAD789495}" type="pres">
      <dgm:prSet presAssocID="{3BEE99E4-597A-4D71-9B96-344CE3788140}" presName="imgShp" presStyleLbl="fgImgPlace1" presStyleIdx="2" presStyleCnt="3"/>
      <dgm:spPr>
        <a:blipFill rotWithShape="1">
          <a:blip xmlns:r="http://schemas.openxmlformats.org/officeDocument/2006/relationships" r:embed="rId3"/>
          <a:srcRect/>
          <a:stretch>
            <a:fillRect l="-51000" r="-51000"/>
          </a:stretch>
        </a:blipFill>
      </dgm:spPr>
    </dgm:pt>
    <dgm:pt modelId="{DDA6B8B0-207F-4D2E-A3B4-FD9333A28C81}" type="pres">
      <dgm:prSet presAssocID="{3BEE99E4-597A-4D71-9B96-344CE3788140}" presName="txShp" presStyleLbl="node1" presStyleIdx="2" presStyleCnt="3" custScaleX="114870">
        <dgm:presLayoutVars>
          <dgm:bulletEnabled val="1"/>
        </dgm:presLayoutVars>
      </dgm:prSet>
      <dgm:spPr/>
    </dgm:pt>
  </dgm:ptLst>
  <dgm:cxnLst>
    <dgm:cxn modelId="{5BF92305-2676-478D-A02C-93065792D20B}" srcId="{F33244AA-8B84-48C6-89D5-48C1AB1809E8}" destId="{3BEE99E4-597A-4D71-9B96-344CE3788140}" srcOrd="2" destOrd="0" parTransId="{D6C5EB90-5928-4BE4-A2AB-198ED298BD86}" sibTransId="{30FB8270-C983-477D-B5C6-6CD32AAFE729}"/>
    <dgm:cxn modelId="{E5DC351A-21DE-48F6-99A8-1BDA7EB0AD9F}" type="presOf" srcId="{0D596A59-4CB9-45E8-87C5-93118CDC72B4}" destId="{4F4470A2-5DF6-4055-A806-1D0D72F2DA2B}" srcOrd="0" destOrd="0" presId="urn:microsoft.com/office/officeart/2005/8/layout/vList3"/>
    <dgm:cxn modelId="{1BA9512E-E9E1-462A-9B6E-96109E57FF58}" srcId="{F33244AA-8B84-48C6-89D5-48C1AB1809E8}" destId="{26E38D8E-4E46-46CA-94B2-8DD8E08F9A7D}" srcOrd="1" destOrd="0" parTransId="{E4A16D27-9CB6-46DF-A4BC-A2C95BABC34B}" sibTransId="{94A5295B-18DE-403D-BCDB-531EDC29DACA}"/>
    <dgm:cxn modelId="{AB85952F-1356-4023-94C5-6DF650D5EE32}" type="presOf" srcId="{3BEE99E4-597A-4D71-9B96-344CE3788140}" destId="{DDA6B8B0-207F-4D2E-A3B4-FD9333A28C81}" srcOrd="0" destOrd="0" presId="urn:microsoft.com/office/officeart/2005/8/layout/vList3"/>
    <dgm:cxn modelId="{EAA0C25F-342C-4E5D-A1B1-9E82261427FF}" type="presOf" srcId="{26E38D8E-4E46-46CA-94B2-8DD8E08F9A7D}" destId="{917F8744-9695-4B24-8E1B-BA2029633491}" srcOrd="0" destOrd="0" presId="urn:microsoft.com/office/officeart/2005/8/layout/vList3"/>
    <dgm:cxn modelId="{BBE7D3A5-083C-4C47-9B47-EB982FC423F8}" type="presOf" srcId="{F33244AA-8B84-48C6-89D5-48C1AB1809E8}" destId="{CADED456-5D42-4FF4-9974-6949FA2F153A}" srcOrd="0" destOrd="0" presId="urn:microsoft.com/office/officeart/2005/8/layout/vList3"/>
    <dgm:cxn modelId="{D61CBDF7-FFCC-444F-B065-87FC1A47B5AF}" srcId="{F33244AA-8B84-48C6-89D5-48C1AB1809E8}" destId="{0D596A59-4CB9-45E8-87C5-93118CDC72B4}" srcOrd="0" destOrd="0" parTransId="{BDF93A4A-7B54-4689-BACF-BA913ED70839}" sibTransId="{CD227A53-438D-422D-A23F-59254420E533}"/>
    <dgm:cxn modelId="{BEB32108-E389-443C-94A8-61E4F5635D64}" type="presParOf" srcId="{CADED456-5D42-4FF4-9974-6949FA2F153A}" destId="{DA150A92-C058-4071-B1C6-647678CDC02A}" srcOrd="0" destOrd="0" presId="urn:microsoft.com/office/officeart/2005/8/layout/vList3"/>
    <dgm:cxn modelId="{29856ACB-DC82-4AF0-8F98-76C4264717B4}" type="presParOf" srcId="{DA150A92-C058-4071-B1C6-647678CDC02A}" destId="{B2BAC680-4758-41AF-B020-F9E962377396}" srcOrd="0" destOrd="0" presId="urn:microsoft.com/office/officeart/2005/8/layout/vList3"/>
    <dgm:cxn modelId="{32758D04-3435-483C-9009-B7AEAAB703AF}" type="presParOf" srcId="{DA150A92-C058-4071-B1C6-647678CDC02A}" destId="{4F4470A2-5DF6-4055-A806-1D0D72F2DA2B}" srcOrd="1" destOrd="0" presId="urn:microsoft.com/office/officeart/2005/8/layout/vList3"/>
    <dgm:cxn modelId="{9C17443D-6684-422A-89A9-D76CF12C182E}" type="presParOf" srcId="{CADED456-5D42-4FF4-9974-6949FA2F153A}" destId="{9D800907-5F9A-4F8F-994C-A1AC213EAEC0}" srcOrd="1" destOrd="0" presId="urn:microsoft.com/office/officeart/2005/8/layout/vList3"/>
    <dgm:cxn modelId="{D9AB4A59-0C31-4D79-B81B-F44B3759B852}" type="presParOf" srcId="{CADED456-5D42-4FF4-9974-6949FA2F153A}" destId="{24A3794C-618F-444D-8DC8-D6492F555A30}" srcOrd="2" destOrd="0" presId="urn:microsoft.com/office/officeart/2005/8/layout/vList3"/>
    <dgm:cxn modelId="{4EB4D158-D099-4F9C-A380-2BCB718A8200}" type="presParOf" srcId="{24A3794C-618F-444D-8DC8-D6492F555A30}" destId="{79A8A852-89E7-4740-B105-E4772F5B3AA1}" srcOrd="0" destOrd="0" presId="urn:microsoft.com/office/officeart/2005/8/layout/vList3"/>
    <dgm:cxn modelId="{FC3243F9-A781-4A09-B3A3-21372CB9D7F2}" type="presParOf" srcId="{24A3794C-618F-444D-8DC8-D6492F555A30}" destId="{917F8744-9695-4B24-8E1B-BA2029633491}" srcOrd="1" destOrd="0" presId="urn:microsoft.com/office/officeart/2005/8/layout/vList3"/>
    <dgm:cxn modelId="{19A9EEAB-85C1-4D17-937B-D9B7E2DC159B}" type="presParOf" srcId="{CADED456-5D42-4FF4-9974-6949FA2F153A}" destId="{FBFC5E1C-8125-4DBC-8C36-ABA1AF14150C}" srcOrd="3" destOrd="0" presId="urn:microsoft.com/office/officeart/2005/8/layout/vList3"/>
    <dgm:cxn modelId="{E463FF19-EECF-47D7-AE3E-142E90F33C86}" type="presParOf" srcId="{CADED456-5D42-4FF4-9974-6949FA2F153A}" destId="{4B5FED8C-0A93-432C-8367-891CE0C4E8AE}" srcOrd="4" destOrd="0" presId="urn:microsoft.com/office/officeart/2005/8/layout/vList3"/>
    <dgm:cxn modelId="{1ED2B22C-C3AC-44DD-8C56-3C1ACA31BC75}" type="presParOf" srcId="{4B5FED8C-0A93-432C-8367-891CE0C4E8AE}" destId="{FB97C2C8-7EF3-4BDA-89BF-C2FBAD789495}" srcOrd="0" destOrd="0" presId="urn:microsoft.com/office/officeart/2005/8/layout/vList3"/>
    <dgm:cxn modelId="{92948FC9-3737-49E0-A5C7-561944E2B304}" type="presParOf" srcId="{4B5FED8C-0A93-432C-8367-891CE0C4E8AE}" destId="{DDA6B8B0-207F-4D2E-A3B4-FD9333A28C8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33244AA-8B84-48C6-89D5-48C1AB1809E8}" type="doc">
      <dgm:prSet loTypeId="urn:microsoft.com/office/officeart/2005/8/layout/vList3" loCatId="list" qsTypeId="urn:microsoft.com/office/officeart/2005/8/quickstyle/simple1" qsCatId="simple" csTypeId="urn:microsoft.com/office/officeart/2005/8/colors/colorful1" csCatId="colorful" phldr="1"/>
      <dgm:spPr/>
    </dgm:pt>
    <dgm:pt modelId="{0D596A59-4CB9-45E8-87C5-93118CDC72B4}">
      <dgm:prSet phldrT="[Texto]"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BDF93A4A-7B54-4689-BACF-BA913ED70839}" type="parTrans" cxnId="{D61CBDF7-FFCC-444F-B065-87FC1A47B5AF}">
      <dgm:prSet/>
      <dgm:spPr/>
      <dgm:t>
        <a:bodyPr/>
        <a:lstStyle/>
        <a:p>
          <a:endParaRPr lang="es-AR">
            <a:solidFill>
              <a:schemeClr val="tx2">
                <a:lumMod val="50000"/>
              </a:schemeClr>
            </a:solidFill>
          </a:endParaRPr>
        </a:p>
      </dgm:t>
    </dgm:pt>
    <dgm:pt modelId="{CD227A53-438D-422D-A23F-59254420E533}" type="sibTrans" cxnId="{D61CBDF7-FFCC-444F-B065-87FC1A47B5AF}">
      <dgm:prSet/>
      <dgm:spPr/>
      <dgm:t>
        <a:bodyPr/>
        <a:lstStyle/>
        <a:p>
          <a:endParaRPr lang="es-AR">
            <a:solidFill>
              <a:schemeClr val="tx2">
                <a:lumMod val="50000"/>
              </a:schemeClr>
            </a:solidFill>
          </a:endParaRPr>
        </a:p>
      </dgm:t>
    </dgm:pt>
    <dgm:pt modelId="{26E38D8E-4E46-46CA-94B2-8DD8E08F9A7D}">
      <dgm:prSet custT="1"/>
      <dgm:spPr>
        <a:blipFill>
          <a:blip xmlns:r="http://schemas.openxmlformats.org/officeDocument/2006/relationships" r:embed="rId2"/>
          <a:stretch>
            <a:fillRect t="-13761" b="-7339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E4A16D27-9CB6-46DF-A4BC-A2C95BABC34B}" type="parTrans" cxnId="{1BA9512E-E9E1-462A-9B6E-96109E57FF58}">
      <dgm:prSet/>
      <dgm:spPr/>
      <dgm:t>
        <a:bodyPr/>
        <a:lstStyle/>
        <a:p>
          <a:endParaRPr lang="es-AR">
            <a:solidFill>
              <a:schemeClr val="tx2">
                <a:lumMod val="50000"/>
              </a:schemeClr>
            </a:solidFill>
          </a:endParaRPr>
        </a:p>
      </dgm:t>
    </dgm:pt>
    <dgm:pt modelId="{94A5295B-18DE-403D-BCDB-531EDC29DACA}" type="sibTrans" cxnId="{1BA9512E-E9E1-462A-9B6E-96109E57FF58}">
      <dgm:prSet/>
      <dgm:spPr/>
      <dgm:t>
        <a:bodyPr/>
        <a:lstStyle/>
        <a:p>
          <a:endParaRPr lang="es-AR">
            <a:solidFill>
              <a:schemeClr val="tx2">
                <a:lumMod val="50000"/>
              </a:schemeClr>
            </a:solidFill>
          </a:endParaRPr>
        </a:p>
      </dgm:t>
    </dgm:pt>
    <dgm:pt modelId="{3BEE99E4-597A-4D71-9B96-344CE3788140}">
      <dgm:prSet custT="1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D6C5EB90-5928-4BE4-A2AB-198ED298BD86}" type="parTrans" cxnId="{5BF92305-2676-478D-A02C-93065792D20B}">
      <dgm:prSet/>
      <dgm:spPr/>
      <dgm:t>
        <a:bodyPr/>
        <a:lstStyle/>
        <a:p>
          <a:endParaRPr lang="es-AR">
            <a:solidFill>
              <a:schemeClr val="tx2">
                <a:lumMod val="50000"/>
              </a:schemeClr>
            </a:solidFill>
          </a:endParaRPr>
        </a:p>
      </dgm:t>
    </dgm:pt>
    <dgm:pt modelId="{30FB8270-C983-477D-B5C6-6CD32AAFE729}" type="sibTrans" cxnId="{5BF92305-2676-478D-A02C-93065792D20B}">
      <dgm:prSet/>
      <dgm:spPr/>
      <dgm:t>
        <a:bodyPr/>
        <a:lstStyle/>
        <a:p>
          <a:endParaRPr lang="es-AR">
            <a:solidFill>
              <a:schemeClr val="tx2">
                <a:lumMod val="50000"/>
              </a:schemeClr>
            </a:solidFill>
          </a:endParaRPr>
        </a:p>
      </dgm:t>
    </dgm:pt>
    <dgm:pt modelId="{CADED456-5D42-4FF4-9974-6949FA2F153A}" type="pres">
      <dgm:prSet presAssocID="{F33244AA-8B84-48C6-89D5-48C1AB1809E8}" presName="linearFlow" presStyleCnt="0">
        <dgm:presLayoutVars>
          <dgm:dir/>
          <dgm:resizeHandles val="exact"/>
        </dgm:presLayoutVars>
      </dgm:prSet>
      <dgm:spPr/>
    </dgm:pt>
    <dgm:pt modelId="{DA150A92-C058-4071-B1C6-647678CDC02A}" type="pres">
      <dgm:prSet presAssocID="{0D596A59-4CB9-45E8-87C5-93118CDC72B4}" presName="composite" presStyleCnt="0"/>
      <dgm:spPr/>
    </dgm:pt>
    <dgm:pt modelId="{B2BAC680-4758-41AF-B020-F9E962377396}" type="pres">
      <dgm:prSet presAssocID="{0D596A59-4CB9-45E8-87C5-93118CDC72B4}" presName="imgShp" presStyleLbl="fgImgPlace1" presStyleIdx="0" presStyleCnt="3"/>
      <dgm:spPr>
        <a:blipFill rotWithShape="1">
          <a:blip xmlns:r="http://schemas.openxmlformats.org/officeDocument/2006/relationships" r:embed="rId4"/>
          <a:srcRect/>
          <a:stretch>
            <a:fillRect l="-1000" r="-1000"/>
          </a:stretch>
        </a:blipFill>
      </dgm:spPr>
    </dgm:pt>
    <dgm:pt modelId="{4F4470A2-5DF6-4055-A806-1D0D72F2DA2B}" type="pres">
      <dgm:prSet presAssocID="{0D596A59-4CB9-45E8-87C5-93118CDC72B4}" presName="txShp" presStyleLbl="node1" presStyleIdx="0" presStyleCnt="3" custScaleX="114870">
        <dgm:presLayoutVars>
          <dgm:bulletEnabled val="1"/>
        </dgm:presLayoutVars>
      </dgm:prSet>
      <dgm:spPr/>
    </dgm:pt>
    <dgm:pt modelId="{9D800907-5F9A-4F8F-994C-A1AC213EAEC0}" type="pres">
      <dgm:prSet presAssocID="{CD227A53-438D-422D-A23F-59254420E533}" presName="spacing" presStyleCnt="0"/>
      <dgm:spPr/>
    </dgm:pt>
    <dgm:pt modelId="{24A3794C-618F-444D-8DC8-D6492F555A30}" type="pres">
      <dgm:prSet presAssocID="{26E38D8E-4E46-46CA-94B2-8DD8E08F9A7D}" presName="composite" presStyleCnt="0"/>
      <dgm:spPr/>
    </dgm:pt>
    <dgm:pt modelId="{79A8A852-89E7-4740-B105-E4772F5B3AA1}" type="pres">
      <dgm:prSet presAssocID="{26E38D8E-4E46-46CA-94B2-8DD8E08F9A7D}" presName="imgShp" presStyleLbl="fgImgPlace1" presStyleIdx="1" presStyleCnt="3"/>
      <dgm:spPr>
        <a:blipFill rotWithShape="1">
          <a:blip xmlns:r="http://schemas.openxmlformats.org/officeDocument/2006/relationships" r:embed="rId5"/>
          <a:srcRect/>
          <a:stretch>
            <a:fillRect l="-5000" r="-5000"/>
          </a:stretch>
        </a:blipFill>
      </dgm:spPr>
    </dgm:pt>
    <dgm:pt modelId="{917F8744-9695-4B24-8E1B-BA2029633491}" type="pres">
      <dgm:prSet presAssocID="{26E38D8E-4E46-46CA-94B2-8DD8E08F9A7D}" presName="txShp" presStyleLbl="node1" presStyleIdx="1" presStyleCnt="3" custScaleX="114870">
        <dgm:presLayoutVars>
          <dgm:bulletEnabled val="1"/>
        </dgm:presLayoutVars>
      </dgm:prSet>
      <dgm:spPr/>
    </dgm:pt>
    <dgm:pt modelId="{FBFC5E1C-8125-4DBC-8C36-ABA1AF14150C}" type="pres">
      <dgm:prSet presAssocID="{94A5295B-18DE-403D-BCDB-531EDC29DACA}" presName="spacing" presStyleCnt="0"/>
      <dgm:spPr/>
    </dgm:pt>
    <dgm:pt modelId="{4B5FED8C-0A93-432C-8367-891CE0C4E8AE}" type="pres">
      <dgm:prSet presAssocID="{3BEE99E4-597A-4D71-9B96-344CE3788140}" presName="composite" presStyleCnt="0"/>
      <dgm:spPr/>
    </dgm:pt>
    <dgm:pt modelId="{FB97C2C8-7EF3-4BDA-89BF-C2FBAD789495}" type="pres">
      <dgm:prSet presAssocID="{3BEE99E4-597A-4D71-9B96-344CE3788140}" presName="imgShp" presStyleLbl="fgImgPlace1" presStyleIdx="2" presStyleCnt="3"/>
      <dgm:spPr>
        <a:blipFill rotWithShape="1">
          <a:blip xmlns:r="http://schemas.openxmlformats.org/officeDocument/2006/relationships" r:embed="rId6"/>
          <a:srcRect/>
          <a:stretch>
            <a:fillRect l="-51000" r="-51000"/>
          </a:stretch>
        </a:blipFill>
      </dgm:spPr>
    </dgm:pt>
    <dgm:pt modelId="{DDA6B8B0-207F-4D2E-A3B4-FD9333A28C81}" type="pres">
      <dgm:prSet presAssocID="{3BEE99E4-597A-4D71-9B96-344CE3788140}" presName="txShp" presStyleLbl="node1" presStyleIdx="2" presStyleCnt="3" custScaleX="114870">
        <dgm:presLayoutVars>
          <dgm:bulletEnabled val="1"/>
        </dgm:presLayoutVars>
      </dgm:prSet>
      <dgm:spPr/>
    </dgm:pt>
  </dgm:ptLst>
  <dgm:cxnLst>
    <dgm:cxn modelId="{5BF92305-2676-478D-A02C-93065792D20B}" srcId="{F33244AA-8B84-48C6-89D5-48C1AB1809E8}" destId="{3BEE99E4-597A-4D71-9B96-344CE3788140}" srcOrd="2" destOrd="0" parTransId="{D6C5EB90-5928-4BE4-A2AB-198ED298BD86}" sibTransId="{30FB8270-C983-477D-B5C6-6CD32AAFE729}"/>
    <dgm:cxn modelId="{E5DC351A-21DE-48F6-99A8-1BDA7EB0AD9F}" type="presOf" srcId="{0D596A59-4CB9-45E8-87C5-93118CDC72B4}" destId="{4F4470A2-5DF6-4055-A806-1D0D72F2DA2B}" srcOrd="0" destOrd="0" presId="urn:microsoft.com/office/officeart/2005/8/layout/vList3"/>
    <dgm:cxn modelId="{1BA9512E-E9E1-462A-9B6E-96109E57FF58}" srcId="{F33244AA-8B84-48C6-89D5-48C1AB1809E8}" destId="{26E38D8E-4E46-46CA-94B2-8DD8E08F9A7D}" srcOrd="1" destOrd="0" parTransId="{E4A16D27-9CB6-46DF-A4BC-A2C95BABC34B}" sibTransId="{94A5295B-18DE-403D-BCDB-531EDC29DACA}"/>
    <dgm:cxn modelId="{AB85952F-1356-4023-94C5-6DF650D5EE32}" type="presOf" srcId="{3BEE99E4-597A-4D71-9B96-344CE3788140}" destId="{DDA6B8B0-207F-4D2E-A3B4-FD9333A28C81}" srcOrd="0" destOrd="0" presId="urn:microsoft.com/office/officeart/2005/8/layout/vList3"/>
    <dgm:cxn modelId="{EAA0C25F-342C-4E5D-A1B1-9E82261427FF}" type="presOf" srcId="{26E38D8E-4E46-46CA-94B2-8DD8E08F9A7D}" destId="{917F8744-9695-4B24-8E1B-BA2029633491}" srcOrd="0" destOrd="0" presId="urn:microsoft.com/office/officeart/2005/8/layout/vList3"/>
    <dgm:cxn modelId="{BBE7D3A5-083C-4C47-9B47-EB982FC423F8}" type="presOf" srcId="{F33244AA-8B84-48C6-89D5-48C1AB1809E8}" destId="{CADED456-5D42-4FF4-9974-6949FA2F153A}" srcOrd="0" destOrd="0" presId="urn:microsoft.com/office/officeart/2005/8/layout/vList3"/>
    <dgm:cxn modelId="{D61CBDF7-FFCC-444F-B065-87FC1A47B5AF}" srcId="{F33244AA-8B84-48C6-89D5-48C1AB1809E8}" destId="{0D596A59-4CB9-45E8-87C5-93118CDC72B4}" srcOrd="0" destOrd="0" parTransId="{BDF93A4A-7B54-4689-BACF-BA913ED70839}" sibTransId="{CD227A53-438D-422D-A23F-59254420E533}"/>
    <dgm:cxn modelId="{BEB32108-E389-443C-94A8-61E4F5635D64}" type="presParOf" srcId="{CADED456-5D42-4FF4-9974-6949FA2F153A}" destId="{DA150A92-C058-4071-B1C6-647678CDC02A}" srcOrd="0" destOrd="0" presId="urn:microsoft.com/office/officeart/2005/8/layout/vList3"/>
    <dgm:cxn modelId="{29856ACB-DC82-4AF0-8F98-76C4264717B4}" type="presParOf" srcId="{DA150A92-C058-4071-B1C6-647678CDC02A}" destId="{B2BAC680-4758-41AF-B020-F9E962377396}" srcOrd="0" destOrd="0" presId="urn:microsoft.com/office/officeart/2005/8/layout/vList3"/>
    <dgm:cxn modelId="{32758D04-3435-483C-9009-B7AEAAB703AF}" type="presParOf" srcId="{DA150A92-C058-4071-B1C6-647678CDC02A}" destId="{4F4470A2-5DF6-4055-A806-1D0D72F2DA2B}" srcOrd="1" destOrd="0" presId="urn:microsoft.com/office/officeart/2005/8/layout/vList3"/>
    <dgm:cxn modelId="{9C17443D-6684-422A-89A9-D76CF12C182E}" type="presParOf" srcId="{CADED456-5D42-4FF4-9974-6949FA2F153A}" destId="{9D800907-5F9A-4F8F-994C-A1AC213EAEC0}" srcOrd="1" destOrd="0" presId="urn:microsoft.com/office/officeart/2005/8/layout/vList3"/>
    <dgm:cxn modelId="{D9AB4A59-0C31-4D79-B81B-F44B3759B852}" type="presParOf" srcId="{CADED456-5D42-4FF4-9974-6949FA2F153A}" destId="{24A3794C-618F-444D-8DC8-D6492F555A30}" srcOrd="2" destOrd="0" presId="urn:microsoft.com/office/officeart/2005/8/layout/vList3"/>
    <dgm:cxn modelId="{4EB4D158-D099-4F9C-A380-2BCB718A8200}" type="presParOf" srcId="{24A3794C-618F-444D-8DC8-D6492F555A30}" destId="{79A8A852-89E7-4740-B105-E4772F5B3AA1}" srcOrd="0" destOrd="0" presId="urn:microsoft.com/office/officeart/2005/8/layout/vList3"/>
    <dgm:cxn modelId="{FC3243F9-A781-4A09-B3A3-21372CB9D7F2}" type="presParOf" srcId="{24A3794C-618F-444D-8DC8-D6492F555A30}" destId="{917F8744-9695-4B24-8E1B-BA2029633491}" srcOrd="1" destOrd="0" presId="urn:microsoft.com/office/officeart/2005/8/layout/vList3"/>
    <dgm:cxn modelId="{19A9EEAB-85C1-4D17-937B-D9B7E2DC159B}" type="presParOf" srcId="{CADED456-5D42-4FF4-9974-6949FA2F153A}" destId="{FBFC5E1C-8125-4DBC-8C36-ABA1AF14150C}" srcOrd="3" destOrd="0" presId="urn:microsoft.com/office/officeart/2005/8/layout/vList3"/>
    <dgm:cxn modelId="{E463FF19-EECF-47D7-AE3E-142E90F33C86}" type="presParOf" srcId="{CADED456-5D42-4FF4-9974-6949FA2F153A}" destId="{4B5FED8C-0A93-432C-8367-891CE0C4E8AE}" srcOrd="4" destOrd="0" presId="urn:microsoft.com/office/officeart/2005/8/layout/vList3"/>
    <dgm:cxn modelId="{1ED2B22C-C3AC-44DD-8C56-3C1ACA31BC75}" type="presParOf" srcId="{4B5FED8C-0A93-432C-8367-891CE0C4E8AE}" destId="{FB97C2C8-7EF3-4BDA-89BF-C2FBAD789495}" srcOrd="0" destOrd="0" presId="urn:microsoft.com/office/officeart/2005/8/layout/vList3"/>
    <dgm:cxn modelId="{92948FC9-3737-49E0-A5C7-561944E2B304}" type="presParOf" srcId="{4B5FED8C-0A93-432C-8367-891CE0C4E8AE}" destId="{DDA6B8B0-207F-4D2E-A3B4-FD9333A28C8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D5A99F2-F416-4F30-9300-8E4166FD5570}" type="doc">
      <dgm:prSet loTypeId="urn:microsoft.com/office/officeart/2008/layout/BendingPictureCaption" loCatId="picture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2A34F7FE-5263-43E3-95A4-A1B85972F582}">
      <dgm:prSet phldrT="[Texto]"/>
      <dgm:spPr/>
      <dgm:t>
        <a:bodyPr/>
        <a:lstStyle/>
        <a:p>
          <a:r>
            <a:rPr lang="es-AR" b="1">
              <a:solidFill>
                <a:schemeClr val="tx2">
                  <a:lumMod val="50000"/>
                </a:schemeClr>
              </a:solidFill>
            </a:rPr>
            <a:t>Perceptrón simple</a:t>
          </a:r>
          <a:endParaRPr lang="es-AR" b="1" dirty="0">
            <a:solidFill>
              <a:schemeClr val="tx2">
                <a:lumMod val="50000"/>
              </a:schemeClr>
            </a:solidFill>
          </a:endParaRPr>
        </a:p>
      </dgm:t>
    </dgm:pt>
    <dgm:pt modelId="{8758C231-418E-458E-8527-2679B579084D}" type="parTrans" cxnId="{2AAC4365-D018-4D2B-8C12-BA37E41A7A16}">
      <dgm:prSet/>
      <dgm:spPr/>
      <dgm:t>
        <a:bodyPr/>
        <a:lstStyle/>
        <a:p>
          <a:endParaRPr lang="es-AR" b="1">
            <a:solidFill>
              <a:schemeClr val="tx2">
                <a:lumMod val="50000"/>
              </a:schemeClr>
            </a:solidFill>
          </a:endParaRPr>
        </a:p>
      </dgm:t>
    </dgm:pt>
    <dgm:pt modelId="{931E2110-E39E-4DE7-AAD7-B0B0580D746D}" type="sibTrans" cxnId="{2AAC4365-D018-4D2B-8C12-BA37E41A7A16}">
      <dgm:prSet/>
      <dgm:spPr/>
      <dgm:t>
        <a:bodyPr/>
        <a:lstStyle/>
        <a:p>
          <a:endParaRPr lang="es-AR" b="1">
            <a:solidFill>
              <a:schemeClr val="tx2">
                <a:lumMod val="50000"/>
              </a:schemeClr>
            </a:solidFill>
          </a:endParaRPr>
        </a:p>
      </dgm:t>
    </dgm:pt>
    <dgm:pt modelId="{22EEA6C6-D29A-4140-8149-F334932CA651}">
      <dgm:prSet/>
      <dgm:spPr/>
      <dgm:t>
        <a:bodyPr/>
        <a:lstStyle/>
        <a:p>
          <a:r>
            <a:rPr lang="es-AR" b="1">
              <a:solidFill>
                <a:schemeClr val="tx2">
                  <a:lumMod val="50000"/>
                </a:schemeClr>
              </a:solidFill>
            </a:rPr>
            <a:t>Perceptrón Multicapa</a:t>
          </a:r>
          <a:endParaRPr lang="es-AR" b="1" dirty="0">
            <a:solidFill>
              <a:schemeClr val="tx2">
                <a:lumMod val="50000"/>
              </a:schemeClr>
            </a:solidFill>
          </a:endParaRPr>
        </a:p>
      </dgm:t>
    </dgm:pt>
    <dgm:pt modelId="{082EEC4A-162F-43F3-B4B5-2361F4BB1209}" type="parTrans" cxnId="{12858374-8588-477E-91A2-6CFF1D5C18CE}">
      <dgm:prSet/>
      <dgm:spPr/>
      <dgm:t>
        <a:bodyPr/>
        <a:lstStyle/>
        <a:p>
          <a:endParaRPr lang="es-AR" b="1">
            <a:solidFill>
              <a:schemeClr val="tx2">
                <a:lumMod val="50000"/>
              </a:schemeClr>
            </a:solidFill>
          </a:endParaRPr>
        </a:p>
      </dgm:t>
    </dgm:pt>
    <dgm:pt modelId="{2613CB48-FB73-4843-8BE3-5D35953E29A3}" type="sibTrans" cxnId="{12858374-8588-477E-91A2-6CFF1D5C18CE}">
      <dgm:prSet/>
      <dgm:spPr/>
      <dgm:t>
        <a:bodyPr/>
        <a:lstStyle/>
        <a:p>
          <a:endParaRPr lang="es-AR" b="1">
            <a:solidFill>
              <a:schemeClr val="tx2">
                <a:lumMod val="50000"/>
              </a:schemeClr>
            </a:solidFill>
          </a:endParaRPr>
        </a:p>
      </dgm:t>
    </dgm:pt>
    <dgm:pt modelId="{9E2FD8F6-D84C-4EA1-BCDF-81991C2DB498}">
      <dgm:prSet/>
      <dgm:spPr/>
      <dgm:t>
        <a:bodyPr/>
        <a:lstStyle/>
        <a:p>
          <a:r>
            <a:rPr lang="es-AR" b="1">
              <a:solidFill>
                <a:schemeClr val="tx2">
                  <a:lumMod val="50000"/>
                </a:schemeClr>
              </a:solidFill>
            </a:rPr>
            <a:t>Red Convolucional</a:t>
          </a:r>
          <a:endParaRPr lang="es-AR" b="1" dirty="0">
            <a:solidFill>
              <a:schemeClr val="tx2">
                <a:lumMod val="50000"/>
              </a:schemeClr>
            </a:solidFill>
          </a:endParaRPr>
        </a:p>
      </dgm:t>
    </dgm:pt>
    <dgm:pt modelId="{D42D7541-636B-44EA-807A-407CE42320CD}" type="parTrans" cxnId="{71F3F0CB-7E52-4BB0-AAEC-CC089B5E0BE7}">
      <dgm:prSet/>
      <dgm:spPr/>
      <dgm:t>
        <a:bodyPr/>
        <a:lstStyle/>
        <a:p>
          <a:endParaRPr lang="es-AR" b="1">
            <a:solidFill>
              <a:schemeClr val="tx2">
                <a:lumMod val="50000"/>
              </a:schemeClr>
            </a:solidFill>
          </a:endParaRPr>
        </a:p>
      </dgm:t>
    </dgm:pt>
    <dgm:pt modelId="{9BBDB1D2-185B-44F2-A220-58DEB193AEC6}" type="sibTrans" cxnId="{71F3F0CB-7E52-4BB0-AAEC-CC089B5E0BE7}">
      <dgm:prSet/>
      <dgm:spPr/>
      <dgm:t>
        <a:bodyPr/>
        <a:lstStyle/>
        <a:p>
          <a:endParaRPr lang="es-AR" b="1">
            <a:solidFill>
              <a:schemeClr val="tx2">
                <a:lumMod val="50000"/>
              </a:schemeClr>
            </a:solidFill>
          </a:endParaRPr>
        </a:p>
      </dgm:t>
    </dgm:pt>
    <dgm:pt modelId="{AD8570ED-205B-487B-8DBC-4D3DB7C0BFC9}">
      <dgm:prSet/>
      <dgm:spPr/>
      <dgm:t>
        <a:bodyPr/>
        <a:lstStyle/>
        <a:p>
          <a:r>
            <a:rPr lang="es-AR" b="1">
              <a:solidFill>
                <a:schemeClr val="tx2">
                  <a:lumMod val="50000"/>
                </a:schemeClr>
              </a:solidFill>
            </a:rPr>
            <a:t>Red Neuronal Recurrente</a:t>
          </a:r>
          <a:endParaRPr lang="es-AR" b="1" dirty="0">
            <a:solidFill>
              <a:schemeClr val="tx2">
                <a:lumMod val="50000"/>
              </a:schemeClr>
            </a:solidFill>
          </a:endParaRPr>
        </a:p>
      </dgm:t>
    </dgm:pt>
    <dgm:pt modelId="{8920D89C-6E4B-4743-83BF-837566593FF7}" type="parTrans" cxnId="{BC301CBA-C957-4ED5-9BB7-706C532AEAAA}">
      <dgm:prSet/>
      <dgm:spPr/>
      <dgm:t>
        <a:bodyPr/>
        <a:lstStyle/>
        <a:p>
          <a:endParaRPr lang="es-AR" b="1">
            <a:solidFill>
              <a:schemeClr val="tx2">
                <a:lumMod val="50000"/>
              </a:schemeClr>
            </a:solidFill>
          </a:endParaRPr>
        </a:p>
      </dgm:t>
    </dgm:pt>
    <dgm:pt modelId="{3CF697FA-9CDC-4542-BDC6-D82E7D70013A}" type="sibTrans" cxnId="{BC301CBA-C957-4ED5-9BB7-706C532AEAAA}">
      <dgm:prSet/>
      <dgm:spPr/>
      <dgm:t>
        <a:bodyPr/>
        <a:lstStyle/>
        <a:p>
          <a:endParaRPr lang="es-AR" b="1">
            <a:solidFill>
              <a:schemeClr val="tx2">
                <a:lumMod val="50000"/>
              </a:schemeClr>
            </a:solidFill>
          </a:endParaRPr>
        </a:p>
      </dgm:t>
    </dgm:pt>
    <dgm:pt modelId="{B4E8D1C2-2DA4-4E5B-954E-AE8DEE22E87E}">
      <dgm:prSet/>
      <dgm:spPr/>
      <dgm:t>
        <a:bodyPr/>
        <a:lstStyle/>
        <a:p>
          <a:r>
            <a:rPr lang="es-AR" b="1">
              <a:solidFill>
                <a:schemeClr val="tx2">
                  <a:lumMod val="50000"/>
                </a:schemeClr>
              </a:solidFill>
            </a:rPr>
            <a:t>Red de Base Radial (RBF)</a:t>
          </a:r>
          <a:endParaRPr lang="es-AR" b="1" dirty="0">
            <a:solidFill>
              <a:schemeClr val="tx2">
                <a:lumMod val="50000"/>
              </a:schemeClr>
            </a:solidFill>
          </a:endParaRPr>
        </a:p>
      </dgm:t>
    </dgm:pt>
    <dgm:pt modelId="{0A20308C-F86B-4CBE-ADAD-090B45A40BD2}" type="parTrans" cxnId="{93DF409A-443F-4913-BECC-875B559A1ACB}">
      <dgm:prSet/>
      <dgm:spPr/>
      <dgm:t>
        <a:bodyPr/>
        <a:lstStyle/>
        <a:p>
          <a:endParaRPr lang="es-AR" b="1">
            <a:solidFill>
              <a:schemeClr val="tx2">
                <a:lumMod val="50000"/>
              </a:schemeClr>
            </a:solidFill>
          </a:endParaRPr>
        </a:p>
      </dgm:t>
    </dgm:pt>
    <dgm:pt modelId="{FFC78699-89B9-40E3-B138-F7FB6D10361E}" type="sibTrans" cxnId="{93DF409A-443F-4913-BECC-875B559A1ACB}">
      <dgm:prSet/>
      <dgm:spPr/>
      <dgm:t>
        <a:bodyPr/>
        <a:lstStyle/>
        <a:p>
          <a:endParaRPr lang="es-AR" b="1">
            <a:solidFill>
              <a:schemeClr val="tx2">
                <a:lumMod val="50000"/>
              </a:schemeClr>
            </a:solidFill>
          </a:endParaRPr>
        </a:p>
      </dgm:t>
    </dgm:pt>
    <dgm:pt modelId="{A6B906EF-57D8-4124-A530-1FE35D05CE18}" type="pres">
      <dgm:prSet presAssocID="{1D5A99F2-F416-4F30-9300-8E4166FD5570}" presName="diagram" presStyleCnt="0">
        <dgm:presLayoutVars>
          <dgm:dir/>
        </dgm:presLayoutVars>
      </dgm:prSet>
      <dgm:spPr/>
    </dgm:pt>
    <dgm:pt modelId="{3FD5DEE5-6EFA-476E-8BEB-3FD50E8FB74F}" type="pres">
      <dgm:prSet presAssocID="{2A34F7FE-5263-43E3-95A4-A1B85972F582}" presName="composite" presStyleCnt="0"/>
      <dgm:spPr/>
    </dgm:pt>
    <dgm:pt modelId="{48C68BDB-CD79-4C76-851D-754CF78DA204}" type="pres">
      <dgm:prSet presAssocID="{2A34F7FE-5263-43E3-95A4-A1B85972F582}" presName="Image" presStyleLbl="bgShp" presStyleIdx="0" presStyleCnt="5" custLinFactNeighborX="4206" custLinFactNeighborY="27146"/>
      <dgm:spPr>
        <a:blipFill dpi="0" rotWithShape="1"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 t="8949" b="8949"/>
          </a:stretch>
        </a:blipFill>
      </dgm:spPr>
    </dgm:pt>
    <dgm:pt modelId="{46AFFFB6-93F0-44FC-BD47-01413FF00294}" type="pres">
      <dgm:prSet presAssocID="{2A34F7FE-5263-43E3-95A4-A1B85972F582}" presName="Parent" presStyleLbl="node0" presStyleIdx="0" presStyleCnt="5" custLinFactY="55434" custLinFactNeighborX="-7134" custLinFactNeighborY="100000">
        <dgm:presLayoutVars>
          <dgm:bulletEnabled val="1"/>
        </dgm:presLayoutVars>
      </dgm:prSet>
      <dgm:spPr/>
    </dgm:pt>
    <dgm:pt modelId="{0207C367-70FF-40F3-8799-6D78B2DE47DE}" type="pres">
      <dgm:prSet presAssocID="{931E2110-E39E-4DE7-AAD7-B0B0580D746D}" presName="sibTrans" presStyleCnt="0"/>
      <dgm:spPr/>
    </dgm:pt>
    <dgm:pt modelId="{D0D6CCF2-406D-49B4-BF60-A3F18AD08CA8}" type="pres">
      <dgm:prSet presAssocID="{22EEA6C6-D29A-4140-8149-F334932CA651}" presName="composite" presStyleCnt="0"/>
      <dgm:spPr/>
    </dgm:pt>
    <dgm:pt modelId="{2D952D5D-5EBC-4F8A-8AA3-1CDAEAB0553C}" type="pres">
      <dgm:prSet presAssocID="{22EEA6C6-D29A-4140-8149-F334932CA651}" presName="Image" presStyleLbl="bgShp" presStyleIdx="1" presStyleCnt="5" custLinFactNeighborX="8736" custLinFactNeighborY="25832"/>
      <dgm:spPr>
        <a:blipFill dpi="0" rotWithShape="1"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 t="8496" b="8496"/>
          </a:stretch>
        </a:blipFill>
      </dgm:spPr>
    </dgm:pt>
    <dgm:pt modelId="{64F83D2D-7B38-4F78-9D4C-190B8D820F89}" type="pres">
      <dgm:prSet presAssocID="{22EEA6C6-D29A-4140-8149-F334932CA651}" presName="Parent" presStyleLbl="node0" presStyleIdx="1" presStyleCnt="5" custLinFactY="55434" custLinFactNeighborX="-7510" custLinFactNeighborY="100000">
        <dgm:presLayoutVars>
          <dgm:bulletEnabled val="1"/>
        </dgm:presLayoutVars>
      </dgm:prSet>
      <dgm:spPr/>
    </dgm:pt>
    <dgm:pt modelId="{D8F53A24-1C2A-4067-AAE5-5278C55F31FE}" type="pres">
      <dgm:prSet presAssocID="{2613CB48-FB73-4843-8BE3-5D35953E29A3}" presName="sibTrans" presStyleCnt="0"/>
      <dgm:spPr/>
    </dgm:pt>
    <dgm:pt modelId="{E4387129-A850-41FE-B5E8-AF5E74DD5207}" type="pres">
      <dgm:prSet presAssocID="{9E2FD8F6-D84C-4EA1-BCDF-81991C2DB498}" presName="composite" presStyleCnt="0"/>
      <dgm:spPr/>
    </dgm:pt>
    <dgm:pt modelId="{34BBCD48-7D6A-44B5-8992-D94CB41A812B}" type="pres">
      <dgm:prSet presAssocID="{9E2FD8F6-D84C-4EA1-BCDF-81991C2DB498}" presName="Image" presStyleLbl="bgShp" presStyleIdx="2" presStyleCnt="5" custScaleX="107059" custScaleY="107059" custLinFactNeighborX="5824" custLinFactNeighborY="6130"/>
      <dgm:spPr>
        <a:blipFill dpi="0" rotWithShape="1">
          <a:blip xmlns:r="http://schemas.openxmlformats.org/officeDocument/2006/relationships"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 t="17724" b="17724"/>
          </a:stretch>
        </a:blipFill>
      </dgm:spPr>
    </dgm:pt>
    <dgm:pt modelId="{43C4D4D1-6165-419D-B5F4-3FC2F7B146B7}" type="pres">
      <dgm:prSet presAssocID="{9E2FD8F6-D84C-4EA1-BCDF-81991C2DB498}" presName="Parent" presStyleLbl="node0" presStyleIdx="2" presStyleCnt="5" custLinFactNeighborX="-1126" custLinFactNeighborY="39062">
        <dgm:presLayoutVars>
          <dgm:bulletEnabled val="1"/>
        </dgm:presLayoutVars>
      </dgm:prSet>
      <dgm:spPr/>
    </dgm:pt>
    <dgm:pt modelId="{26CCD6B5-04F9-4983-9A41-C83103BB5A28}" type="pres">
      <dgm:prSet presAssocID="{9BBDB1D2-185B-44F2-A220-58DEB193AEC6}" presName="sibTrans" presStyleCnt="0"/>
      <dgm:spPr/>
    </dgm:pt>
    <dgm:pt modelId="{CAF2B484-10A5-436B-AE60-C1B410EC1A80}" type="pres">
      <dgm:prSet presAssocID="{AD8570ED-205B-487B-8DBC-4D3DB7C0BFC9}" presName="composite" presStyleCnt="0"/>
      <dgm:spPr/>
    </dgm:pt>
    <dgm:pt modelId="{35D60314-853B-422A-B616-CD7077040A2B}" type="pres">
      <dgm:prSet presAssocID="{AD8570ED-205B-487B-8DBC-4D3DB7C0BFC9}" presName="Image" presStyleLbl="bgShp" presStyleIdx="3" presStyleCnt="5" custScaleX="128031" custScaleY="128031"/>
      <dgm:spPr>
        <a:blipFill dpi="0" rotWithShape="1">
          <a:blip xmlns:r="http://schemas.openxmlformats.org/officeDocument/2006/relationships"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 t="29017" b="29017"/>
          </a:stretch>
        </a:blipFill>
      </dgm:spPr>
    </dgm:pt>
    <dgm:pt modelId="{14F11A14-9E7B-4AC9-A16D-7844598E490F}" type="pres">
      <dgm:prSet presAssocID="{AD8570ED-205B-487B-8DBC-4D3DB7C0BFC9}" presName="Parent" presStyleLbl="node0" presStyleIdx="3" presStyleCnt="5">
        <dgm:presLayoutVars>
          <dgm:bulletEnabled val="1"/>
        </dgm:presLayoutVars>
      </dgm:prSet>
      <dgm:spPr/>
    </dgm:pt>
    <dgm:pt modelId="{E1C4CD6A-4904-43AD-8B63-C40701E07F9F}" type="pres">
      <dgm:prSet presAssocID="{3CF697FA-9CDC-4542-BDC6-D82E7D70013A}" presName="sibTrans" presStyleCnt="0"/>
      <dgm:spPr/>
    </dgm:pt>
    <dgm:pt modelId="{EEF52A3A-68E7-4869-B906-303255517569}" type="pres">
      <dgm:prSet presAssocID="{B4E8D1C2-2DA4-4E5B-954E-AE8DEE22E87E}" presName="composite" presStyleCnt="0"/>
      <dgm:spPr/>
    </dgm:pt>
    <dgm:pt modelId="{EB87DAE4-13D7-416F-9785-A466615E7C98}" type="pres">
      <dgm:prSet presAssocID="{B4E8D1C2-2DA4-4E5B-954E-AE8DEE22E87E}" presName="Image" presStyleLbl="bgShp" presStyleIdx="4" presStyleCnt="5" custLinFactNeighborX="48210" custLinFactNeighborY="-9632"/>
      <dgm:spPr>
        <a:blipFill dpi="0" rotWithShape="1">
          <a:blip xmlns:r="http://schemas.openxmlformats.org/officeDocument/2006/relationships"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 l="12564" r="12564"/>
          </a:stretch>
        </a:blipFill>
      </dgm:spPr>
    </dgm:pt>
    <dgm:pt modelId="{B487DFE0-39F3-4824-AE12-5797AC90AA2E}" type="pres">
      <dgm:prSet presAssocID="{B4E8D1C2-2DA4-4E5B-954E-AE8DEE22E87E}" presName="Parent" presStyleLbl="node0" presStyleIdx="4" presStyleCnt="5" custLinFactNeighborX="38300" custLinFactNeighborY="43888">
        <dgm:presLayoutVars>
          <dgm:bulletEnabled val="1"/>
        </dgm:presLayoutVars>
      </dgm:prSet>
      <dgm:spPr/>
    </dgm:pt>
  </dgm:ptLst>
  <dgm:cxnLst>
    <dgm:cxn modelId="{E894D915-F7A8-4118-8C48-A0B05938294D}" type="presOf" srcId="{1D5A99F2-F416-4F30-9300-8E4166FD5570}" destId="{A6B906EF-57D8-4124-A530-1FE35D05CE18}" srcOrd="0" destOrd="0" presId="urn:microsoft.com/office/officeart/2008/layout/BendingPictureCaption"/>
    <dgm:cxn modelId="{7CAFE129-A8BC-491E-BCC2-6BB41636BE7B}" type="presOf" srcId="{22EEA6C6-D29A-4140-8149-F334932CA651}" destId="{64F83D2D-7B38-4F78-9D4C-190B8D820F89}" srcOrd="0" destOrd="0" presId="urn:microsoft.com/office/officeart/2008/layout/BendingPictureCaption"/>
    <dgm:cxn modelId="{2AAC4365-D018-4D2B-8C12-BA37E41A7A16}" srcId="{1D5A99F2-F416-4F30-9300-8E4166FD5570}" destId="{2A34F7FE-5263-43E3-95A4-A1B85972F582}" srcOrd="0" destOrd="0" parTransId="{8758C231-418E-458E-8527-2679B579084D}" sibTransId="{931E2110-E39E-4DE7-AAD7-B0B0580D746D}"/>
    <dgm:cxn modelId="{12858374-8588-477E-91A2-6CFF1D5C18CE}" srcId="{1D5A99F2-F416-4F30-9300-8E4166FD5570}" destId="{22EEA6C6-D29A-4140-8149-F334932CA651}" srcOrd="1" destOrd="0" parTransId="{082EEC4A-162F-43F3-B4B5-2361F4BB1209}" sibTransId="{2613CB48-FB73-4843-8BE3-5D35953E29A3}"/>
    <dgm:cxn modelId="{93DF409A-443F-4913-BECC-875B559A1ACB}" srcId="{1D5A99F2-F416-4F30-9300-8E4166FD5570}" destId="{B4E8D1C2-2DA4-4E5B-954E-AE8DEE22E87E}" srcOrd="4" destOrd="0" parTransId="{0A20308C-F86B-4CBE-ADAD-090B45A40BD2}" sibTransId="{FFC78699-89B9-40E3-B138-F7FB6D10361E}"/>
    <dgm:cxn modelId="{B5168FA5-0F49-4A64-8E19-F0B027454CC9}" type="presOf" srcId="{2A34F7FE-5263-43E3-95A4-A1B85972F582}" destId="{46AFFFB6-93F0-44FC-BD47-01413FF00294}" srcOrd="0" destOrd="0" presId="urn:microsoft.com/office/officeart/2008/layout/BendingPictureCaption"/>
    <dgm:cxn modelId="{7CFCD7B0-7C30-4384-9F6F-BD06E93F9818}" type="presOf" srcId="{9E2FD8F6-D84C-4EA1-BCDF-81991C2DB498}" destId="{43C4D4D1-6165-419D-B5F4-3FC2F7B146B7}" srcOrd="0" destOrd="0" presId="urn:microsoft.com/office/officeart/2008/layout/BendingPictureCaption"/>
    <dgm:cxn modelId="{F12EE1B3-859E-4835-A577-D7ED90389C87}" type="presOf" srcId="{B4E8D1C2-2DA4-4E5B-954E-AE8DEE22E87E}" destId="{B487DFE0-39F3-4824-AE12-5797AC90AA2E}" srcOrd="0" destOrd="0" presId="urn:microsoft.com/office/officeart/2008/layout/BendingPictureCaption"/>
    <dgm:cxn modelId="{BC301CBA-C957-4ED5-9BB7-706C532AEAAA}" srcId="{1D5A99F2-F416-4F30-9300-8E4166FD5570}" destId="{AD8570ED-205B-487B-8DBC-4D3DB7C0BFC9}" srcOrd="3" destOrd="0" parTransId="{8920D89C-6E4B-4743-83BF-837566593FF7}" sibTransId="{3CF697FA-9CDC-4542-BDC6-D82E7D70013A}"/>
    <dgm:cxn modelId="{71F3F0CB-7E52-4BB0-AAEC-CC089B5E0BE7}" srcId="{1D5A99F2-F416-4F30-9300-8E4166FD5570}" destId="{9E2FD8F6-D84C-4EA1-BCDF-81991C2DB498}" srcOrd="2" destOrd="0" parTransId="{D42D7541-636B-44EA-807A-407CE42320CD}" sibTransId="{9BBDB1D2-185B-44F2-A220-58DEB193AEC6}"/>
    <dgm:cxn modelId="{C6C99CFC-677A-4A2F-93DF-DE0407DD2524}" type="presOf" srcId="{AD8570ED-205B-487B-8DBC-4D3DB7C0BFC9}" destId="{14F11A14-9E7B-4AC9-A16D-7844598E490F}" srcOrd="0" destOrd="0" presId="urn:microsoft.com/office/officeart/2008/layout/BendingPictureCaption"/>
    <dgm:cxn modelId="{E02F8B78-ABE2-4932-B6C3-C85BA835DBDA}" type="presParOf" srcId="{A6B906EF-57D8-4124-A530-1FE35D05CE18}" destId="{3FD5DEE5-6EFA-476E-8BEB-3FD50E8FB74F}" srcOrd="0" destOrd="0" presId="urn:microsoft.com/office/officeart/2008/layout/BendingPictureCaption"/>
    <dgm:cxn modelId="{C7C7BBB6-A895-4B1B-B55F-8A52F7108DE1}" type="presParOf" srcId="{3FD5DEE5-6EFA-476E-8BEB-3FD50E8FB74F}" destId="{48C68BDB-CD79-4C76-851D-754CF78DA204}" srcOrd="0" destOrd="0" presId="urn:microsoft.com/office/officeart/2008/layout/BendingPictureCaption"/>
    <dgm:cxn modelId="{9EF5D98D-C6F5-4A56-A9E0-10C62BA9CC13}" type="presParOf" srcId="{3FD5DEE5-6EFA-476E-8BEB-3FD50E8FB74F}" destId="{46AFFFB6-93F0-44FC-BD47-01413FF00294}" srcOrd="1" destOrd="0" presId="urn:microsoft.com/office/officeart/2008/layout/BendingPictureCaption"/>
    <dgm:cxn modelId="{D24CF344-A4B7-480E-A876-7F49D0ECB8E2}" type="presParOf" srcId="{A6B906EF-57D8-4124-A530-1FE35D05CE18}" destId="{0207C367-70FF-40F3-8799-6D78B2DE47DE}" srcOrd="1" destOrd="0" presId="urn:microsoft.com/office/officeart/2008/layout/BendingPictureCaption"/>
    <dgm:cxn modelId="{3C7BC83B-9583-4EC8-8CF0-59A4024CFB4B}" type="presParOf" srcId="{A6B906EF-57D8-4124-A530-1FE35D05CE18}" destId="{D0D6CCF2-406D-49B4-BF60-A3F18AD08CA8}" srcOrd="2" destOrd="0" presId="urn:microsoft.com/office/officeart/2008/layout/BendingPictureCaption"/>
    <dgm:cxn modelId="{B4ECECFE-EE35-46D8-A5C9-BC3AB893E6E2}" type="presParOf" srcId="{D0D6CCF2-406D-49B4-BF60-A3F18AD08CA8}" destId="{2D952D5D-5EBC-4F8A-8AA3-1CDAEAB0553C}" srcOrd="0" destOrd="0" presId="urn:microsoft.com/office/officeart/2008/layout/BendingPictureCaption"/>
    <dgm:cxn modelId="{1AABDA3E-F167-416F-8B3F-A506DD50E5CD}" type="presParOf" srcId="{D0D6CCF2-406D-49B4-BF60-A3F18AD08CA8}" destId="{64F83D2D-7B38-4F78-9D4C-190B8D820F89}" srcOrd="1" destOrd="0" presId="urn:microsoft.com/office/officeart/2008/layout/BendingPictureCaption"/>
    <dgm:cxn modelId="{6125ADFC-D5E5-44FD-A2AC-6C7C7204C526}" type="presParOf" srcId="{A6B906EF-57D8-4124-A530-1FE35D05CE18}" destId="{D8F53A24-1C2A-4067-AAE5-5278C55F31FE}" srcOrd="3" destOrd="0" presId="urn:microsoft.com/office/officeart/2008/layout/BendingPictureCaption"/>
    <dgm:cxn modelId="{5E45FF0E-77E8-4387-B2DB-17C9CD905836}" type="presParOf" srcId="{A6B906EF-57D8-4124-A530-1FE35D05CE18}" destId="{E4387129-A850-41FE-B5E8-AF5E74DD5207}" srcOrd="4" destOrd="0" presId="urn:microsoft.com/office/officeart/2008/layout/BendingPictureCaption"/>
    <dgm:cxn modelId="{FEF883AB-027C-477A-BAB7-B0EF36DCD38E}" type="presParOf" srcId="{E4387129-A850-41FE-B5E8-AF5E74DD5207}" destId="{34BBCD48-7D6A-44B5-8992-D94CB41A812B}" srcOrd="0" destOrd="0" presId="urn:microsoft.com/office/officeart/2008/layout/BendingPictureCaption"/>
    <dgm:cxn modelId="{20D8ABD0-C9CE-4E15-BEF4-6E3F499C936D}" type="presParOf" srcId="{E4387129-A850-41FE-B5E8-AF5E74DD5207}" destId="{43C4D4D1-6165-419D-B5F4-3FC2F7B146B7}" srcOrd="1" destOrd="0" presId="urn:microsoft.com/office/officeart/2008/layout/BendingPictureCaption"/>
    <dgm:cxn modelId="{6BB7BE77-1B63-4DD7-8651-9660F1C588F2}" type="presParOf" srcId="{A6B906EF-57D8-4124-A530-1FE35D05CE18}" destId="{26CCD6B5-04F9-4983-9A41-C83103BB5A28}" srcOrd="5" destOrd="0" presId="urn:microsoft.com/office/officeart/2008/layout/BendingPictureCaption"/>
    <dgm:cxn modelId="{0C170A6D-0EDD-470F-A425-21D473174B18}" type="presParOf" srcId="{A6B906EF-57D8-4124-A530-1FE35D05CE18}" destId="{CAF2B484-10A5-436B-AE60-C1B410EC1A80}" srcOrd="6" destOrd="0" presId="urn:microsoft.com/office/officeart/2008/layout/BendingPictureCaption"/>
    <dgm:cxn modelId="{325D5E9F-5D69-4C98-8992-AC3565DC3BC7}" type="presParOf" srcId="{CAF2B484-10A5-436B-AE60-C1B410EC1A80}" destId="{35D60314-853B-422A-B616-CD7077040A2B}" srcOrd="0" destOrd="0" presId="urn:microsoft.com/office/officeart/2008/layout/BendingPictureCaption"/>
    <dgm:cxn modelId="{6ABEB304-73C7-45D0-9586-BEC2BE48BBBA}" type="presParOf" srcId="{CAF2B484-10A5-436B-AE60-C1B410EC1A80}" destId="{14F11A14-9E7B-4AC9-A16D-7844598E490F}" srcOrd="1" destOrd="0" presId="urn:microsoft.com/office/officeart/2008/layout/BendingPictureCaption"/>
    <dgm:cxn modelId="{49A5ADC3-AB3C-4A8F-B45C-528E0693BA11}" type="presParOf" srcId="{A6B906EF-57D8-4124-A530-1FE35D05CE18}" destId="{E1C4CD6A-4904-43AD-8B63-C40701E07F9F}" srcOrd="7" destOrd="0" presId="urn:microsoft.com/office/officeart/2008/layout/BendingPictureCaption"/>
    <dgm:cxn modelId="{D994FF63-5B45-406A-80C3-504B8A6B859D}" type="presParOf" srcId="{A6B906EF-57D8-4124-A530-1FE35D05CE18}" destId="{EEF52A3A-68E7-4869-B906-303255517569}" srcOrd="8" destOrd="0" presId="urn:microsoft.com/office/officeart/2008/layout/BendingPictureCaption"/>
    <dgm:cxn modelId="{FED395E6-E9E5-4080-B4DC-1400A0234FDB}" type="presParOf" srcId="{EEF52A3A-68E7-4869-B906-303255517569}" destId="{EB87DAE4-13D7-416F-9785-A466615E7C98}" srcOrd="0" destOrd="0" presId="urn:microsoft.com/office/officeart/2008/layout/BendingPictureCaption"/>
    <dgm:cxn modelId="{ED275CAD-5464-4BE5-BD61-4D906BF5EDB5}" type="presParOf" srcId="{EEF52A3A-68E7-4869-B906-303255517569}" destId="{B487DFE0-39F3-4824-AE12-5797AC90AA2E}" srcOrd="1" destOrd="0" presId="urn:microsoft.com/office/officeart/2008/layout/BendingPictureCapti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2E73E88-766A-4251-BE3A-0F1FE130E306}" type="doc">
      <dgm:prSet loTypeId="urn:microsoft.com/office/officeart/2005/8/layout/cycle8" loCatId="cycle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66447498-84C7-42D7-99D1-F1D055380D31}">
      <dgm:prSet phldrT="[Texto]" custT="1"/>
      <dgm:spPr/>
      <dgm:t>
        <a:bodyPr/>
        <a:lstStyle/>
        <a:p>
          <a:r>
            <a:rPr lang="es-A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Idea</a:t>
          </a:r>
        </a:p>
      </dgm:t>
    </dgm:pt>
    <dgm:pt modelId="{D8F63D99-73DF-4BAC-9C9E-6681828ABB14}" type="parTrans" cxnId="{42830516-4FD1-4793-BD4F-7248C11173D1}">
      <dgm:prSet/>
      <dgm:spPr/>
      <dgm:t>
        <a:bodyPr/>
        <a:lstStyle/>
        <a:p>
          <a:endParaRPr lang="es-AR" sz="40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BE73F7B-DE97-4FB8-B75E-CA41740ACC38}" type="sibTrans" cxnId="{42830516-4FD1-4793-BD4F-7248C11173D1}">
      <dgm:prSet/>
      <dgm:spPr/>
      <dgm:t>
        <a:bodyPr/>
        <a:lstStyle/>
        <a:p>
          <a:endParaRPr lang="es-AR" sz="40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4105420-43A5-4287-9062-8CA755A206A8}">
      <dgm:prSet phldrT="[Texto]" custT="1"/>
      <dgm:spPr/>
      <dgm:t>
        <a:bodyPr/>
        <a:lstStyle/>
        <a:p>
          <a:r>
            <a:rPr lang="es-A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Programa-</a:t>
          </a:r>
          <a:r>
            <a:rPr lang="es-AR" sz="12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ción</a:t>
          </a:r>
          <a:endParaRPr lang="es-AR" sz="12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99A2E93-A8EC-4032-AA1E-134937448E8E}" type="parTrans" cxnId="{78D2748F-6AAE-4F4A-998C-873480B38E7E}">
      <dgm:prSet/>
      <dgm:spPr/>
      <dgm:t>
        <a:bodyPr/>
        <a:lstStyle/>
        <a:p>
          <a:endParaRPr lang="es-AR" sz="40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37F6A69-7563-4B2B-A408-BD4509A04901}" type="sibTrans" cxnId="{78D2748F-6AAE-4F4A-998C-873480B38E7E}">
      <dgm:prSet/>
      <dgm:spPr/>
      <dgm:t>
        <a:bodyPr/>
        <a:lstStyle/>
        <a:p>
          <a:endParaRPr lang="es-AR" sz="40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55DA0FC-29AD-489E-B18B-5E376B762E40}">
      <dgm:prSet phldrT="[Texto]" custT="1"/>
      <dgm:spPr/>
      <dgm:t>
        <a:bodyPr/>
        <a:lstStyle/>
        <a:p>
          <a:r>
            <a:rPr lang="es-A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Prueba</a:t>
          </a:r>
        </a:p>
      </dgm:t>
    </dgm:pt>
    <dgm:pt modelId="{B9342BB7-6C4F-41C3-8DC3-58A02592DA89}" type="parTrans" cxnId="{18E15A34-8F5E-4974-86E9-2B832E370B28}">
      <dgm:prSet/>
      <dgm:spPr/>
      <dgm:t>
        <a:bodyPr/>
        <a:lstStyle/>
        <a:p>
          <a:endParaRPr lang="es-AR" sz="40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17F3117-6160-4CFE-BF88-CC7BD1932F0E}" type="sibTrans" cxnId="{18E15A34-8F5E-4974-86E9-2B832E370B28}">
      <dgm:prSet/>
      <dgm:spPr/>
      <dgm:t>
        <a:bodyPr/>
        <a:lstStyle/>
        <a:p>
          <a:endParaRPr lang="es-AR" sz="40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6FA7984-8568-4771-96A6-12DEAA212BA6}">
      <dgm:prSet phldrT="[Texto]" custT="1"/>
      <dgm:spPr/>
      <dgm:t>
        <a:bodyPr/>
        <a:lstStyle/>
        <a:p>
          <a:r>
            <a:rPr lang="es-AR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Rediseño</a:t>
          </a:r>
        </a:p>
      </dgm:t>
    </dgm:pt>
    <dgm:pt modelId="{7FE43E00-A733-4623-8E59-6D4DFF355702}" type="parTrans" cxnId="{335A8652-FDD4-49E0-8887-3A44E4F840EC}">
      <dgm:prSet/>
      <dgm:spPr/>
      <dgm:t>
        <a:bodyPr/>
        <a:lstStyle/>
        <a:p>
          <a:endParaRPr lang="es-AR" sz="40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A2FF288-57B8-43F1-B62A-04EA59E6740B}" type="sibTrans" cxnId="{335A8652-FDD4-49E0-8887-3A44E4F840EC}">
      <dgm:prSet/>
      <dgm:spPr/>
      <dgm:t>
        <a:bodyPr/>
        <a:lstStyle/>
        <a:p>
          <a:endParaRPr lang="es-AR" sz="40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59277AD-7C24-40AA-B902-F5BDB97F195C}" type="pres">
      <dgm:prSet presAssocID="{42E73E88-766A-4251-BE3A-0F1FE130E306}" presName="compositeShape" presStyleCnt="0">
        <dgm:presLayoutVars>
          <dgm:chMax val="7"/>
          <dgm:dir/>
          <dgm:resizeHandles val="exact"/>
        </dgm:presLayoutVars>
      </dgm:prSet>
      <dgm:spPr/>
    </dgm:pt>
    <dgm:pt modelId="{3CDEF62C-69F0-4063-8901-4345D606FA70}" type="pres">
      <dgm:prSet presAssocID="{42E73E88-766A-4251-BE3A-0F1FE130E306}" presName="wedge1" presStyleLbl="node1" presStyleIdx="0" presStyleCnt="4"/>
      <dgm:spPr/>
    </dgm:pt>
    <dgm:pt modelId="{125A7B8F-6A6C-401D-8670-72C59361A09A}" type="pres">
      <dgm:prSet presAssocID="{42E73E88-766A-4251-BE3A-0F1FE130E306}" presName="dummy1a" presStyleCnt="0"/>
      <dgm:spPr/>
    </dgm:pt>
    <dgm:pt modelId="{675B38AE-D6DD-4DE6-B945-FA5AB6264BE1}" type="pres">
      <dgm:prSet presAssocID="{42E73E88-766A-4251-BE3A-0F1FE130E306}" presName="dummy1b" presStyleCnt="0"/>
      <dgm:spPr/>
    </dgm:pt>
    <dgm:pt modelId="{32639D0C-B25A-4D4D-9C8F-B10657016629}" type="pres">
      <dgm:prSet presAssocID="{42E73E88-766A-4251-BE3A-0F1FE130E306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DE38788-DD53-4C22-91F7-6BC9F2A32F79}" type="pres">
      <dgm:prSet presAssocID="{42E73E88-766A-4251-BE3A-0F1FE130E306}" presName="wedge2" presStyleLbl="node1" presStyleIdx="1" presStyleCnt="4"/>
      <dgm:spPr/>
    </dgm:pt>
    <dgm:pt modelId="{E2171002-C6FE-4F9C-A189-F04C79A5869C}" type="pres">
      <dgm:prSet presAssocID="{42E73E88-766A-4251-BE3A-0F1FE130E306}" presName="dummy2a" presStyleCnt="0"/>
      <dgm:spPr/>
    </dgm:pt>
    <dgm:pt modelId="{B86A2FD9-E800-442A-8A0A-67EEB07677A0}" type="pres">
      <dgm:prSet presAssocID="{42E73E88-766A-4251-BE3A-0F1FE130E306}" presName="dummy2b" presStyleCnt="0"/>
      <dgm:spPr/>
    </dgm:pt>
    <dgm:pt modelId="{277E3DF2-D1FE-47B1-A7E8-97872E9A8465}" type="pres">
      <dgm:prSet presAssocID="{42E73E88-766A-4251-BE3A-0F1FE130E306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5D89779-B52D-439B-85AB-44F441B290B4}" type="pres">
      <dgm:prSet presAssocID="{42E73E88-766A-4251-BE3A-0F1FE130E306}" presName="wedge3" presStyleLbl="node1" presStyleIdx="2" presStyleCnt="4"/>
      <dgm:spPr/>
    </dgm:pt>
    <dgm:pt modelId="{67E719EF-22A6-434D-B67D-C69DBC937E6F}" type="pres">
      <dgm:prSet presAssocID="{42E73E88-766A-4251-BE3A-0F1FE130E306}" presName="dummy3a" presStyleCnt="0"/>
      <dgm:spPr/>
    </dgm:pt>
    <dgm:pt modelId="{28F2414D-C21E-45CD-BAC0-7178FA063A83}" type="pres">
      <dgm:prSet presAssocID="{42E73E88-766A-4251-BE3A-0F1FE130E306}" presName="dummy3b" presStyleCnt="0"/>
      <dgm:spPr/>
    </dgm:pt>
    <dgm:pt modelId="{7DACF0E5-E8EF-4DBD-AAB3-F8766B4C7885}" type="pres">
      <dgm:prSet presAssocID="{42E73E88-766A-4251-BE3A-0F1FE130E306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D401E60-8870-4E33-8A8F-E089D0D0AE0D}" type="pres">
      <dgm:prSet presAssocID="{42E73E88-766A-4251-BE3A-0F1FE130E306}" presName="wedge4" presStyleLbl="node1" presStyleIdx="3" presStyleCnt="4"/>
      <dgm:spPr/>
    </dgm:pt>
    <dgm:pt modelId="{0B3F91BF-15FC-4FF6-935B-9DC719419F7D}" type="pres">
      <dgm:prSet presAssocID="{42E73E88-766A-4251-BE3A-0F1FE130E306}" presName="dummy4a" presStyleCnt="0"/>
      <dgm:spPr/>
    </dgm:pt>
    <dgm:pt modelId="{4959274F-B1AD-4170-AB38-9D7DCF26CF8C}" type="pres">
      <dgm:prSet presAssocID="{42E73E88-766A-4251-BE3A-0F1FE130E306}" presName="dummy4b" presStyleCnt="0"/>
      <dgm:spPr/>
    </dgm:pt>
    <dgm:pt modelId="{89468E51-3BE9-41D0-B3FD-18710A5363D5}" type="pres">
      <dgm:prSet presAssocID="{42E73E88-766A-4251-BE3A-0F1FE130E306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B21DFCCC-227A-4F57-9516-B413362B5B22}" type="pres">
      <dgm:prSet presAssocID="{2BE73F7B-DE97-4FB8-B75E-CA41740ACC38}" presName="arrowWedge1" presStyleLbl="fgSibTrans2D1" presStyleIdx="0" presStyleCnt="4"/>
      <dgm:spPr/>
    </dgm:pt>
    <dgm:pt modelId="{BBAF1465-B55D-4448-A045-813D250A2F3B}" type="pres">
      <dgm:prSet presAssocID="{337F6A69-7563-4B2B-A408-BD4509A04901}" presName="arrowWedge2" presStyleLbl="fgSibTrans2D1" presStyleIdx="1" presStyleCnt="4"/>
      <dgm:spPr/>
    </dgm:pt>
    <dgm:pt modelId="{482419AD-D8ED-4AFE-88B1-0023D640BF20}" type="pres">
      <dgm:prSet presAssocID="{C17F3117-6160-4CFE-BF88-CC7BD1932F0E}" presName="arrowWedge3" presStyleLbl="fgSibTrans2D1" presStyleIdx="2" presStyleCnt="4"/>
      <dgm:spPr/>
    </dgm:pt>
    <dgm:pt modelId="{5F474F2D-CB6F-4350-A63A-2744EF7D2787}" type="pres">
      <dgm:prSet presAssocID="{EA2FF288-57B8-43F1-B62A-04EA59E6740B}" presName="arrowWedge4" presStyleLbl="fgSibTrans2D1" presStyleIdx="3" presStyleCnt="4"/>
      <dgm:spPr/>
    </dgm:pt>
  </dgm:ptLst>
  <dgm:cxnLst>
    <dgm:cxn modelId="{57F42C13-F5A7-4D24-9A47-334A55B5E0B3}" type="presOf" srcId="{94105420-43A5-4287-9062-8CA755A206A8}" destId="{6DE38788-DD53-4C22-91F7-6BC9F2A32F79}" srcOrd="0" destOrd="0" presId="urn:microsoft.com/office/officeart/2005/8/layout/cycle8"/>
    <dgm:cxn modelId="{42830516-4FD1-4793-BD4F-7248C11173D1}" srcId="{42E73E88-766A-4251-BE3A-0F1FE130E306}" destId="{66447498-84C7-42D7-99D1-F1D055380D31}" srcOrd="0" destOrd="0" parTransId="{D8F63D99-73DF-4BAC-9C9E-6681828ABB14}" sibTransId="{2BE73F7B-DE97-4FB8-B75E-CA41740ACC38}"/>
    <dgm:cxn modelId="{18E15A34-8F5E-4974-86E9-2B832E370B28}" srcId="{42E73E88-766A-4251-BE3A-0F1FE130E306}" destId="{755DA0FC-29AD-489E-B18B-5E376B762E40}" srcOrd="2" destOrd="0" parTransId="{B9342BB7-6C4F-41C3-8DC3-58A02592DA89}" sibTransId="{C17F3117-6160-4CFE-BF88-CC7BD1932F0E}"/>
    <dgm:cxn modelId="{2BCC1C45-0AB0-443F-846A-177C14D83711}" type="presOf" srcId="{26FA7984-8568-4771-96A6-12DEAA212BA6}" destId="{89468E51-3BE9-41D0-B3FD-18710A5363D5}" srcOrd="1" destOrd="0" presId="urn:microsoft.com/office/officeart/2005/8/layout/cycle8"/>
    <dgm:cxn modelId="{855F5169-10F7-4338-870D-6D4ABF470E7B}" type="presOf" srcId="{755DA0FC-29AD-489E-B18B-5E376B762E40}" destId="{7DACF0E5-E8EF-4DBD-AAB3-F8766B4C7885}" srcOrd="1" destOrd="0" presId="urn:microsoft.com/office/officeart/2005/8/layout/cycle8"/>
    <dgm:cxn modelId="{335A8652-FDD4-49E0-8887-3A44E4F840EC}" srcId="{42E73E88-766A-4251-BE3A-0F1FE130E306}" destId="{26FA7984-8568-4771-96A6-12DEAA212BA6}" srcOrd="3" destOrd="0" parTransId="{7FE43E00-A733-4623-8E59-6D4DFF355702}" sibTransId="{EA2FF288-57B8-43F1-B62A-04EA59E6740B}"/>
    <dgm:cxn modelId="{DD58D484-0624-46BD-90B9-6226712733FA}" type="presOf" srcId="{66447498-84C7-42D7-99D1-F1D055380D31}" destId="{32639D0C-B25A-4D4D-9C8F-B10657016629}" srcOrd="1" destOrd="0" presId="urn:microsoft.com/office/officeart/2005/8/layout/cycle8"/>
    <dgm:cxn modelId="{BC874586-2D6A-4824-B610-536ED5A99C53}" type="presOf" srcId="{755DA0FC-29AD-489E-B18B-5E376B762E40}" destId="{45D89779-B52D-439B-85AB-44F441B290B4}" srcOrd="0" destOrd="0" presId="urn:microsoft.com/office/officeart/2005/8/layout/cycle8"/>
    <dgm:cxn modelId="{78D2748F-6AAE-4F4A-998C-873480B38E7E}" srcId="{42E73E88-766A-4251-BE3A-0F1FE130E306}" destId="{94105420-43A5-4287-9062-8CA755A206A8}" srcOrd="1" destOrd="0" parTransId="{999A2E93-A8EC-4032-AA1E-134937448E8E}" sibTransId="{337F6A69-7563-4B2B-A408-BD4509A04901}"/>
    <dgm:cxn modelId="{FB31F0AC-B020-4C54-84DF-B41E60FBD34F}" type="presOf" srcId="{66447498-84C7-42D7-99D1-F1D055380D31}" destId="{3CDEF62C-69F0-4063-8901-4345D606FA70}" srcOrd="0" destOrd="0" presId="urn:microsoft.com/office/officeart/2005/8/layout/cycle8"/>
    <dgm:cxn modelId="{C72801C1-9DCC-4B0B-84E2-20AF39574AC1}" type="presOf" srcId="{94105420-43A5-4287-9062-8CA755A206A8}" destId="{277E3DF2-D1FE-47B1-A7E8-97872E9A8465}" srcOrd="1" destOrd="0" presId="urn:microsoft.com/office/officeart/2005/8/layout/cycle8"/>
    <dgm:cxn modelId="{D58C6BCF-51F1-4019-B91C-05FD0A8A06F2}" type="presOf" srcId="{26FA7984-8568-4771-96A6-12DEAA212BA6}" destId="{AD401E60-8870-4E33-8A8F-E089D0D0AE0D}" srcOrd="0" destOrd="0" presId="urn:microsoft.com/office/officeart/2005/8/layout/cycle8"/>
    <dgm:cxn modelId="{A160BBD2-A63B-4069-A401-9A47836A7FA9}" type="presOf" srcId="{42E73E88-766A-4251-BE3A-0F1FE130E306}" destId="{F59277AD-7C24-40AA-B902-F5BDB97F195C}" srcOrd="0" destOrd="0" presId="urn:microsoft.com/office/officeart/2005/8/layout/cycle8"/>
    <dgm:cxn modelId="{34B1B79C-4023-438A-BBF0-273F6294826E}" type="presParOf" srcId="{F59277AD-7C24-40AA-B902-F5BDB97F195C}" destId="{3CDEF62C-69F0-4063-8901-4345D606FA70}" srcOrd="0" destOrd="0" presId="urn:microsoft.com/office/officeart/2005/8/layout/cycle8"/>
    <dgm:cxn modelId="{44B3D232-7B8A-4B4E-8B4E-2FC016AB3B52}" type="presParOf" srcId="{F59277AD-7C24-40AA-B902-F5BDB97F195C}" destId="{125A7B8F-6A6C-401D-8670-72C59361A09A}" srcOrd="1" destOrd="0" presId="urn:microsoft.com/office/officeart/2005/8/layout/cycle8"/>
    <dgm:cxn modelId="{8652CDC8-7095-4852-94A0-98AD2E8701B1}" type="presParOf" srcId="{F59277AD-7C24-40AA-B902-F5BDB97F195C}" destId="{675B38AE-D6DD-4DE6-B945-FA5AB6264BE1}" srcOrd="2" destOrd="0" presId="urn:microsoft.com/office/officeart/2005/8/layout/cycle8"/>
    <dgm:cxn modelId="{4DF72753-AFB6-49DD-B427-DC3BBF107452}" type="presParOf" srcId="{F59277AD-7C24-40AA-B902-F5BDB97F195C}" destId="{32639D0C-B25A-4D4D-9C8F-B10657016629}" srcOrd="3" destOrd="0" presId="urn:microsoft.com/office/officeart/2005/8/layout/cycle8"/>
    <dgm:cxn modelId="{9CAB9DAE-C4B9-42FD-A70E-C28BC09F1E8F}" type="presParOf" srcId="{F59277AD-7C24-40AA-B902-F5BDB97F195C}" destId="{6DE38788-DD53-4C22-91F7-6BC9F2A32F79}" srcOrd="4" destOrd="0" presId="urn:microsoft.com/office/officeart/2005/8/layout/cycle8"/>
    <dgm:cxn modelId="{10A8DC39-1C33-46F2-A878-B0B804E1E4DA}" type="presParOf" srcId="{F59277AD-7C24-40AA-B902-F5BDB97F195C}" destId="{E2171002-C6FE-4F9C-A189-F04C79A5869C}" srcOrd="5" destOrd="0" presId="urn:microsoft.com/office/officeart/2005/8/layout/cycle8"/>
    <dgm:cxn modelId="{C6F35298-CEA7-4CB6-A467-111ED98E5A9F}" type="presParOf" srcId="{F59277AD-7C24-40AA-B902-F5BDB97F195C}" destId="{B86A2FD9-E800-442A-8A0A-67EEB07677A0}" srcOrd="6" destOrd="0" presId="urn:microsoft.com/office/officeart/2005/8/layout/cycle8"/>
    <dgm:cxn modelId="{80F2ECC6-F11E-4E7A-9834-558CD2C0B690}" type="presParOf" srcId="{F59277AD-7C24-40AA-B902-F5BDB97F195C}" destId="{277E3DF2-D1FE-47B1-A7E8-97872E9A8465}" srcOrd="7" destOrd="0" presId="urn:microsoft.com/office/officeart/2005/8/layout/cycle8"/>
    <dgm:cxn modelId="{47DC40E0-8110-468C-A979-AC677385304D}" type="presParOf" srcId="{F59277AD-7C24-40AA-B902-F5BDB97F195C}" destId="{45D89779-B52D-439B-85AB-44F441B290B4}" srcOrd="8" destOrd="0" presId="urn:microsoft.com/office/officeart/2005/8/layout/cycle8"/>
    <dgm:cxn modelId="{1C555A1B-54F9-4EE9-B193-0668A4A52CDC}" type="presParOf" srcId="{F59277AD-7C24-40AA-B902-F5BDB97F195C}" destId="{67E719EF-22A6-434D-B67D-C69DBC937E6F}" srcOrd="9" destOrd="0" presId="urn:microsoft.com/office/officeart/2005/8/layout/cycle8"/>
    <dgm:cxn modelId="{663FC378-D607-472E-92C0-B6E2923E0A11}" type="presParOf" srcId="{F59277AD-7C24-40AA-B902-F5BDB97F195C}" destId="{28F2414D-C21E-45CD-BAC0-7178FA063A83}" srcOrd="10" destOrd="0" presId="urn:microsoft.com/office/officeart/2005/8/layout/cycle8"/>
    <dgm:cxn modelId="{FBB13676-6ECD-41A9-9459-C5048A6F59B3}" type="presParOf" srcId="{F59277AD-7C24-40AA-B902-F5BDB97F195C}" destId="{7DACF0E5-E8EF-4DBD-AAB3-F8766B4C7885}" srcOrd="11" destOrd="0" presId="urn:microsoft.com/office/officeart/2005/8/layout/cycle8"/>
    <dgm:cxn modelId="{76962C61-4F71-4000-B4AB-CAC2D348A1A7}" type="presParOf" srcId="{F59277AD-7C24-40AA-B902-F5BDB97F195C}" destId="{AD401E60-8870-4E33-8A8F-E089D0D0AE0D}" srcOrd="12" destOrd="0" presId="urn:microsoft.com/office/officeart/2005/8/layout/cycle8"/>
    <dgm:cxn modelId="{A2615DF8-F4A6-4208-9437-1B7602A3E056}" type="presParOf" srcId="{F59277AD-7C24-40AA-B902-F5BDB97F195C}" destId="{0B3F91BF-15FC-4FF6-935B-9DC719419F7D}" srcOrd="13" destOrd="0" presId="urn:microsoft.com/office/officeart/2005/8/layout/cycle8"/>
    <dgm:cxn modelId="{9EC7AC82-1571-41F6-AB42-55196A973D00}" type="presParOf" srcId="{F59277AD-7C24-40AA-B902-F5BDB97F195C}" destId="{4959274F-B1AD-4170-AB38-9D7DCF26CF8C}" srcOrd="14" destOrd="0" presId="urn:microsoft.com/office/officeart/2005/8/layout/cycle8"/>
    <dgm:cxn modelId="{202776E2-94AE-49A6-8B1E-A602012F5084}" type="presParOf" srcId="{F59277AD-7C24-40AA-B902-F5BDB97F195C}" destId="{89468E51-3BE9-41D0-B3FD-18710A5363D5}" srcOrd="15" destOrd="0" presId="urn:microsoft.com/office/officeart/2005/8/layout/cycle8"/>
    <dgm:cxn modelId="{EB4C56E8-A944-4173-AA89-EF294C2159DB}" type="presParOf" srcId="{F59277AD-7C24-40AA-B902-F5BDB97F195C}" destId="{B21DFCCC-227A-4F57-9516-B413362B5B22}" srcOrd="16" destOrd="0" presId="urn:microsoft.com/office/officeart/2005/8/layout/cycle8"/>
    <dgm:cxn modelId="{1465DBF3-D54D-4968-8E74-E38DAEF5F06A}" type="presParOf" srcId="{F59277AD-7C24-40AA-B902-F5BDB97F195C}" destId="{BBAF1465-B55D-4448-A045-813D250A2F3B}" srcOrd="17" destOrd="0" presId="urn:microsoft.com/office/officeart/2005/8/layout/cycle8"/>
    <dgm:cxn modelId="{9AFD9115-F8C3-4F39-B2DB-320150A07E68}" type="presParOf" srcId="{F59277AD-7C24-40AA-B902-F5BDB97F195C}" destId="{482419AD-D8ED-4AFE-88B1-0023D640BF20}" srcOrd="18" destOrd="0" presId="urn:microsoft.com/office/officeart/2005/8/layout/cycle8"/>
    <dgm:cxn modelId="{EB19C34C-130D-419C-BCEC-C7D21499ACF8}" type="presParOf" srcId="{F59277AD-7C24-40AA-B902-F5BDB97F195C}" destId="{5F474F2D-CB6F-4350-A63A-2744EF7D2787}" srcOrd="1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2C86116-B16A-47E9-9035-7C52017B5AB4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D5BA0C8A-CF4D-441A-9994-30DCF02ACA1E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" sz="20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Es un clasificador basado en el teorema de Bayes, con una asunción “</a:t>
          </a:r>
          <a:r>
            <a:rPr lang="en" sz="2000" i="1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inocente</a:t>
          </a:r>
          <a:r>
            <a:rPr lang="en" sz="20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” sobre los datos.</a:t>
          </a:r>
          <a:endParaRPr lang="es-AR" sz="2000" dirty="0">
            <a:solidFill>
              <a:schemeClr val="tx2">
                <a:lumMod val="50000"/>
              </a:schemeClr>
            </a:solidFill>
          </a:endParaRPr>
        </a:p>
      </dgm:t>
    </dgm:pt>
    <dgm:pt modelId="{0996D28C-CA65-42C9-95ED-8CDAD1397798}" type="parTrans" cxnId="{5C7A95AE-0277-47D0-9E32-2BA64A9917DF}">
      <dgm:prSet/>
      <dgm:spPr/>
      <dgm:t>
        <a:bodyPr/>
        <a:lstStyle/>
        <a:p>
          <a:endParaRPr lang="es-AR" sz="3200">
            <a:solidFill>
              <a:schemeClr val="tx2">
                <a:lumMod val="50000"/>
              </a:schemeClr>
            </a:solidFill>
          </a:endParaRPr>
        </a:p>
      </dgm:t>
    </dgm:pt>
    <dgm:pt modelId="{BB5E9E9A-772C-4CD8-946D-E5F1B80ED1FD}" type="sibTrans" cxnId="{5C7A95AE-0277-47D0-9E32-2BA64A9917DF}">
      <dgm:prSet/>
      <dgm:spPr/>
      <dgm:t>
        <a:bodyPr/>
        <a:lstStyle/>
        <a:p>
          <a:endParaRPr lang="es-AR" sz="3200">
            <a:solidFill>
              <a:schemeClr val="tx2">
                <a:lumMod val="50000"/>
              </a:schemeClr>
            </a:solidFill>
          </a:endParaRPr>
        </a:p>
      </dgm:t>
    </dgm:pt>
    <dgm:pt modelId="{EBB42FAA-74C3-48B9-8350-2A5D8922EB79}">
      <dgm:prSet custT="1"/>
      <dgm:spPr/>
      <dgm:t>
        <a:bodyPr/>
        <a:lstStyle/>
        <a:p>
          <a:r>
            <a:rPr lang="es-MX" sz="20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Son “</a:t>
          </a:r>
          <a:r>
            <a:rPr lang="es-MX" sz="2000" i="1" dirty="0" err="1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naive</a:t>
          </a:r>
          <a:r>
            <a:rPr lang="es-MX" sz="20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” porque se asume que las variables predictoras son independientes entre sí.</a:t>
          </a:r>
        </a:p>
      </dgm:t>
    </dgm:pt>
    <dgm:pt modelId="{56085CF8-655F-4783-ADF3-1BCE03EA1777}" type="parTrans" cxnId="{5ACC2E20-C5B9-4271-BD42-DD1BCEB678CD}">
      <dgm:prSet/>
      <dgm:spPr/>
      <dgm:t>
        <a:bodyPr/>
        <a:lstStyle/>
        <a:p>
          <a:endParaRPr lang="es-AR" sz="3200">
            <a:solidFill>
              <a:schemeClr val="tx2">
                <a:lumMod val="50000"/>
              </a:schemeClr>
            </a:solidFill>
          </a:endParaRPr>
        </a:p>
      </dgm:t>
    </dgm:pt>
    <dgm:pt modelId="{58E5F97B-F0DD-4D51-9B6F-ABC80BC42894}" type="sibTrans" cxnId="{5ACC2E20-C5B9-4271-BD42-DD1BCEB678CD}">
      <dgm:prSet/>
      <dgm:spPr/>
      <dgm:t>
        <a:bodyPr/>
        <a:lstStyle/>
        <a:p>
          <a:endParaRPr lang="es-AR" sz="3200">
            <a:solidFill>
              <a:schemeClr val="tx2">
                <a:lumMod val="50000"/>
              </a:schemeClr>
            </a:solidFill>
          </a:endParaRPr>
        </a:p>
      </dgm:t>
    </dgm:pt>
    <dgm:pt modelId="{6422A5FA-25B1-4FF4-8BD2-69EAD23A1F42}">
      <dgm:prSet custT="1"/>
      <dgm:spPr/>
      <dgm:t>
        <a:bodyPr/>
        <a:lstStyle/>
        <a:p>
          <a:r>
            <a:rPr lang="es-MX" sz="200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Es muy sencillo de programar y entender.</a:t>
          </a:r>
          <a:endParaRPr lang="es-MX" sz="2000" dirty="0">
            <a:solidFill>
              <a:schemeClr val="tx2">
                <a:lumMod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641D537-1D40-4D7C-850D-20B709A59F84}" type="parTrans" cxnId="{9979D998-B93C-42B6-ABA1-D01AA2A523D6}">
      <dgm:prSet/>
      <dgm:spPr/>
      <dgm:t>
        <a:bodyPr/>
        <a:lstStyle/>
        <a:p>
          <a:endParaRPr lang="es-AR" sz="3200">
            <a:solidFill>
              <a:schemeClr val="tx2">
                <a:lumMod val="50000"/>
              </a:schemeClr>
            </a:solidFill>
          </a:endParaRPr>
        </a:p>
      </dgm:t>
    </dgm:pt>
    <dgm:pt modelId="{5F9B2FDE-0782-4803-8D92-9FED4BA37AC5}" type="sibTrans" cxnId="{9979D998-B93C-42B6-ABA1-D01AA2A523D6}">
      <dgm:prSet/>
      <dgm:spPr/>
      <dgm:t>
        <a:bodyPr/>
        <a:lstStyle/>
        <a:p>
          <a:endParaRPr lang="es-AR" sz="3200">
            <a:solidFill>
              <a:schemeClr val="tx2">
                <a:lumMod val="50000"/>
              </a:schemeClr>
            </a:solidFill>
          </a:endParaRPr>
        </a:p>
      </dgm:t>
    </dgm:pt>
    <dgm:pt modelId="{9A0BC554-5FBB-4712-A3C5-416C0AC40920}">
      <dgm:prSet custT="1"/>
      <dgm:spPr/>
      <dgm:t>
        <a:bodyPr/>
        <a:lstStyle/>
        <a:p>
          <a:r>
            <a:rPr lang="es-MX" sz="20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Sirve mucho como línea base de comparación, puede tener resultados que sobrepasan a algoritmos mucho más complejos.</a:t>
          </a:r>
        </a:p>
      </dgm:t>
    </dgm:pt>
    <dgm:pt modelId="{8324FD5E-A4DD-4D7C-8073-38554AAED5C3}" type="parTrans" cxnId="{20B75407-1438-4142-9358-E93211C64CE6}">
      <dgm:prSet/>
      <dgm:spPr/>
      <dgm:t>
        <a:bodyPr/>
        <a:lstStyle/>
        <a:p>
          <a:endParaRPr lang="es-AR" sz="3200">
            <a:solidFill>
              <a:schemeClr val="tx2">
                <a:lumMod val="50000"/>
              </a:schemeClr>
            </a:solidFill>
          </a:endParaRPr>
        </a:p>
      </dgm:t>
    </dgm:pt>
    <dgm:pt modelId="{4717E9B8-744A-44C6-A149-D8CB442E05EB}" type="sibTrans" cxnId="{20B75407-1438-4142-9358-E93211C64CE6}">
      <dgm:prSet/>
      <dgm:spPr/>
      <dgm:t>
        <a:bodyPr/>
        <a:lstStyle/>
        <a:p>
          <a:endParaRPr lang="es-AR" sz="3200">
            <a:solidFill>
              <a:schemeClr val="tx2">
                <a:lumMod val="50000"/>
              </a:schemeClr>
            </a:solidFill>
          </a:endParaRPr>
        </a:p>
      </dgm:t>
    </dgm:pt>
    <dgm:pt modelId="{826E0C39-77E4-4D53-8C54-57B6355C1730}">
      <dgm:prSet custT="1"/>
      <dgm:spPr/>
      <dgm:t>
        <a:bodyPr/>
        <a:lstStyle/>
        <a:p>
          <a:r>
            <a:rPr lang="es-MX" sz="200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Es rápido de entrenar y funciona con datos de mucha dimensionalidad (e.g. es muy útil a la hora de clasificar documentos).</a:t>
          </a:r>
          <a:endParaRPr lang="es-MX" sz="2000" dirty="0">
            <a:solidFill>
              <a:schemeClr val="tx2">
                <a:lumMod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B66F08-DBC2-4AB0-BB12-76B50B5E6DF6}" type="parTrans" cxnId="{E4F5F510-5951-4E09-806C-C47CA66EF7BA}">
      <dgm:prSet/>
      <dgm:spPr/>
      <dgm:t>
        <a:bodyPr/>
        <a:lstStyle/>
        <a:p>
          <a:endParaRPr lang="es-AR" sz="3200">
            <a:solidFill>
              <a:schemeClr val="tx2">
                <a:lumMod val="50000"/>
              </a:schemeClr>
            </a:solidFill>
          </a:endParaRPr>
        </a:p>
      </dgm:t>
    </dgm:pt>
    <dgm:pt modelId="{865ADC75-27A2-4F77-9587-41C177F956E6}" type="sibTrans" cxnId="{E4F5F510-5951-4E09-806C-C47CA66EF7BA}">
      <dgm:prSet/>
      <dgm:spPr/>
      <dgm:t>
        <a:bodyPr/>
        <a:lstStyle/>
        <a:p>
          <a:endParaRPr lang="es-AR" sz="3200">
            <a:solidFill>
              <a:schemeClr val="tx2">
                <a:lumMod val="50000"/>
              </a:schemeClr>
            </a:solidFill>
          </a:endParaRPr>
        </a:p>
      </dgm:t>
    </dgm:pt>
    <dgm:pt modelId="{DFA8FDAD-6999-4E91-B463-4B6FE7B25082}" type="pres">
      <dgm:prSet presAssocID="{F2C86116-B16A-47E9-9035-7C52017B5AB4}" presName="Name0" presStyleCnt="0">
        <dgm:presLayoutVars>
          <dgm:chMax val="7"/>
          <dgm:chPref val="7"/>
          <dgm:dir/>
        </dgm:presLayoutVars>
      </dgm:prSet>
      <dgm:spPr/>
    </dgm:pt>
    <dgm:pt modelId="{861C5D47-985C-4A8B-8EF9-1B02FA0BD607}" type="pres">
      <dgm:prSet presAssocID="{F2C86116-B16A-47E9-9035-7C52017B5AB4}" presName="Name1" presStyleCnt="0"/>
      <dgm:spPr/>
    </dgm:pt>
    <dgm:pt modelId="{BBB7777A-7BBB-4A62-B7A1-31FA566B54BB}" type="pres">
      <dgm:prSet presAssocID="{F2C86116-B16A-47E9-9035-7C52017B5AB4}" presName="cycle" presStyleCnt="0"/>
      <dgm:spPr/>
    </dgm:pt>
    <dgm:pt modelId="{510B500D-4107-4FDC-8C3C-ABA790A5F1A5}" type="pres">
      <dgm:prSet presAssocID="{F2C86116-B16A-47E9-9035-7C52017B5AB4}" presName="srcNode" presStyleLbl="node1" presStyleIdx="0" presStyleCnt="5"/>
      <dgm:spPr/>
    </dgm:pt>
    <dgm:pt modelId="{48B0A7C6-3085-4C72-8F54-99025EDFC999}" type="pres">
      <dgm:prSet presAssocID="{F2C86116-B16A-47E9-9035-7C52017B5AB4}" presName="conn" presStyleLbl="parChTrans1D2" presStyleIdx="0" presStyleCnt="1"/>
      <dgm:spPr/>
    </dgm:pt>
    <dgm:pt modelId="{49D95153-BF63-49A0-80D5-459195F0323A}" type="pres">
      <dgm:prSet presAssocID="{F2C86116-B16A-47E9-9035-7C52017B5AB4}" presName="extraNode" presStyleLbl="node1" presStyleIdx="0" presStyleCnt="5"/>
      <dgm:spPr/>
    </dgm:pt>
    <dgm:pt modelId="{B05E6F35-6279-4339-820E-E9709B0BDF28}" type="pres">
      <dgm:prSet presAssocID="{F2C86116-B16A-47E9-9035-7C52017B5AB4}" presName="dstNode" presStyleLbl="node1" presStyleIdx="0" presStyleCnt="5"/>
      <dgm:spPr/>
    </dgm:pt>
    <dgm:pt modelId="{214E5972-78EB-4719-9F1D-71547D757652}" type="pres">
      <dgm:prSet presAssocID="{D5BA0C8A-CF4D-441A-9994-30DCF02ACA1E}" presName="text_1" presStyleLbl="node1" presStyleIdx="0" presStyleCnt="5" custScaleY="125714">
        <dgm:presLayoutVars>
          <dgm:bulletEnabled val="1"/>
        </dgm:presLayoutVars>
      </dgm:prSet>
      <dgm:spPr/>
    </dgm:pt>
    <dgm:pt modelId="{15682B71-1ED6-4477-BEC9-2E87824AB0F6}" type="pres">
      <dgm:prSet presAssocID="{D5BA0C8A-CF4D-441A-9994-30DCF02ACA1E}" presName="accent_1" presStyleCnt="0"/>
      <dgm:spPr/>
    </dgm:pt>
    <dgm:pt modelId="{BBC1086B-5711-4BA1-A177-83FCF583E774}" type="pres">
      <dgm:prSet presAssocID="{D5BA0C8A-CF4D-441A-9994-30DCF02ACA1E}" presName="accentRepeatNode" presStyleLbl="solidFgAcc1" presStyleIdx="0" presStyleCnt="5"/>
      <dgm:spPr/>
    </dgm:pt>
    <dgm:pt modelId="{12696AC8-E4D8-4097-910D-DB932214D0CE}" type="pres">
      <dgm:prSet presAssocID="{EBB42FAA-74C3-48B9-8350-2A5D8922EB79}" presName="text_2" presStyleLbl="node1" presStyleIdx="1" presStyleCnt="5" custScaleY="123156">
        <dgm:presLayoutVars>
          <dgm:bulletEnabled val="1"/>
        </dgm:presLayoutVars>
      </dgm:prSet>
      <dgm:spPr/>
    </dgm:pt>
    <dgm:pt modelId="{F0B8AA9C-9F21-4112-A390-4E0705E8C67A}" type="pres">
      <dgm:prSet presAssocID="{EBB42FAA-74C3-48B9-8350-2A5D8922EB79}" presName="accent_2" presStyleCnt="0"/>
      <dgm:spPr/>
    </dgm:pt>
    <dgm:pt modelId="{BCB24399-859C-453E-BC4F-5B1B6ACA63ED}" type="pres">
      <dgm:prSet presAssocID="{EBB42FAA-74C3-48B9-8350-2A5D8922EB79}" presName="accentRepeatNode" presStyleLbl="solidFgAcc1" presStyleIdx="1" presStyleCnt="5"/>
      <dgm:spPr/>
    </dgm:pt>
    <dgm:pt modelId="{FCE50C04-CE5D-4E0A-9716-5DF7B4B8CC96}" type="pres">
      <dgm:prSet presAssocID="{6422A5FA-25B1-4FF4-8BD2-69EAD23A1F42}" presName="text_3" presStyleLbl="node1" presStyleIdx="2" presStyleCnt="5" custScaleY="109478">
        <dgm:presLayoutVars>
          <dgm:bulletEnabled val="1"/>
        </dgm:presLayoutVars>
      </dgm:prSet>
      <dgm:spPr/>
    </dgm:pt>
    <dgm:pt modelId="{EEBB95A5-BB8A-483D-B048-9849F3F02BDA}" type="pres">
      <dgm:prSet presAssocID="{6422A5FA-25B1-4FF4-8BD2-69EAD23A1F42}" presName="accent_3" presStyleCnt="0"/>
      <dgm:spPr/>
    </dgm:pt>
    <dgm:pt modelId="{62DDC7AB-8548-4F14-810B-D3FC2A801789}" type="pres">
      <dgm:prSet presAssocID="{6422A5FA-25B1-4FF4-8BD2-69EAD23A1F42}" presName="accentRepeatNode" presStyleLbl="solidFgAcc1" presStyleIdx="2" presStyleCnt="5"/>
      <dgm:spPr/>
    </dgm:pt>
    <dgm:pt modelId="{13158C90-181A-4BDE-9AE3-1BBC75CABBB8}" type="pres">
      <dgm:prSet presAssocID="{9A0BC554-5FBB-4712-A3C5-416C0AC40920}" presName="text_4" presStyleLbl="node1" presStyleIdx="3" presStyleCnt="5" custScaleY="125714">
        <dgm:presLayoutVars>
          <dgm:bulletEnabled val="1"/>
        </dgm:presLayoutVars>
      </dgm:prSet>
      <dgm:spPr/>
    </dgm:pt>
    <dgm:pt modelId="{C888DF1E-AE75-442B-8304-89EA29925E09}" type="pres">
      <dgm:prSet presAssocID="{9A0BC554-5FBB-4712-A3C5-416C0AC40920}" presName="accent_4" presStyleCnt="0"/>
      <dgm:spPr/>
    </dgm:pt>
    <dgm:pt modelId="{C97BBDD5-DA44-48DA-8446-E8A2CA5367A6}" type="pres">
      <dgm:prSet presAssocID="{9A0BC554-5FBB-4712-A3C5-416C0AC40920}" presName="accentRepeatNode" presStyleLbl="solidFgAcc1" presStyleIdx="3" presStyleCnt="5"/>
      <dgm:spPr/>
    </dgm:pt>
    <dgm:pt modelId="{A3BBC7D4-E7D9-4B32-A74D-B8F26E384530}" type="pres">
      <dgm:prSet presAssocID="{826E0C39-77E4-4D53-8C54-57B6355C1730}" presName="text_5" presStyleLbl="node1" presStyleIdx="4" presStyleCnt="5" custScaleY="125714">
        <dgm:presLayoutVars>
          <dgm:bulletEnabled val="1"/>
        </dgm:presLayoutVars>
      </dgm:prSet>
      <dgm:spPr/>
    </dgm:pt>
    <dgm:pt modelId="{FAF27215-0D92-4139-8BC4-9F66728E0F12}" type="pres">
      <dgm:prSet presAssocID="{826E0C39-77E4-4D53-8C54-57B6355C1730}" presName="accent_5" presStyleCnt="0"/>
      <dgm:spPr/>
    </dgm:pt>
    <dgm:pt modelId="{323E5436-8CD9-4CF2-A1EA-41C04F68AEB3}" type="pres">
      <dgm:prSet presAssocID="{826E0C39-77E4-4D53-8C54-57B6355C1730}" presName="accentRepeatNode" presStyleLbl="solidFgAcc1" presStyleIdx="4" presStyleCnt="5"/>
      <dgm:spPr/>
    </dgm:pt>
  </dgm:ptLst>
  <dgm:cxnLst>
    <dgm:cxn modelId="{20B75407-1438-4142-9358-E93211C64CE6}" srcId="{F2C86116-B16A-47E9-9035-7C52017B5AB4}" destId="{9A0BC554-5FBB-4712-A3C5-416C0AC40920}" srcOrd="3" destOrd="0" parTransId="{8324FD5E-A4DD-4D7C-8073-38554AAED5C3}" sibTransId="{4717E9B8-744A-44C6-A149-D8CB442E05EB}"/>
    <dgm:cxn modelId="{E4F5F510-5951-4E09-806C-C47CA66EF7BA}" srcId="{F2C86116-B16A-47E9-9035-7C52017B5AB4}" destId="{826E0C39-77E4-4D53-8C54-57B6355C1730}" srcOrd="4" destOrd="0" parTransId="{9EB66F08-DBC2-4AB0-BB12-76B50B5E6DF6}" sibTransId="{865ADC75-27A2-4F77-9587-41C177F956E6}"/>
    <dgm:cxn modelId="{5ACC2E20-C5B9-4271-BD42-DD1BCEB678CD}" srcId="{F2C86116-B16A-47E9-9035-7C52017B5AB4}" destId="{EBB42FAA-74C3-48B9-8350-2A5D8922EB79}" srcOrd="1" destOrd="0" parTransId="{56085CF8-655F-4783-ADF3-1BCE03EA1777}" sibTransId="{58E5F97B-F0DD-4D51-9B6F-ABC80BC42894}"/>
    <dgm:cxn modelId="{C461955F-40B6-4035-BAB5-2D21E10D0852}" type="presOf" srcId="{D5BA0C8A-CF4D-441A-9994-30DCF02ACA1E}" destId="{214E5972-78EB-4719-9F1D-71547D757652}" srcOrd="0" destOrd="0" presId="urn:microsoft.com/office/officeart/2008/layout/VerticalCurvedList"/>
    <dgm:cxn modelId="{ECAF4165-C6E0-4297-8505-35EEBA150F04}" type="presOf" srcId="{9A0BC554-5FBB-4712-A3C5-416C0AC40920}" destId="{13158C90-181A-4BDE-9AE3-1BBC75CABBB8}" srcOrd="0" destOrd="0" presId="urn:microsoft.com/office/officeart/2008/layout/VerticalCurvedList"/>
    <dgm:cxn modelId="{36FC2E51-C5E9-41B6-BBCE-A7F8227355F9}" type="presOf" srcId="{6422A5FA-25B1-4FF4-8BD2-69EAD23A1F42}" destId="{FCE50C04-CE5D-4E0A-9716-5DF7B4B8CC96}" srcOrd="0" destOrd="0" presId="urn:microsoft.com/office/officeart/2008/layout/VerticalCurvedList"/>
    <dgm:cxn modelId="{9979D998-B93C-42B6-ABA1-D01AA2A523D6}" srcId="{F2C86116-B16A-47E9-9035-7C52017B5AB4}" destId="{6422A5FA-25B1-4FF4-8BD2-69EAD23A1F42}" srcOrd="2" destOrd="0" parTransId="{8641D537-1D40-4D7C-850D-20B709A59F84}" sibTransId="{5F9B2FDE-0782-4803-8D92-9FED4BA37AC5}"/>
    <dgm:cxn modelId="{5C7A95AE-0277-47D0-9E32-2BA64A9917DF}" srcId="{F2C86116-B16A-47E9-9035-7C52017B5AB4}" destId="{D5BA0C8A-CF4D-441A-9994-30DCF02ACA1E}" srcOrd="0" destOrd="0" parTransId="{0996D28C-CA65-42C9-95ED-8CDAD1397798}" sibTransId="{BB5E9E9A-772C-4CD8-946D-E5F1B80ED1FD}"/>
    <dgm:cxn modelId="{B499A8B4-32EA-40E4-8DB2-35DF5044BDE7}" type="presOf" srcId="{826E0C39-77E4-4D53-8C54-57B6355C1730}" destId="{A3BBC7D4-E7D9-4B32-A74D-B8F26E384530}" srcOrd="0" destOrd="0" presId="urn:microsoft.com/office/officeart/2008/layout/VerticalCurvedList"/>
    <dgm:cxn modelId="{20FB86DE-EDA7-4755-914F-B8AC5A67C6B5}" type="presOf" srcId="{BB5E9E9A-772C-4CD8-946D-E5F1B80ED1FD}" destId="{48B0A7C6-3085-4C72-8F54-99025EDFC999}" srcOrd="0" destOrd="0" presId="urn:microsoft.com/office/officeart/2008/layout/VerticalCurvedList"/>
    <dgm:cxn modelId="{877911ED-3E88-4C63-839B-9E4E42E1C5C6}" type="presOf" srcId="{EBB42FAA-74C3-48B9-8350-2A5D8922EB79}" destId="{12696AC8-E4D8-4097-910D-DB932214D0CE}" srcOrd="0" destOrd="0" presId="urn:microsoft.com/office/officeart/2008/layout/VerticalCurvedList"/>
    <dgm:cxn modelId="{3928DBFC-63C9-46D0-98BE-5F24757B5B18}" type="presOf" srcId="{F2C86116-B16A-47E9-9035-7C52017B5AB4}" destId="{DFA8FDAD-6999-4E91-B463-4B6FE7B25082}" srcOrd="0" destOrd="0" presId="urn:microsoft.com/office/officeart/2008/layout/VerticalCurvedList"/>
    <dgm:cxn modelId="{8641D1C6-B7A2-455D-BE42-69C3A510FCAD}" type="presParOf" srcId="{DFA8FDAD-6999-4E91-B463-4B6FE7B25082}" destId="{861C5D47-985C-4A8B-8EF9-1B02FA0BD607}" srcOrd="0" destOrd="0" presId="urn:microsoft.com/office/officeart/2008/layout/VerticalCurvedList"/>
    <dgm:cxn modelId="{1C756C44-D7A1-4BB7-B6F4-A866695851D8}" type="presParOf" srcId="{861C5D47-985C-4A8B-8EF9-1B02FA0BD607}" destId="{BBB7777A-7BBB-4A62-B7A1-31FA566B54BB}" srcOrd="0" destOrd="0" presId="urn:microsoft.com/office/officeart/2008/layout/VerticalCurvedList"/>
    <dgm:cxn modelId="{E88B7398-CE58-4C49-8EC4-89B17D52434D}" type="presParOf" srcId="{BBB7777A-7BBB-4A62-B7A1-31FA566B54BB}" destId="{510B500D-4107-4FDC-8C3C-ABA790A5F1A5}" srcOrd="0" destOrd="0" presId="urn:microsoft.com/office/officeart/2008/layout/VerticalCurvedList"/>
    <dgm:cxn modelId="{79A6BA79-F859-47FF-B864-8B7037BE035A}" type="presParOf" srcId="{BBB7777A-7BBB-4A62-B7A1-31FA566B54BB}" destId="{48B0A7C6-3085-4C72-8F54-99025EDFC999}" srcOrd="1" destOrd="0" presId="urn:microsoft.com/office/officeart/2008/layout/VerticalCurvedList"/>
    <dgm:cxn modelId="{BE986EAB-59BE-499D-873F-80627E2603DC}" type="presParOf" srcId="{BBB7777A-7BBB-4A62-B7A1-31FA566B54BB}" destId="{49D95153-BF63-49A0-80D5-459195F0323A}" srcOrd="2" destOrd="0" presId="urn:microsoft.com/office/officeart/2008/layout/VerticalCurvedList"/>
    <dgm:cxn modelId="{72699FA0-61E9-470D-B93E-C703582A045F}" type="presParOf" srcId="{BBB7777A-7BBB-4A62-B7A1-31FA566B54BB}" destId="{B05E6F35-6279-4339-820E-E9709B0BDF28}" srcOrd="3" destOrd="0" presId="urn:microsoft.com/office/officeart/2008/layout/VerticalCurvedList"/>
    <dgm:cxn modelId="{D10A1892-BB6D-4005-8C3D-B8FF541758F2}" type="presParOf" srcId="{861C5D47-985C-4A8B-8EF9-1B02FA0BD607}" destId="{214E5972-78EB-4719-9F1D-71547D757652}" srcOrd="1" destOrd="0" presId="urn:microsoft.com/office/officeart/2008/layout/VerticalCurvedList"/>
    <dgm:cxn modelId="{30DC4ABF-1B83-47F1-AE27-7A05F8DAEFB2}" type="presParOf" srcId="{861C5D47-985C-4A8B-8EF9-1B02FA0BD607}" destId="{15682B71-1ED6-4477-BEC9-2E87824AB0F6}" srcOrd="2" destOrd="0" presId="urn:microsoft.com/office/officeart/2008/layout/VerticalCurvedList"/>
    <dgm:cxn modelId="{B2B8BE1A-CD31-468C-A0EE-81268180620D}" type="presParOf" srcId="{15682B71-1ED6-4477-BEC9-2E87824AB0F6}" destId="{BBC1086B-5711-4BA1-A177-83FCF583E774}" srcOrd="0" destOrd="0" presId="urn:microsoft.com/office/officeart/2008/layout/VerticalCurvedList"/>
    <dgm:cxn modelId="{8601EF95-54F9-4279-AF77-D2BFF689AEC5}" type="presParOf" srcId="{861C5D47-985C-4A8B-8EF9-1B02FA0BD607}" destId="{12696AC8-E4D8-4097-910D-DB932214D0CE}" srcOrd="3" destOrd="0" presId="urn:microsoft.com/office/officeart/2008/layout/VerticalCurvedList"/>
    <dgm:cxn modelId="{29DDF6B9-E9FE-4CE4-92FC-2571BBB62942}" type="presParOf" srcId="{861C5D47-985C-4A8B-8EF9-1B02FA0BD607}" destId="{F0B8AA9C-9F21-4112-A390-4E0705E8C67A}" srcOrd="4" destOrd="0" presId="urn:microsoft.com/office/officeart/2008/layout/VerticalCurvedList"/>
    <dgm:cxn modelId="{3D00F70A-3189-43BD-AFD7-FD9D488904F6}" type="presParOf" srcId="{F0B8AA9C-9F21-4112-A390-4E0705E8C67A}" destId="{BCB24399-859C-453E-BC4F-5B1B6ACA63ED}" srcOrd="0" destOrd="0" presId="urn:microsoft.com/office/officeart/2008/layout/VerticalCurvedList"/>
    <dgm:cxn modelId="{9DC51434-369B-41E4-85AE-276E4E38F925}" type="presParOf" srcId="{861C5D47-985C-4A8B-8EF9-1B02FA0BD607}" destId="{FCE50C04-CE5D-4E0A-9716-5DF7B4B8CC96}" srcOrd="5" destOrd="0" presId="urn:microsoft.com/office/officeart/2008/layout/VerticalCurvedList"/>
    <dgm:cxn modelId="{E6306D12-AD0D-4210-9F72-1596EBC33092}" type="presParOf" srcId="{861C5D47-985C-4A8B-8EF9-1B02FA0BD607}" destId="{EEBB95A5-BB8A-483D-B048-9849F3F02BDA}" srcOrd="6" destOrd="0" presId="urn:microsoft.com/office/officeart/2008/layout/VerticalCurvedList"/>
    <dgm:cxn modelId="{E2C4B101-CB8D-4562-9DC8-B05F18C1F318}" type="presParOf" srcId="{EEBB95A5-BB8A-483D-B048-9849F3F02BDA}" destId="{62DDC7AB-8548-4F14-810B-D3FC2A801789}" srcOrd="0" destOrd="0" presId="urn:microsoft.com/office/officeart/2008/layout/VerticalCurvedList"/>
    <dgm:cxn modelId="{0EB74D1B-1485-43F2-955A-2A2B3433354F}" type="presParOf" srcId="{861C5D47-985C-4A8B-8EF9-1B02FA0BD607}" destId="{13158C90-181A-4BDE-9AE3-1BBC75CABBB8}" srcOrd="7" destOrd="0" presId="urn:microsoft.com/office/officeart/2008/layout/VerticalCurvedList"/>
    <dgm:cxn modelId="{82199DF5-CC65-4378-B982-48B86B63A583}" type="presParOf" srcId="{861C5D47-985C-4A8B-8EF9-1B02FA0BD607}" destId="{C888DF1E-AE75-442B-8304-89EA29925E09}" srcOrd="8" destOrd="0" presId="urn:microsoft.com/office/officeart/2008/layout/VerticalCurvedList"/>
    <dgm:cxn modelId="{43656A3E-D8C0-4292-BA6D-635526A9195B}" type="presParOf" srcId="{C888DF1E-AE75-442B-8304-89EA29925E09}" destId="{C97BBDD5-DA44-48DA-8446-E8A2CA5367A6}" srcOrd="0" destOrd="0" presId="urn:microsoft.com/office/officeart/2008/layout/VerticalCurvedList"/>
    <dgm:cxn modelId="{D664EBF7-DA4F-4F11-897B-BA071DDB327B}" type="presParOf" srcId="{861C5D47-985C-4A8B-8EF9-1B02FA0BD607}" destId="{A3BBC7D4-E7D9-4B32-A74D-B8F26E384530}" srcOrd="9" destOrd="0" presId="urn:microsoft.com/office/officeart/2008/layout/VerticalCurvedList"/>
    <dgm:cxn modelId="{93E61A51-3E2C-4DEC-B009-524E706E92E0}" type="presParOf" srcId="{861C5D47-985C-4A8B-8EF9-1B02FA0BD607}" destId="{FAF27215-0D92-4139-8BC4-9F66728E0F12}" srcOrd="10" destOrd="0" presId="urn:microsoft.com/office/officeart/2008/layout/VerticalCurvedList"/>
    <dgm:cxn modelId="{6A955521-F724-4DFE-B554-193D13BF93BA}" type="presParOf" srcId="{FAF27215-0D92-4139-8BC4-9F66728E0F12}" destId="{323E5436-8CD9-4CF2-A1EA-41C04F68AEB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968EDD3-E740-4AB9-9F42-077B7FC02A39}" type="doc">
      <dgm:prSet loTypeId="urn:microsoft.com/office/officeart/2005/8/layout/chevron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B67CE212-3357-4A94-B66B-F74B9E2BC368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dirty="0">
              <a:latin typeface="Times New Roman" panose="02020603050405020304" pitchFamily="18" charset="0"/>
              <a:cs typeface="Times New Roman" panose="02020603050405020304" pitchFamily="18" charset="0"/>
            </a:rPr>
            <a:t>Convertir el conjunto de datos en tablas de frecuencias.</a:t>
          </a:r>
          <a:endParaRPr lang="es-AR" dirty="0"/>
        </a:p>
      </dgm:t>
    </dgm:pt>
    <dgm:pt modelId="{908801D3-2980-44BB-A216-D7CD0B080A27}" type="parTrans" cxnId="{04ED353B-26C3-4044-802F-F49AE226FF07}">
      <dgm:prSet/>
      <dgm:spPr/>
      <dgm:t>
        <a:bodyPr/>
        <a:lstStyle/>
        <a:p>
          <a:endParaRPr lang="es-AR"/>
        </a:p>
      </dgm:t>
    </dgm:pt>
    <dgm:pt modelId="{3E36A563-1C7E-4D94-991F-B6775FB1DD02}" type="sibTrans" cxnId="{04ED353B-26C3-4044-802F-F49AE226FF07}">
      <dgm:prSet/>
      <dgm:spPr/>
      <dgm:t>
        <a:bodyPr/>
        <a:lstStyle/>
        <a:p>
          <a:endParaRPr lang="es-AR"/>
        </a:p>
      </dgm:t>
    </dgm:pt>
    <dgm:pt modelId="{00BDEA32-9188-44AB-85BA-FC21DDEEE2BE}">
      <dgm:prSet/>
      <dgm:spPr/>
      <dgm:t>
        <a:bodyPr/>
        <a:lstStyle/>
        <a:p>
          <a:r>
            <a:rPr lang="es-AR" dirty="0">
              <a:latin typeface="Times New Roman" panose="02020603050405020304" pitchFamily="18" charset="0"/>
              <a:cs typeface="Times New Roman" panose="02020603050405020304" pitchFamily="18" charset="0"/>
            </a:rPr>
            <a:t>Crear una tabla de probabilidad calculando las correspondientes de cada evento.</a:t>
          </a:r>
        </a:p>
      </dgm:t>
    </dgm:pt>
    <dgm:pt modelId="{75117168-389D-44CB-98E7-DB6BB823F74D}" type="parTrans" cxnId="{53BDF801-CCC7-41CC-B627-B2D29BBECC32}">
      <dgm:prSet/>
      <dgm:spPr/>
      <dgm:t>
        <a:bodyPr/>
        <a:lstStyle/>
        <a:p>
          <a:endParaRPr lang="es-AR"/>
        </a:p>
      </dgm:t>
    </dgm:pt>
    <dgm:pt modelId="{0429B75C-35C7-4C5D-8600-5DB9437F29CF}" type="sibTrans" cxnId="{53BDF801-CCC7-41CC-B627-B2D29BBECC32}">
      <dgm:prSet/>
      <dgm:spPr/>
      <dgm:t>
        <a:bodyPr/>
        <a:lstStyle/>
        <a:p>
          <a:endParaRPr lang="es-AR"/>
        </a:p>
      </dgm:t>
    </dgm:pt>
    <mc:AlternateContent xmlns:mc="http://schemas.openxmlformats.org/markup-compatibility/2006" xmlns:a14="http://schemas.microsoft.com/office/drawing/2010/main">
      <mc:Choice Requires="a14">
        <dgm:pt modelId="{47C459FA-6669-4254-B2E2-B1D5FBDE35B9}">
          <dgm:prSet/>
          <dgm:spPr/>
          <dgm:t>
            <a:bodyPr/>
            <a:lstStyle/>
            <a:p>
              <a:pPr/>
              <a:r>
                <a:rPr lang="es-A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Calcular la probabilidad para cada clase</a:t>
              </a:r>
              <a:br>
                <a:rPr lang="es-A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f>
                      <m:fPr>
                        <m:type m:val="lin"/>
                        <m:ctrlPr>
                          <a:rPr lang="es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AR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s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</m:d>
                      </m:num>
                      <m:den>
                        <m:r>
                          <a:rPr lang="es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∀ </m:t>
                        </m:r>
                        <m:r>
                          <a:rPr lang="es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den>
                    </m:f>
                    <m:r>
                      <a:rPr lang="es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s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𝒀</m:t>
                    </m:r>
                  </m:oMath>
                </m:oMathPara>
              </a14:m>
              <a:endParaRPr lang="es-AR" b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endParaRPr>
            </a:p>
          </dgm:t>
        </dgm:pt>
      </mc:Choice>
      <mc:Fallback xmlns="">
        <dgm:pt modelId="{47C459FA-6669-4254-B2E2-B1D5FBDE35B9}">
          <dgm:prSet/>
          <dgm:spPr/>
          <dgm:t>
            <a:bodyPr/>
            <a:lstStyle/>
            <a:p>
              <a:r>
                <a:rPr lang="es-A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Calcular la probabilidad para cada clase</a:t>
              </a:r>
              <a:br>
                <a:rPr lang="es-A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s-AR" b="1" i="0">
                  <a:latin typeface="Cambria Math" panose="02040503050406030204" pitchFamily="18" charset="0"/>
                  <a:cs typeface="Times New Roman" panose="02020603050405020304" pitchFamily="18" charset="0"/>
                </a:rPr>
                <a:t>𝑷</a:t>
              </a:r>
              <a:r>
                <a:rPr lang="es-US" b="1" i="0">
                  <a:latin typeface="Cambria Math" panose="02040503050406030204" pitchFamily="18" charset="0"/>
                  <a:cs typeface="Times New Roman" panose="02020603050405020304" pitchFamily="18" charset="0"/>
                </a:rPr>
                <a:t>(𝒚)∕〖</a:t>
              </a:r>
              <a:r>
                <a:rPr lang="es-US" b="1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∀ 𝒚〗</a:t>
              </a:r>
              <a:r>
                <a:rPr lang="es-US" b="1" i="0">
                  <a:latin typeface="Cambria Math" panose="02040503050406030204" pitchFamily="18" charset="0"/>
                  <a:cs typeface="Times New Roman" panose="02020603050405020304" pitchFamily="18" charset="0"/>
                </a:rPr>
                <a:t>∈𝒀</a:t>
              </a:r>
              <a:endParaRPr lang="es-AR" b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endParaRPr>
            </a:p>
          </dgm:t>
        </dgm:pt>
      </mc:Fallback>
    </mc:AlternateContent>
    <dgm:pt modelId="{EA65FCB5-2569-42A2-9DAC-A8E55BCA0523}" type="parTrans" cxnId="{2A6E3345-BA90-49D1-9FBA-FD5B02C7A035}">
      <dgm:prSet/>
      <dgm:spPr/>
      <dgm:t>
        <a:bodyPr/>
        <a:lstStyle/>
        <a:p>
          <a:endParaRPr lang="es-AR"/>
        </a:p>
      </dgm:t>
    </dgm:pt>
    <dgm:pt modelId="{110E4D33-0F56-4C4D-AEAC-771EC2C708DF}" type="sibTrans" cxnId="{2A6E3345-BA90-49D1-9FBA-FD5B02C7A035}">
      <dgm:prSet/>
      <dgm:spPr/>
      <dgm:t>
        <a:bodyPr/>
        <a:lstStyle/>
        <a:p>
          <a:endParaRPr lang="es-AR"/>
        </a:p>
      </dgm:t>
    </dgm:pt>
    <mc:AlternateContent xmlns:mc="http://schemas.openxmlformats.org/markup-compatibility/2006" xmlns:a14="http://schemas.microsoft.com/office/drawing/2010/main">
      <mc:Choice Requires="a14">
        <dgm:pt modelId="{35C8F1D0-D377-4874-9FD7-5B64A5A0AAF0}">
          <dgm:prSet/>
          <dgm:spPr/>
          <dgm:t>
            <a:bodyPr/>
            <a:lstStyle/>
            <a:p>
              <a:pPr/>
              <a:r>
                <a:rPr lang="es-A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Calcular la probabilidad condicional de cada atributo dada cada clase:</a:t>
              </a:r>
              <a:br>
                <a:rPr lang="es-A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f>
                      <m:fPr>
                        <m:type m:val="lin"/>
                        <m:ctrlPr>
                          <a:rPr lang="es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US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s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US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US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s-US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  <m:e>
                            <m:r>
                              <a:rPr lang="es-US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</m:d>
                      </m:num>
                      <m:den>
                        <m:r>
                          <a:rPr lang="es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s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es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s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es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den>
                    </m:f>
                    <m:r>
                      <a:rPr lang="es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s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∀ </m:t>
                    </m:r>
                    <m:r>
                      <a:rPr lang="es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s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s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𝒀</m:t>
                    </m:r>
                    <m:r>
                      <a:rPr lang="es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m:oMathPara>
              </a14:m>
              <a:endParaRPr lang="es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35C8F1D0-D377-4874-9FD7-5B64A5A0AAF0}">
          <dgm:prSet/>
          <dgm:spPr/>
          <dgm:t>
            <a:bodyPr/>
            <a:lstStyle/>
            <a:p>
              <a:r>
                <a:rPr lang="es-A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Calcular la probabilidad condicional de cada atributo dada cada clase:</a:t>
              </a:r>
              <a:br>
                <a:rPr lang="es-A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s-US" b="1" i="0">
                  <a:latin typeface="Cambria Math" panose="02040503050406030204" pitchFamily="18" charset="0"/>
                  <a:cs typeface="Times New Roman" panose="02020603050405020304" pitchFamily="18" charset="0"/>
                </a:rPr>
                <a:t>〖𝑷(𝒙_𝒊│𝒚)〗∕〖𝟎</a:t>
              </a:r>
              <a:r>
                <a:rPr lang="es-US" b="1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≤𝒊≤𝒏〗</a:t>
              </a:r>
              <a:r>
                <a:rPr lang="es-US" b="1" i="0">
                  <a:latin typeface="Cambria Math" panose="02040503050406030204" pitchFamily="18" charset="0"/>
                  <a:cs typeface="Times New Roman" panose="02020603050405020304" pitchFamily="18" charset="0"/>
                </a:rPr>
                <a:t>, </a:t>
              </a:r>
              <a:r>
                <a:rPr lang="es-US" b="1" i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∀ 𝒚∈𝒀</a:t>
              </a:r>
              <a:r>
                <a:rPr lang="es-US" b="1" i="0">
                  <a:latin typeface="Cambria Math" panose="02040503050406030204" pitchFamily="18" charset="0"/>
                  <a:cs typeface="Times New Roman" panose="02020603050405020304" pitchFamily="18" charset="0"/>
                </a:rPr>
                <a:t> </a:t>
              </a:r>
              <a:endParaRPr lang="es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59C066F7-5C6C-427F-9AEC-BBAC089888C3}" type="parTrans" cxnId="{2E9A2368-BEAC-4E91-A90A-AA62831D795A}">
      <dgm:prSet/>
      <dgm:spPr/>
      <dgm:t>
        <a:bodyPr/>
        <a:lstStyle/>
        <a:p>
          <a:endParaRPr lang="es-AR"/>
        </a:p>
      </dgm:t>
    </dgm:pt>
    <dgm:pt modelId="{753D82B2-827E-45EF-81F3-A4BC6552D835}" type="sibTrans" cxnId="{2E9A2368-BEAC-4E91-A90A-AA62831D795A}">
      <dgm:prSet/>
      <dgm:spPr/>
      <dgm:t>
        <a:bodyPr/>
        <a:lstStyle/>
        <a:p>
          <a:endParaRPr lang="es-AR"/>
        </a:p>
      </dgm:t>
    </dgm:pt>
    <mc:AlternateContent xmlns:mc="http://schemas.openxmlformats.org/markup-compatibility/2006" xmlns:a14="http://schemas.microsoft.com/office/drawing/2010/main">
      <mc:Choice Requires="a14">
        <dgm:pt modelId="{9232A74E-F3E5-4681-9AD5-5743413B5DC8}">
          <dgm:prSet/>
          <dgm:spPr/>
          <dgm:t>
            <a:bodyPr/>
            <a:lstStyle/>
            <a:p>
              <a:r>
                <a:rPr lang="es-A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Calcular la clase de acuerdo a la que maximice la probabilidad (o, en este caso la proporción): </a:t>
              </a:r>
              <a14:m>
                <m:oMath xmlns:m="http://schemas.openxmlformats.org/officeDocument/2006/math">
                  <m:r>
                    <a:rPr lang="es-AR" b="1" i="1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𝒚</m:t>
                  </m:r>
                  <m:r>
                    <a:rPr lang="es-AR" b="1" i="1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=</m:t>
                  </m:r>
                  <m:sSub>
                    <m:sSubPr>
                      <m:ctrlPr>
                        <a:rPr lang="ar-AE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Pr>
                    <m:e>
                      <m:r>
                        <a:rPr lang="ar-AE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𝒂𝒓𝒈𝒎𝒂𝒙</m:t>
                      </m:r>
                    </m:e>
                    <m:sub>
                      <m:r>
                        <a:rPr lang="ar-AE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</m:sub>
                  </m:sSub>
                  <m:r>
                    <a:rPr lang="ar-AE" b="1" i="1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 </m:t>
                  </m:r>
                  <m:r>
                    <a:rPr lang="ar-AE" b="1" i="1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𝑷</m:t>
                  </m:r>
                  <m:d>
                    <m:dPr>
                      <m:ctrlPr>
                        <a:rPr lang="ar-AE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dPr>
                    <m:e>
                      <m:r>
                        <a:rPr lang="ar-AE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</m:e>
                  </m:d>
                  <m:r>
                    <a:rPr lang="ar-AE" b="1" i="1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 </m:t>
                  </m:r>
                  <m:nary>
                    <m:naryPr>
                      <m:chr m:val="∏"/>
                      <m:ctrlPr>
                        <a:rPr lang="ar-AE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naryPr>
                    <m:sub>
                      <m:r>
                        <m:rPr>
                          <m:brk m:alnAt="23"/>
                        </m:rPr>
                        <a:rPr lang="ar-AE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ar-AE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ar-AE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sub>
                    <m:sup>
                      <m:r>
                        <a:rPr lang="ar-AE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𝒏</m:t>
                      </m:r>
                    </m:sup>
                    <m:e>
                      <m:r>
                        <a:rPr lang="ar-AE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d>
                        <m:dPr>
                          <m:ctrlPr>
                            <a:rPr lang="ar-AE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ar-AE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  <m:e>
                          <m:r>
                            <a:rPr lang="ar-AE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</m:d>
                    </m:e>
                  </m:nary>
                </m:oMath>
              </a14:m>
              <a:endParaRPr lang="ar-AE" b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endParaRPr>
            </a:p>
          </dgm:t>
        </dgm:pt>
      </mc:Choice>
      <mc:Fallback xmlns="">
        <dgm:pt modelId="{9232A74E-F3E5-4681-9AD5-5743413B5DC8}">
          <dgm:prSet/>
          <dgm:spPr/>
          <dgm:t>
            <a:bodyPr/>
            <a:lstStyle/>
            <a:p>
              <a:r>
                <a:rPr lang="es-A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Calcular la clase de acuerdo a la que maximice la probabilidad (o, en este caso la proporción): </a:t>
              </a:r>
              <a:r>
                <a:rPr lang="es-AR" b="1" i="0">
                  <a:latin typeface="Cambria Math" panose="02040503050406030204" pitchFamily="18" charset="0"/>
                  <a:cs typeface="Times New Roman" panose="02020603050405020304" pitchFamily="18" charset="0"/>
                </a:rPr>
                <a:t>𝒚=</a:t>
              </a:r>
              <a:r>
                <a:rPr lang="ar-AE" b="1" i="0">
                  <a:latin typeface="Cambria Math" panose="02040503050406030204" pitchFamily="18" charset="0"/>
                  <a:cs typeface="Times New Roman" panose="02020603050405020304" pitchFamily="18" charset="0"/>
                </a:rPr>
                <a:t>〖𝒂𝒓𝒈𝒎𝒂𝒙〗_𝒚  𝑷(𝒚)  ∏_(𝒊=𝟏)^𝒏▒〖𝑷(𝒙_𝒊│𝒚) 〗</a:t>
              </a:r>
              <a:endParaRPr lang="ar-AE" b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endParaRPr>
            </a:p>
          </dgm:t>
        </dgm:pt>
      </mc:Fallback>
    </mc:AlternateContent>
    <dgm:pt modelId="{4D094322-0151-434D-A514-4A47B5FEDF2D}" type="parTrans" cxnId="{C0D1950D-C47A-4157-BE20-38A26D0A19A9}">
      <dgm:prSet/>
      <dgm:spPr/>
      <dgm:t>
        <a:bodyPr/>
        <a:lstStyle/>
        <a:p>
          <a:endParaRPr lang="es-AR"/>
        </a:p>
      </dgm:t>
    </dgm:pt>
    <dgm:pt modelId="{6DC8367C-1B2A-4B42-9A32-E7C0C2F7554A}" type="sibTrans" cxnId="{C0D1950D-C47A-4157-BE20-38A26D0A19A9}">
      <dgm:prSet/>
      <dgm:spPr/>
      <dgm:t>
        <a:bodyPr/>
        <a:lstStyle/>
        <a:p>
          <a:endParaRPr lang="es-AR"/>
        </a:p>
      </dgm:t>
    </dgm:pt>
    <dgm:pt modelId="{D516B79B-60F5-49A5-B50F-5BB3810D99F5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s-AR" dirty="0"/>
        </a:p>
      </dgm:t>
    </dgm:pt>
    <dgm:pt modelId="{2B9FFDA1-A6F9-4347-97A3-26D8FC855256}" type="parTrans" cxnId="{FB69BFD7-A497-4130-8680-EE19FFAF0545}">
      <dgm:prSet/>
      <dgm:spPr/>
      <dgm:t>
        <a:bodyPr/>
        <a:lstStyle/>
        <a:p>
          <a:endParaRPr lang="es-AR"/>
        </a:p>
      </dgm:t>
    </dgm:pt>
    <dgm:pt modelId="{19B579F8-0CBC-4FBD-885A-85A4E6D19067}" type="sibTrans" cxnId="{FB69BFD7-A497-4130-8680-EE19FFAF0545}">
      <dgm:prSet/>
      <dgm:spPr/>
      <dgm:t>
        <a:bodyPr/>
        <a:lstStyle/>
        <a:p>
          <a:endParaRPr lang="es-AR"/>
        </a:p>
      </dgm:t>
    </dgm:pt>
    <dgm:pt modelId="{7A3016F7-2F9C-4837-A48A-F897CF102802}">
      <dgm:prSet/>
      <dgm:spPr/>
      <dgm:t>
        <a:bodyPr/>
        <a:lstStyle/>
        <a:p>
          <a:endParaRPr lang="es-AR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1E5A92-F553-464F-AF4E-F53E3F69070E}" type="parTrans" cxnId="{A4EFF852-C5B9-4FC2-B5FA-82E8A904F935}">
      <dgm:prSet/>
      <dgm:spPr/>
      <dgm:t>
        <a:bodyPr/>
        <a:lstStyle/>
        <a:p>
          <a:endParaRPr lang="es-AR"/>
        </a:p>
      </dgm:t>
    </dgm:pt>
    <dgm:pt modelId="{69089751-40EF-4A25-B0E5-99C2BF422C5E}" type="sibTrans" cxnId="{A4EFF852-C5B9-4FC2-B5FA-82E8A904F935}">
      <dgm:prSet/>
      <dgm:spPr/>
      <dgm:t>
        <a:bodyPr/>
        <a:lstStyle/>
        <a:p>
          <a:endParaRPr lang="es-AR"/>
        </a:p>
      </dgm:t>
    </dgm:pt>
    <dgm:pt modelId="{8DFD2C94-2A65-4D6F-BD3C-61D6FF0F0AA9}">
      <dgm:prSet/>
      <dgm:spPr/>
      <dgm:t>
        <a:bodyPr/>
        <a:lstStyle/>
        <a:p>
          <a:endParaRPr lang="es-AR" b="1" dirty="0">
            <a:latin typeface="Times New Roman" panose="02020603050405020304" pitchFamily="18" charset="0"/>
            <a:ea typeface="Spectral"/>
            <a:cs typeface="Times New Roman" panose="02020603050405020304" pitchFamily="18" charset="0"/>
            <a:sym typeface="Spectral"/>
          </a:endParaRPr>
        </a:p>
      </dgm:t>
    </dgm:pt>
    <dgm:pt modelId="{B59673B3-65FE-4F66-AEC1-E318C9D372A2}" type="parTrans" cxnId="{AF597DA2-B818-4677-AAB9-5284F24FEC1A}">
      <dgm:prSet/>
      <dgm:spPr/>
      <dgm:t>
        <a:bodyPr/>
        <a:lstStyle/>
        <a:p>
          <a:endParaRPr lang="es-AR"/>
        </a:p>
      </dgm:t>
    </dgm:pt>
    <dgm:pt modelId="{08D0E4AB-52BD-48C9-B8EE-9520F81DD86B}" type="sibTrans" cxnId="{AF597DA2-B818-4677-AAB9-5284F24FEC1A}">
      <dgm:prSet/>
      <dgm:spPr/>
      <dgm:t>
        <a:bodyPr/>
        <a:lstStyle/>
        <a:p>
          <a:endParaRPr lang="es-AR"/>
        </a:p>
      </dgm:t>
    </dgm:pt>
    <dgm:pt modelId="{71B5455A-881A-4061-9353-317FC589B566}">
      <dgm:prSet/>
      <dgm:spPr/>
      <dgm:t>
        <a:bodyPr/>
        <a:lstStyle/>
        <a:p>
          <a:endParaRPr lang="es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0018F6D-584A-4457-9C77-B86504BE06A2}" type="parTrans" cxnId="{4F40C5EC-3909-4CD0-B9AE-A458E3E3F746}">
      <dgm:prSet/>
      <dgm:spPr/>
      <dgm:t>
        <a:bodyPr/>
        <a:lstStyle/>
        <a:p>
          <a:endParaRPr lang="es-AR"/>
        </a:p>
      </dgm:t>
    </dgm:pt>
    <dgm:pt modelId="{58F5D28A-DBDB-4FBB-A936-4CF7BF4B9437}" type="sibTrans" cxnId="{4F40C5EC-3909-4CD0-B9AE-A458E3E3F746}">
      <dgm:prSet/>
      <dgm:spPr/>
      <dgm:t>
        <a:bodyPr/>
        <a:lstStyle/>
        <a:p>
          <a:endParaRPr lang="es-AR"/>
        </a:p>
      </dgm:t>
    </dgm:pt>
    <dgm:pt modelId="{B3555CF4-1B4A-47BE-9A15-E04FBD3BEC85}">
      <dgm:prSet/>
      <dgm:spPr/>
      <dgm:t>
        <a:bodyPr/>
        <a:lstStyle/>
        <a:p>
          <a:endParaRPr lang="ar-AE" b="1" dirty="0">
            <a:latin typeface="Times New Roman" panose="02020603050405020304" pitchFamily="18" charset="0"/>
            <a:ea typeface="Spectral"/>
            <a:cs typeface="Times New Roman" panose="02020603050405020304" pitchFamily="18" charset="0"/>
            <a:sym typeface="Spectral"/>
          </a:endParaRPr>
        </a:p>
      </dgm:t>
    </dgm:pt>
    <dgm:pt modelId="{F878A279-B384-4B57-8039-334F82BC40CF}" type="parTrans" cxnId="{760CF423-CD72-4B53-ACD7-4A3DDF44255D}">
      <dgm:prSet/>
      <dgm:spPr/>
      <dgm:t>
        <a:bodyPr/>
        <a:lstStyle/>
        <a:p>
          <a:endParaRPr lang="es-AR"/>
        </a:p>
      </dgm:t>
    </dgm:pt>
    <dgm:pt modelId="{27A48D12-5553-4EEB-914E-9EBA28FD50A8}" type="sibTrans" cxnId="{760CF423-CD72-4B53-ACD7-4A3DDF44255D}">
      <dgm:prSet/>
      <dgm:spPr/>
      <dgm:t>
        <a:bodyPr/>
        <a:lstStyle/>
        <a:p>
          <a:endParaRPr lang="es-AR"/>
        </a:p>
      </dgm:t>
    </dgm:pt>
    <dgm:pt modelId="{A8EBE25F-6C55-40C8-9706-9D1AFD1A7EC5}" type="pres">
      <dgm:prSet presAssocID="{E968EDD3-E740-4AB9-9F42-077B7FC02A39}" presName="linearFlow" presStyleCnt="0">
        <dgm:presLayoutVars>
          <dgm:dir/>
          <dgm:animLvl val="lvl"/>
          <dgm:resizeHandles val="exact"/>
        </dgm:presLayoutVars>
      </dgm:prSet>
      <dgm:spPr/>
    </dgm:pt>
    <dgm:pt modelId="{71DF13C9-7F83-4903-BCC2-0D0BCDCB09A1}" type="pres">
      <dgm:prSet presAssocID="{D516B79B-60F5-49A5-B50F-5BB3810D99F5}" presName="composite" presStyleCnt="0"/>
      <dgm:spPr/>
    </dgm:pt>
    <dgm:pt modelId="{49985DAC-68E7-4AB5-8FAF-D89AF7E465BA}" type="pres">
      <dgm:prSet presAssocID="{D516B79B-60F5-49A5-B50F-5BB3810D99F5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60AE3E8F-0B29-492E-AF51-EE27F0655791}" type="pres">
      <dgm:prSet presAssocID="{D516B79B-60F5-49A5-B50F-5BB3810D99F5}" presName="descendantText" presStyleLbl="alignAcc1" presStyleIdx="0" presStyleCnt="5">
        <dgm:presLayoutVars>
          <dgm:bulletEnabled val="1"/>
        </dgm:presLayoutVars>
      </dgm:prSet>
      <dgm:spPr/>
    </dgm:pt>
    <dgm:pt modelId="{225621DE-054F-4CAB-951E-A2649DDC3C86}" type="pres">
      <dgm:prSet presAssocID="{19B579F8-0CBC-4FBD-885A-85A4E6D19067}" presName="sp" presStyleCnt="0"/>
      <dgm:spPr/>
    </dgm:pt>
    <dgm:pt modelId="{513A94B5-9B3A-4766-9A27-6B0FA0C5D964}" type="pres">
      <dgm:prSet presAssocID="{7A3016F7-2F9C-4837-A48A-F897CF102802}" presName="composite" presStyleCnt="0"/>
      <dgm:spPr/>
    </dgm:pt>
    <dgm:pt modelId="{E426D745-DA68-4283-9474-C37AE4339E93}" type="pres">
      <dgm:prSet presAssocID="{7A3016F7-2F9C-4837-A48A-F897CF102802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74903C97-0E03-4239-8C78-F826C8A3F7B9}" type="pres">
      <dgm:prSet presAssocID="{7A3016F7-2F9C-4837-A48A-F897CF102802}" presName="descendantText" presStyleLbl="alignAcc1" presStyleIdx="1" presStyleCnt="5">
        <dgm:presLayoutVars>
          <dgm:bulletEnabled val="1"/>
        </dgm:presLayoutVars>
      </dgm:prSet>
      <dgm:spPr/>
    </dgm:pt>
    <dgm:pt modelId="{C0C69A95-6B8E-43D9-B480-5A4D93CFC250}" type="pres">
      <dgm:prSet presAssocID="{69089751-40EF-4A25-B0E5-99C2BF422C5E}" presName="sp" presStyleCnt="0"/>
      <dgm:spPr/>
    </dgm:pt>
    <dgm:pt modelId="{72AD7892-723B-460D-A62B-2338130A864C}" type="pres">
      <dgm:prSet presAssocID="{8DFD2C94-2A65-4D6F-BD3C-61D6FF0F0AA9}" presName="composite" presStyleCnt="0"/>
      <dgm:spPr/>
    </dgm:pt>
    <dgm:pt modelId="{966E0AAD-AF2C-4967-85B4-DBBA498D0081}" type="pres">
      <dgm:prSet presAssocID="{8DFD2C94-2A65-4D6F-BD3C-61D6FF0F0AA9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3B883A2D-9414-42DD-96B3-C9FB5DEA51C2}" type="pres">
      <dgm:prSet presAssocID="{8DFD2C94-2A65-4D6F-BD3C-61D6FF0F0AA9}" presName="descendantText" presStyleLbl="alignAcc1" presStyleIdx="2" presStyleCnt="5">
        <dgm:presLayoutVars>
          <dgm:bulletEnabled val="1"/>
        </dgm:presLayoutVars>
      </dgm:prSet>
      <dgm:spPr/>
    </dgm:pt>
    <dgm:pt modelId="{007BE53F-9CDE-4107-88E9-02288050569E}" type="pres">
      <dgm:prSet presAssocID="{08D0E4AB-52BD-48C9-B8EE-9520F81DD86B}" presName="sp" presStyleCnt="0"/>
      <dgm:spPr/>
    </dgm:pt>
    <dgm:pt modelId="{FBA68349-3AEB-4DF7-8029-AF1B30739A74}" type="pres">
      <dgm:prSet presAssocID="{71B5455A-881A-4061-9353-317FC589B566}" presName="composite" presStyleCnt="0"/>
      <dgm:spPr/>
    </dgm:pt>
    <dgm:pt modelId="{A8E293B4-30C2-4A4C-8347-C20E24E2071F}" type="pres">
      <dgm:prSet presAssocID="{71B5455A-881A-4061-9353-317FC589B566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0EA64E3B-A046-40FA-A0A4-B8DCE44E7DEC}" type="pres">
      <dgm:prSet presAssocID="{71B5455A-881A-4061-9353-317FC589B566}" presName="descendantText" presStyleLbl="alignAcc1" presStyleIdx="3" presStyleCnt="5">
        <dgm:presLayoutVars>
          <dgm:bulletEnabled val="1"/>
        </dgm:presLayoutVars>
      </dgm:prSet>
      <dgm:spPr/>
    </dgm:pt>
    <dgm:pt modelId="{70920334-EF2B-4022-9D38-BE2CD2D5AC86}" type="pres">
      <dgm:prSet presAssocID="{58F5D28A-DBDB-4FBB-A936-4CF7BF4B9437}" presName="sp" presStyleCnt="0"/>
      <dgm:spPr/>
    </dgm:pt>
    <dgm:pt modelId="{ACB01973-780A-404D-ACB5-4ED82E6B1B6F}" type="pres">
      <dgm:prSet presAssocID="{B3555CF4-1B4A-47BE-9A15-E04FBD3BEC85}" presName="composite" presStyleCnt="0"/>
      <dgm:spPr/>
    </dgm:pt>
    <dgm:pt modelId="{F5127098-C293-4E98-B778-909C98AAD8A2}" type="pres">
      <dgm:prSet presAssocID="{B3555CF4-1B4A-47BE-9A15-E04FBD3BEC85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E6BA438C-F1CA-42A0-8AAA-34953FDD17E5}" type="pres">
      <dgm:prSet presAssocID="{B3555CF4-1B4A-47BE-9A15-E04FBD3BEC85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53BDF801-CCC7-41CC-B627-B2D29BBECC32}" srcId="{7A3016F7-2F9C-4837-A48A-F897CF102802}" destId="{00BDEA32-9188-44AB-85BA-FC21DDEEE2BE}" srcOrd="0" destOrd="0" parTransId="{75117168-389D-44CB-98E7-DB6BB823F74D}" sibTransId="{0429B75C-35C7-4C5D-8600-5DB9437F29CF}"/>
    <dgm:cxn modelId="{C0D1950D-C47A-4157-BE20-38A26D0A19A9}" srcId="{B3555CF4-1B4A-47BE-9A15-E04FBD3BEC85}" destId="{9232A74E-F3E5-4681-9AD5-5743413B5DC8}" srcOrd="0" destOrd="0" parTransId="{4D094322-0151-434D-A514-4A47B5FEDF2D}" sibTransId="{6DC8367C-1B2A-4B42-9A32-E7C0C2F7554A}"/>
    <dgm:cxn modelId="{760CF423-CD72-4B53-ACD7-4A3DDF44255D}" srcId="{E968EDD3-E740-4AB9-9F42-077B7FC02A39}" destId="{B3555CF4-1B4A-47BE-9A15-E04FBD3BEC85}" srcOrd="4" destOrd="0" parTransId="{F878A279-B384-4B57-8039-334F82BC40CF}" sibTransId="{27A48D12-5553-4EEB-914E-9EBA28FD50A8}"/>
    <dgm:cxn modelId="{04ED353B-26C3-4044-802F-F49AE226FF07}" srcId="{D516B79B-60F5-49A5-B50F-5BB3810D99F5}" destId="{B67CE212-3357-4A94-B66B-F74B9E2BC368}" srcOrd="0" destOrd="0" parTransId="{908801D3-2980-44BB-A216-D7CD0B080A27}" sibTransId="{3E36A563-1C7E-4D94-991F-B6775FB1DD02}"/>
    <dgm:cxn modelId="{F7EBB341-930F-47D3-B391-648B0265FE4A}" type="presOf" srcId="{35C8F1D0-D377-4874-9FD7-5B64A5A0AAF0}" destId="{0EA64E3B-A046-40FA-A0A4-B8DCE44E7DEC}" srcOrd="0" destOrd="0" presId="urn:microsoft.com/office/officeart/2005/8/layout/chevron2"/>
    <dgm:cxn modelId="{2A6E3345-BA90-49D1-9FBA-FD5B02C7A035}" srcId="{8DFD2C94-2A65-4D6F-BD3C-61D6FF0F0AA9}" destId="{47C459FA-6669-4254-B2E2-B1D5FBDE35B9}" srcOrd="0" destOrd="0" parTransId="{EA65FCB5-2569-42A2-9DAC-A8E55BCA0523}" sibTransId="{110E4D33-0F56-4C4D-AEAC-771EC2C708DF}"/>
    <dgm:cxn modelId="{3BC90666-2CB0-4DB8-B03B-928A237FE5B0}" type="presOf" srcId="{00BDEA32-9188-44AB-85BA-FC21DDEEE2BE}" destId="{74903C97-0E03-4239-8C78-F826C8A3F7B9}" srcOrd="0" destOrd="0" presId="urn:microsoft.com/office/officeart/2005/8/layout/chevron2"/>
    <dgm:cxn modelId="{2E9A2368-BEAC-4E91-A90A-AA62831D795A}" srcId="{71B5455A-881A-4061-9353-317FC589B566}" destId="{35C8F1D0-D377-4874-9FD7-5B64A5A0AAF0}" srcOrd="0" destOrd="0" parTransId="{59C066F7-5C6C-427F-9AEC-BBAC089888C3}" sibTransId="{753D82B2-827E-45EF-81F3-A4BC6552D835}"/>
    <dgm:cxn modelId="{100CA34A-0637-425E-9625-529380526FF5}" type="presOf" srcId="{9232A74E-F3E5-4681-9AD5-5743413B5DC8}" destId="{E6BA438C-F1CA-42A0-8AAA-34953FDD17E5}" srcOrd="0" destOrd="0" presId="urn:microsoft.com/office/officeart/2005/8/layout/chevron2"/>
    <dgm:cxn modelId="{DCD7234C-A082-4110-8F4A-8C78FAA57A59}" type="presOf" srcId="{B67CE212-3357-4A94-B66B-F74B9E2BC368}" destId="{60AE3E8F-0B29-492E-AF51-EE27F0655791}" srcOrd="0" destOrd="0" presId="urn:microsoft.com/office/officeart/2005/8/layout/chevron2"/>
    <dgm:cxn modelId="{C0293350-69BE-45F7-8CCC-E2C66C7D4F49}" type="presOf" srcId="{8DFD2C94-2A65-4D6F-BD3C-61D6FF0F0AA9}" destId="{966E0AAD-AF2C-4967-85B4-DBBA498D0081}" srcOrd="0" destOrd="0" presId="urn:microsoft.com/office/officeart/2005/8/layout/chevron2"/>
    <dgm:cxn modelId="{A4EFF852-C5B9-4FC2-B5FA-82E8A904F935}" srcId="{E968EDD3-E740-4AB9-9F42-077B7FC02A39}" destId="{7A3016F7-2F9C-4837-A48A-F897CF102802}" srcOrd="1" destOrd="0" parTransId="{3F1E5A92-F553-464F-AF4E-F53E3F69070E}" sibTransId="{69089751-40EF-4A25-B0E5-99C2BF422C5E}"/>
    <dgm:cxn modelId="{6BCEB354-2844-4DAF-8E25-224C8424DB8F}" type="presOf" srcId="{D516B79B-60F5-49A5-B50F-5BB3810D99F5}" destId="{49985DAC-68E7-4AB5-8FAF-D89AF7E465BA}" srcOrd="0" destOrd="0" presId="urn:microsoft.com/office/officeart/2005/8/layout/chevron2"/>
    <dgm:cxn modelId="{1D773A56-BA79-4872-B839-EB66592EE096}" type="presOf" srcId="{7A3016F7-2F9C-4837-A48A-F897CF102802}" destId="{E426D745-DA68-4283-9474-C37AE4339E93}" srcOrd="0" destOrd="0" presId="urn:microsoft.com/office/officeart/2005/8/layout/chevron2"/>
    <dgm:cxn modelId="{18F2BB7D-ACDB-48E2-AFB0-0F818D8A9C46}" type="presOf" srcId="{B3555CF4-1B4A-47BE-9A15-E04FBD3BEC85}" destId="{F5127098-C293-4E98-B778-909C98AAD8A2}" srcOrd="0" destOrd="0" presId="urn:microsoft.com/office/officeart/2005/8/layout/chevron2"/>
    <dgm:cxn modelId="{F45890A0-72EC-4355-9F39-96B004885DD8}" type="presOf" srcId="{71B5455A-881A-4061-9353-317FC589B566}" destId="{A8E293B4-30C2-4A4C-8347-C20E24E2071F}" srcOrd="0" destOrd="0" presId="urn:microsoft.com/office/officeart/2005/8/layout/chevron2"/>
    <dgm:cxn modelId="{AF597DA2-B818-4677-AAB9-5284F24FEC1A}" srcId="{E968EDD3-E740-4AB9-9F42-077B7FC02A39}" destId="{8DFD2C94-2A65-4D6F-BD3C-61D6FF0F0AA9}" srcOrd="2" destOrd="0" parTransId="{B59673B3-65FE-4F66-AEC1-E318C9D372A2}" sibTransId="{08D0E4AB-52BD-48C9-B8EE-9520F81DD86B}"/>
    <dgm:cxn modelId="{8A6B94B1-DB27-4F67-B8F7-AD7B30BED3A3}" type="presOf" srcId="{E968EDD3-E740-4AB9-9F42-077B7FC02A39}" destId="{A8EBE25F-6C55-40C8-9706-9D1AFD1A7EC5}" srcOrd="0" destOrd="0" presId="urn:microsoft.com/office/officeart/2005/8/layout/chevron2"/>
    <dgm:cxn modelId="{FB69BFD7-A497-4130-8680-EE19FFAF0545}" srcId="{E968EDD3-E740-4AB9-9F42-077B7FC02A39}" destId="{D516B79B-60F5-49A5-B50F-5BB3810D99F5}" srcOrd="0" destOrd="0" parTransId="{2B9FFDA1-A6F9-4347-97A3-26D8FC855256}" sibTransId="{19B579F8-0CBC-4FBD-885A-85A4E6D19067}"/>
    <dgm:cxn modelId="{4F40C5EC-3909-4CD0-B9AE-A458E3E3F746}" srcId="{E968EDD3-E740-4AB9-9F42-077B7FC02A39}" destId="{71B5455A-881A-4061-9353-317FC589B566}" srcOrd="3" destOrd="0" parTransId="{30018F6D-584A-4457-9C77-B86504BE06A2}" sibTransId="{58F5D28A-DBDB-4FBB-A936-4CF7BF4B9437}"/>
    <dgm:cxn modelId="{45C390FF-E200-4F82-A38B-794FDF27826A}" type="presOf" srcId="{47C459FA-6669-4254-B2E2-B1D5FBDE35B9}" destId="{3B883A2D-9414-42DD-96B3-C9FB5DEA51C2}" srcOrd="0" destOrd="0" presId="urn:microsoft.com/office/officeart/2005/8/layout/chevron2"/>
    <dgm:cxn modelId="{46DBB459-CCA9-43A1-AFF5-915AE486DD6B}" type="presParOf" srcId="{A8EBE25F-6C55-40C8-9706-9D1AFD1A7EC5}" destId="{71DF13C9-7F83-4903-BCC2-0D0BCDCB09A1}" srcOrd="0" destOrd="0" presId="urn:microsoft.com/office/officeart/2005/8/layout/chevron2"/>
    <dgm:cxn modelId="{99CE9B9D-351B-4E5A-A438-D2B6A438A1AA}" type="presParOf" srcId="{71DF13C9-7F83-4903-BCC2-0D0BCDCB09A1}" destId="{49985DAC-68E7-4AB5-8FAF-D89AF7E465BA}" srcOrd="0" destOrd="0" presId="urn:microsoft.com/office/officeart/2005/8/layout/chevron2"/>
    <dgm:cxn modelId="{572CBA53-E3BE-491A-8A9A-521C6AF61642}" type="presParOf" srcId="{71DF13C9-7F83-4903-BCC2-0D0BCDCB09A1}" destId="{60AE3E8F-0B29-492E-AF51-EE27F0655791}" srcOrd="1" destOrd="0" presId="urn:microsoft.com/office/officeart/2005/8/layout/chevron2"/>
    <dgm:cxn modelId="{17F1C043-988A-4224-A5D9-030530A280EF}" type="presParOf" srcId="{A8EBE25F-6C55-40C8-9706-9D1AFD1A7EC5}" destId="{225621DE-054F-4CAB-951E-A2649DDC3C86}" srcOrd="1" destOrd="0" presId="urn:microsoft.com/office/officeart/2005/8/layout/chevron2"/>
    <dgm:cxn modelId="{08D04446-15E7-4993-BBC3-8261D28E3B40}" type="presParOf" srcId="{A8EBE25F-6C55-40C8-9706-9D1AFD1A7EC5}" destId="{513A94B5-9B3A-4766-9A27-6B0FA0C5D964}" srcOrd="2" destOrd="0" presId="urn:microsoft.com/office/officeart/2005/8/layout/chevron2"/>
    <dgm:cxn modelId="{4352138B-38D6-44E1-A6C7-587A7D8D2AF1}" type="presParOf" srcId="{513A94B5-9B3A-4766-9A27-6B0FA0C5D964}" destId="{E426D745-DA68-4283-9474-C37AE4339E93}" srcOrd="0" destOrd="0" presId="urn:microsoft.com/office/officeart/2005/8/layout/chevron2"/>
    <dgm:cxn modelId="{DA12B0E4-6591-477D-BC53-51CE5A9FEB4D}" type="presParOf" srcId="{513A94B5-9B3A-4766-9A27-6B0FA0C5D964}" destId="{74903C97-0E03-4239-8C78-F826C8A3F7B9}" srcOrd="1" destOrd="0" presId="urn:microsoft.com/office/officeart/2005/8/layout/chevron2"/>
    <dgm:cxn modelId="{D463BD53-11F3-4EE3-BD67-4B9BA37014D7}" type="presParOf" srcId="{A8EBE25F-6C55-40C8-9706-9D1AFD1A7EC5}" destId="{C0C69A95-6B8E-43D9-B480-5A4D93CFC250}" srcOrd="3" destOrd="0" presId="urn:microsoft.com/office/officeart/2005/8/layout/chevron2"/>
    <dgm:cxn modelId="{56931406-182D-4428-8AC5-567EF0158928}" type="presParOf" srcId="{A8EBE25F-6C55-40C8-9706-9D1AFD1A7EC5}" destId="{72AD7892-723B-460D-A62B-2338130A864C}" srcOrd="4" destOrd="0" presId="urn:microsoft.com/office/officeart/2005/8/layout/chevron2"/>
    <dgm:cxn modelId="{BB015611-FAF8-480A-940F-13BBDE8CD900}" type="presParOf" srcId="{72AD7892-723B-460D-A62B-2338130A864C}" destId="{966E0AAD-AF2C-4967-85B4-DBBA498D0081}" srcOrd="0" destOrd="0" presId="urn:microsoft.com/office/officeart/2005/8/layout/chevron2"/>
    <dgm:cxn modelId="{F3A01932-4579-4907-9FB6-9D2040A3707E}" type="presParOf" srcId="{72AD7892-723B-460D-A62B-2338130A864C}" destId="{3B883A2D-9414-42DD-96B3-C9FB5DEA51C2}" srcOrd="1" destOrd="0" presId="urn:microsoft.com/office/officeart/2005/8/layout/chevron2"/>
    <dgm:cxn modelId="{FDDA1DA9-9520-4D13-84C0-DFBF27DEF93E}" type="presParOf" srcId="{A8EBE25F-6C55-40C8-9706-9D1AFD1A7EC5}" destId="{007BE53F-9CDE-4107-88E9-02288050569E}" srcOrd="5" destOrd="0" presId="urn:microsoft.com/office/officeart/2005/8/layout/chevron2"/>
    <dgm:cxn modelId="{F2D1F25A-941A-4277-88C0-106EE711E27A}" type="presParOf" srcId="{A8EBE25F-6C55-40C8-9706-9D1AFD1A7EC5}" destId="{FBA68349-3AEB-4DF7-8029-AF1B30739A74}" srcOrd="6" destOrd="0" presId="urn:microsoft.com/office/officeart/2005/8/layout/chevron2"/>
    <dgm:cxn modelId="{CB7B11E5-7106-4DC0-8E88-CB257E781EB3}" type="presParOf" srcId="{FBA68349-3AEB-4DF7-8029-AF1B30739A74}" destId="{A8E293B4-30C2-4A4C-8347-C20E24E2071F}" srcOrd="0" destOrd="0" presId="urn:microsoft.com/office/officeart/2005/8/layout/chevron2"/>
    <dgm:cxn modelId="{1470E498-4F55-48D0-9E5E-3C27AD16C207}" type="presParOf" srcId="{FBA68349-3AEB-4DF7-8029-AF1B30739A74}" destId="{0EA64E3B-A046-40FA-A0A4-B8DCE44E7DEC}" srcOrd="1" destOrd="0" presId="urn:microsoft.com/office/officeart/2005/8/layout/chevron2"/>
    <dgm:cxn modelId="{95D0932C-E03C-40A6-BEE2-1DDCA7BD3CEE}" type="presParOf" srcId="{A8EBE25F-6C55-40C8-9706-9D1AFD1A7EC5}" destId="{70920334-EF2B-4022-9D38-BE2CD2D5AC86}" srcOrd="7" destOrd="0" presId="urn:microsoft.com/office/officeart/2005/8/layout/chevron2"/>
    <dgm:cxn modelId="{68B76A2B-13D4-472F-9DB1-E92EA819C88D}" type="presParOf" srcId="{A8EBE25F-6C55-40C8-9706-9D1AFD1A7EC5}" destId="{ACB01973-780A-404D-ACB5-4ED82E6B1B6F}" srcOrd="8" destOrd="0" presId="urn:microsoft.com/office/officeart/2005/8/layout/chevron2"/>
    <dgm:cxn modelId="{F57EC6AF-2A26-4E36-B8AD-3BDB877121AB}" type="presParOf" srcId="{ACB01973-780A-404D-ACB5-4ED82E6B1B6F}" destId="{F5127098-C293-4E98-B778-909C98AAD8A2}" srcOrd="0" destOrd="0" presId="urn:microsoft.com/office/officeart/2005/8/layout/chevron2"/>
    <dgm:cxn modelId="{6D2367E6-4B60-4152-AB2A-732F83B658EA}" type="presParOf" srcId="{ACB01973-780A-404D-ACB5-4ED82E6B1B6F}" destId="{E6BA438C-F1CA-42A0-8AAA-34953FDD17E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D97EAE9-F3B5-4733-A448-60FA4B1E2ADE}" type="doc">
      <dgm:prSet loTypeId="urn:microsoft.com/office/officeart/2005/8/layout/balance1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71261B4F-D117-44B3-ABC8-D4914D65DB48}">
      <dgm:prSet phldrT="[Texto]" custT="1"/>
      <dgm:spPr/>
      <dgm:t>
        <a:bodyPr/>
        <a:lstStyle/>
        <a:p>
          <a:r>
            <a:rPr lang="es-US" sz="1800" b="1" dirty="0">
              <a:solidFill>
                <a:schemeClr val="tx1"/>
              </a:solidFill>
            </a:rPr>
            <a:t>Ventajas</a:t>
          </a:r>
          <a:endParaRPr lang="es-AR" sz="1800" b="1" dirty="0">
            <a:solidFill>
              <a:schemeClr val="tx1"/>
            </a:solidFill>
          </a:endParaRPr>
        </a:p>
      </dgm:t>
    </dgm:pt>
    <dgm:pt modelId="{B0D6A600-0A07-4A2B-97A8-2472365448D6}" type="parTrans" cxnId="{FBE01018-0191-44E1-AB91-0277FF5ED643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553AF5D5-9990-4857-9EDD-AD609A60D340}" type="sibTrans" cxnId="{FBE01018-0191-44E1-AB91-0277FF5ED643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BA5CEB61-9885-45B7-A319-B3C1586C598D}">
      <dgm:prSet phldrT="[Texto]"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Un manera fácil y rápida para problemas de clasificación binarios y multiclase.</a:t>
          </a:r>
          <a:endParaRPr lang="es-AR" sz="1400" b="1" dirty="0">
            <a:solidFill>
              <a:schemeClr val="tx1"/>
            </a:solidFill>
          </a:endParaRPr>
        </a:p>
      </dgm:t>
    </dgm:pt>
    <dgm:pt modelId="{DB855C2B-9ED5-4DA2-AD2D-A7F2F46E484F}" type="parTrans" cxnId="{291831AC-DEDA-4DDC-9354-75940AB3FC7C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2D6E3303-D25E-494C-933A-CFF66D510221}" type="sibTrans" cxnId="{291831AC-DEDA-4DDC-9354-75940AB3FC7C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CB91FE94-08DC-4A48-A42F-5DBA4DD420F2}">
      <dgm:prSet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 comporta mejor que otros modelos de clasificación</a:t>
          </a:r>
        </a:p>
      </dgm:t>
    </dgm:pt>
    <dgm:pt modelId="{33B06CA5-FE54-401B-BCAE-AB32763D7EA4}" type="parTrans" cxnId="{35B0AC98-ABB3-4181-AF1D-5900C5F0CB88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6E860909-8EF4-4623-BD02-F7EB7177A400}" type="sibTrans" cxnId="{35B0AC98-ABB3-4181-AF1D-5900C5F0CB88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5A75D369-F3E6-4196-9343-7F63F17464F5}">
      <dgm:prSet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Es bueno para solucionar problemas de dimensionalidad y rendimiento</a:t>
          </a:r>
        </a:p>
      </dgm:t>
    </dgm:pt>
    <dgm:pt modelId="{24760F6D-0030-47A8-BD13-FF82DB05F73F}" type="parTrans" cxnId="{A28EDD34-4263-4528-8D63-C797FEA4F156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B3BA9760-52B5-4259-A9B6-405D80EE3A60}" type="sibTrans" cxnId="{A28EDD34-4263-4528-8D63-C797FEA4F156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9FF02C94-7246-448D-A234-CF1B1CE9E141}">
      <dgm:prSet custT="1"/>
      <dgm:spPr/>
      <dgm:t>
        <a:bodyPr/>
        <a:lstStyle/>
        <a:p>
          <a:pPr>
            <a:buNone/>
          </a:pPr>
          <a:r>
            <a:rPr lang="es-US" sz="18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Desventajas</a:t>
          </a:r>
          <a:endParaRPr lang="es-AR" sz="18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76BFA3-EC8B-424D-978B-AFD37547E6F1}" type="parTrans" cxnId="{D16F974D-49D6-4695-82E1-AFA9FB4FBD95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18D10B92-7EFA-48A0-B2A0-D7FB125C2734}" type="sibTrans" cxnId="{D16F974D-49D6-4695-82E1-AFA9FB4FBD95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72C26B15-C2CE-4113-B1F0-89D21C601C64}">
      <dgm:prSet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Son pobres estimadores.</a:t>
          </a:r>
        </a:p>
      </dgm:t>
    </dgm:pt>
    <dgm:pt modelId="{833A614D-7211-45D9-9B5B-B9B642EBE581}" type="parTrans" cxnId="{3174220F-9B58-45F1-A16C-A3BAF2EB0C7B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FC787826-B0EB-4F44-A181-7CB832D41C30}" type="sibTrans" cxnId="{3174220F-9B58-45F1-A16C-A3BAF2EB0C7B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F1146644-72DA-47FA-9353-536A97F7B68E}">
      <dgm:prSet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Problemas con la presunción de independencia</a:t>
          </a:r>
        </a:p>
      </dgm:t>
    </dgm:pt>
    <dgm:pt modelId="{7251288D-6F78-4BF8-B3EF-67545650566A}" type="parTrans" cxnId="{292D437D-A6A1-4C54-9C1B-818E2ACCFA9F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DBD3206F-6570-4465-8C2E-8EB3E193F179}" type="sibTrans" cxnId="{292D437D-A6A1-4C54-9C1B-818E2ACCFA9F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7AF8D979-6C5E-4D2C-850B-0EC32BF320A4}">
      <dgm:prSet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Asigna probabilidad de 0 a características no observadas en el entrenamiento</a:t>
          </a:r>
        </a:p>
      </dgm:t>
    </dgm:pt>
    <dgm:pt modelId="{CBC031A9-BF17-4132-9B70-C86BF7D59AE7}" type="parTrans" cxnId="{EC13759A-FD13-4591-A6C8-477551CA4217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4A04BD17-A9CE-46E5-BCE3-65DB446782C3}" type="sibTrans" cxnId="{EC13759A-FD13-4591-A6C8-477551CA4217}">
      <dgm:prSet/>
      <dgm:spPr/>
      <dgm:t>
        <a:bodyPr/>
        <a:lstStyle/>
        <a:p>
          <a:endParaRPr lang="es-AR" sz="2000" b="1">
            <a:solidFill>
              <a:schemeClr val="tx1"/>
            </a:solidFill>
          </a:endParaRPr>
        </a:p>
      </dgm:t>
    </dgm:pt>
    <dgm:pt modelId="{67A444A4-334E-482A-9EAA-7286FA2DC96A}" type="pres">
      <dgm:prSet presAssocID="{7D97EAE9-F3B5-4733-A448-60FA4B1E2ADE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D85BD917-6008-4925-AC4B-88CC4EEF01B1}" type="pres">
      <dgm:prSet presAssocID="{7D97EAE9-F3B5-4733-A448-60FA4B1E2ADE}" presName="dummyMaxCanvas" presStyleCnt="0"/>
      <dgm:spPr/>
    </dgm:pt>
    <dgm:pt modelId="{4EBBF07C-FB41-42E2-ABFC-9C0634E960E5}" type="pres">
      <dgm:prSet presAssocID="{7D97EAE9-F3B5-4733-A448-60FA4B1E2ADE}" presName="parentComposite" presStyleCnt="0"/>
      <dgm:spPr/>
    </dgm:pt>
    <dgm:pt modelId="{2C53F4CD-4926-48A8-BD22-BB739EC7A991}" type="pres">
      <dgm:prSet presAssocID="{7D97EAE9-F3B5-4733-A448-60FA4B1E2ADE}" presName="parent1" presStyleLbl="alignAccFollowNode1" presStyleIdx="0" presStyleCnt="4">
        <dgm:presLayoutVars>
          <dgm:chMax val="4"/>
        </dgm:presLayoutVars>
      </dgm:prSet>
      <dgm:spPr/>
    </dgm:pt>
    <dgm:pt modelId="{44F67E9D-CA6D-4E21-B16B-76F5A993E981}" type="pres">
      <dgm:prSet presAssocID="{7D97EAE9-F3B5-4733-A448-60FA4B1E2ADE}" presName="parent2" presStyleLbl="alignAccFollowNode1" presStyleIdx="1" presStyleCnt="4">
        <dgm:presLayoutVars>
          <dgm:chMax val="4"/>
        </dgm:presLayoutVars>
      </dgm:prSet>
      <dgm:spPr/>
    </dgm:pt>
    <dgm:pt modelId="{955F218B-4969-4901-9504-D11A578D27CC}" type="pres">
      <dgm:prSet presAssocID="{7D97EAE9-F3B5-4733-A448-60FA4B1E2ADE}" presName="childrenComposite" presStyleCnt="0"/>
      <dgm:spPr/>
    </dgm:pt>
    <dgm:pt modelId="{18A9C422-47DB-40D7-B175-28A523267869}" type="pres">
      <dgm:prSet presAssocID="{7D97EAE9-F3B5-4733-A448-60FA4B1E2ADE}" presName="dummyMaxCanvas_ChildArea" presStyleCnt="0"/>
      <dgm:spPr/>
    </dgm:pt>
    <dgm:pt modelId="{35E52FCE-E124-49CB-84F0-087D8808F3EA}" type="pres">
      <dgm:prSet presAssocID="{7D97EAE9-F3B5-4733-A448-60FA4B1E2ADE}" presName="fulcrum" presStyleLbl="alignAccFollowNode1" presStyleIdx="2" presStyleCnt="4"/>
      <dgm:spPr>
        <a:ln>
          <a:solidFill>
            <a:schemeClr val="accent1">
              <a:alpha val="90000"/>
            </a:schemeClr>
          </a:solidFill>
        </a:ln>
      </dgm:spPr>
    </dgm:pt>
    <dgm:pt modelId="{8275ED01-1204-4CE0-835F-B27902CE9461}" type="pres">
      <dgm:prSet presAssocID="{7D97EAE9-F3B5-4733-A448-60FA4B1E2ADE}" presName="balance_33" presStyleLbl="alignAccFollowNode1" presStyleIdx="3" presStyleCnt="4" custScaleX="154708" custScaleY="110263">
        <dgm:presLayoutVars>
          <dgm:bulletEnabled val="1"/>
        </dgm:presLayoutVars>
      </dgm:prSet>
      <dgm:spPr>
        <a:ln>
          <a:solidFill>
            <a:schemeClr val="accent1">
              <a:alpha val="90000"/>
            </a:schemeClr>
          </a:solidFill>
        </a:ln>
      </dgm:spPr>
    </dgm:pt>
    <dgm:pt modelId="{479F5FAB-86C7-4366-9DC6-C4B679CC0279}" type="pres">
      <dgm:prSet presAssocID="{7D97EAE9-F3B5-4733-A448-60FA4B1E2ADE}" presName="right_33_1" presStyleLbl="node1" presStyleIdx="0" presStyleCnt="6" custScaleX="181974" custLinFactNeighborX="24169">
        <dgm:presLayoutVars>
          <dgm:bulletEnabled val="1"/>
        </dgm:presLayoutVars>
      </dgm:prSet>
      <dgm:spPr/>
    </dgm:pt>
    <dgm:pt modelId="{35259783-B8E1-420A-9E22-1887F52E2762}" type="pres">
      <dgm:prSet presAssocID="{7D97EAE9-F3B5-4733-A448-60FA4B1E2ADE}" presName="right_33_2" presStyleLbl="node1" presStyleIdx="1" presStyleCnt="6" custScaleX="181974" custLinFactNeighborX="24169">
        <dgm:presLayoutVars>
          <dgm:bulletEnabled val="1"/>
        </dgm:presLayoutVars>
      </dgm:prSet>
      <dgm:spPr/>
    </dgm:pt>
    <dgm:pt modelId="{E6B9D693-5ABD-47C3-AA8B-676C77CE480C}" type="pres">
      <dgm:prSet presAssocID="{7D97EAE9-F3B5-4733-A448-60FA4B1E2ADE}" presName="right_33_3" presStyleLbl="node1" presStyleIdx="2" presStyleCnt="6" custScaleX="181974" custLinFactNeighborX="24169">
        <dgm:presLayoutVars>
          <dgm:bulletEnabled val="1"/>
        </dgm:presLayoutVars>
      </dgm:prSet>
      <dgm:spPr/>
    </dgm:pt>
    <dgm:pt modelId="{64C687F7-BE97-4E07-A45C-F66C97B33B10}" type="pres">
      <dgm:prSet presAssocID="{7D97EAE9-F3B5-4733-A448-60FA4B1E2ADE}" presName="left_33_1" presStyleLbl="node1" presStyleIdx="3" presStyleCnt="6" custScaleX="181974" custLinFactNeighborX="-30077" custLinFactNeighborY="-3453">
        <dgm:presLayoutVars>
          <dgm:bulletEnabled val="1"/>
        </dgm:presLayoutVars>
      </dgm:prSet>
      <dgm:spPr/>
    </dgm:pt>
    <dgm:pt modelId="{7ACAC5C6-23B3-40FA-BF38-F211BE9927E5}" type="pres">
      <dgm:prSet presAssocID="{7D97EAE9-F3B5-4733-A448-60FA4B1E2ADE}" presName="left_33_2" presStyleLbl="node1" presStyleIdx="4" presStyleCnt="6" custScaleX="181974" custLinFactNeighborX="-30077" custLinFactNeighborY="-3453">
        <dgm:presLayoutVars>
          <dgm:bulletEnabled val="1"/>
        </dgm:presLayoutVars>
      </dgm:prSet>
      <dgm:spPr/>
    </dgm:pt>
    <dgm:pt modelId="{D68E5B69-1AF5-42A5-9056-66721E55730F}" type="pres">
      <dgm:prSet presAssocID="{7D97EAE9-F3B5-4733-A448-60FA4B1E2ADE}" presName="left_33_3" presStyleLbl="node1" presStyleIdx="5" presStyleCnt="6" custScaleX="181974" custLinFactNeighborX="-30077" custLinFactNeighborY="-3453">
        <dgm:presLayoutVars>
          <dgm:bulletEnabled val="1"/>
        </dgm:presLayoutVars>
      </dgm:prSet>
      <dgm:spPr/>
    </dgm:pt>
  </dgm:ptLst>
  <dgm:cxnLst>
    <dgm:cxn modelId="{3174220F-9B58-45F1-A16C-A3BAF2EB0C7B}" srcId="{9FF02C94-7246-448D-A234-CF1B1CE9E141}" destId="{72C26B15-C2CE-4113-B1F0-89D21C601C64}" srcOrd="0" destOrd="0" parTransId="{833A614D-7211-45D9-9B5B-B9B642EBE581}" sibTransId="{FC787826-B0EB-4F44-A181-7CB832D41C30}"/>
    <dgm:cxn modelId="{FBE01018-0191-44E1-AB91-0277FF5ED643}" srcId="{7D97EAE9-F3B5-4733-A448-60FA4B1E2ADE}" destId="{71261B4F-D117-44B3-ABC8-D4914D65DB48}" srcOrd="0" destOrd="0" parTransId="{B0D6A600-0A07-4A2B-97A8-2472365448D6}" sibTransId="{553AF5D5-9990-4857-9EDD-AD609A60D340}"/>
    <dgm:cxn modelId="{AF64D523-D8EF-4F82-937E-27020B41F205}" type="presOf" srcId="{9FF02C94-7246-448D-A234-CF1B1CE9E141}" destId="{44F67E9D-CA6D-4E21-B16B-76F5A993E981}" srcOrd="0" destOrd="0" presId="urn:microsoft.com/office/officeart/2005/8/layout/balance1"/>
    <dgm:cxn modelId="{0D8FC029-EF94-4313-9DC2-FEB57B458294}" type="presOf" srcId="{F1146644-72DA-47FA-9353-536A97F7B68E}" destId="{35259783-B8E1-420A-9E22-1887F52E2762}" srcOrd="0" destOrd="0" presId="urn:microsoft.com/office/officeart/2005/8/layout/balance1"/>
    <dgm:cxn modelId="{A28EDD34-4263-4528-8D63-C797FEA4F156}" srcId="{71261B4F-D117-44B3-ABC8-D4914D65DB48}" destId="{5A75D369-F3E6-4196-9343-7F63F17464F5}" srcOrd="2" destOrd="0" parTransId="{24760F6D-0030-47A8-BD13-FF82DB05F73F}" sibTransId="{B3BA9760-52B5-4259-A9B6-405D80EE3A60}"/>
    <dgm:cxn modelId="{86B76B49-1BFC-445F-AD2A-28D43124C0F5}" type="presOf" srcId="{7D97EAE9-F3B5-4733-A448-60FA4B1E2ADE}" destId="{67A444A4-334E-482A-9EAA-7286FA2DC96A}" srcOrd="0" destOrd="0" presId="urn:microsoft.com/office/officeart/2005/8/layout/balance1"/>
    <dgm:cxn modelId="{D16F974D-49D6-4695-82E1-AFA9FB4FBD95}" srcId="{7D97EAE9-F3B5-4733-A448-60FA4B1E2ADE}" destId="{9FF02C94-7246-448D-A234-CF1B1CE9E141}" srcOrd="1" destOrd="0" parTransId="{6976BFA3-EC8B-424D-978B-AFD37547E6F1}" sibTransId="{18D10B92-7EFA-48A0-B2A0-D7FB125C2734}"/>
    <dgm:cxn modelId="{1A3FB776-2430-4267-9E39-40C8793FB6BB}" type="presOf" srcId="{5A75D369-F3E6-4196-9343-7F63F17464F5}" destId="{D68E5B69-1AF5-42A5-9056-66721E55730F}" srcOrd="0" destOrd="0" presId="urn:microsoft.com/office/officeart/2005/8/layout/balance1"/>
    <dgm:cxn modelId="{7D02D37A-C383-4924-803B-9EACE7AF8741}" type="presOf" srcId="{BA5CEB61-9885-45B7-A319-B3C1586C598D}" destId="{64C687F7-BE97-4E07-A45C-F66C97B33B10}" srcOrd="0" destOrd="0" presId="urn:microsoft.com/office/officeart/2005/8/layout/balance1"/>
    <dgm:cxn modelId="{292D437D-A6A1-4C54-9C1B-818E2ACCFA9F}" srcId="{9FF02C94-7246-448D-A234-CF1B1CE9E141}" destId="{F1146644-72DA-47FA-9353-536A97F7B68E}" srcOrd="1" destOrd="0" parTransId="{7251288D-6F78-4BF8-B3EF-67545650566A}" sibTransId="{DBD3206F-6570-4465-8C2E-8EB3E193F179}"/>
    <dgm:cxn modelId="{35B0AC98-ABB3-4181-AF1D-5900C5F0CB88}" srcId="{71261B4F-D117-44B3-ABC8-D4914D65DB48}" destId="{CB91FE94-08DC-4A48-A42F-5DBA4DD420F2}" srcOrd="1" destOrd="0" parTransId="{33B06CA5-FE54-401B-BCAE-AB32763D7EA4}" sibTransId="{6E860909-8EF4-4623-BD02-F7EB7177A400}"/>
    <dgm:cxn modelId="{EC13759A-FD13-4591-A6C8-477551CA4217}" srcId="{9FF02C94-7246-448D-A234-CF1B1CE9E141}" destId="{7AF8D979-6C5E-4D2C-850B-0EC32BF320A4}" srcOrd="2" destOrd="0" parTransId="{CBC031A9-BF17-4132-9B70-C86BF7D59AE7}" sibTransId="{4A04BD17-A9CE-46E5-BCE3-65DB446782C3}"/>
    <dgm:cxn modelId="{291831AC-DEDA-4DDC-9354-75940AB3FC7C}" srcId="{71261B4F-D117-44B3-ABC8-D4914D65DB48}" destId="{BA5CEB61-9885-45B7-A319-B3C1586C598D}" srcOrd="0" destOrd="0" parTransId="{DB855C2B-9ED5-4DA2-AD2D-A7F2F46E484F}" sibTransId="{2D6E3303-D25E-494C-933A-CFF66D510221}"/>
    <dgm:cxn modelId="{698AAEBD-CFCF-44AF-AA7C-234B531EC6D9}" type="presOf" srcId="{CB91FE94-08DC-4A48-A42F-5DBA4DD420F2}" destId="{7ACAC5C6-23B3-40FA-BF38-F211BE9927E5}" srcOrd="0" destOrd="0" presId="urn:microsoft.com/office/officeart/2005/8/layout/balance1"/>
    <dgm:cxn modelId="{A88DA5C4-4CA1-426D-968B-CE6DB45A3549}" type="presOf" srcId="{72C26B15-C2CE-4113-B1F0-89D21C601C64}" destId="{479F5FAB-86C7-4366-9DC6-C4B679CC0279}" srcOrd="0" destOrd="0" presId="urn:microsoft.com/office/officeart/2005/8/layout/balance1"/>
    <dgm:cxn modelId="{F535B9C6-8686-4A68-A1AF-FA33C8711143}" type="presOf" srcId="{71261B4F-D117-44B3-ABC8-D4914D65DB48}" destId="{2C53F4CD-4926-48A8-BD22-BB739EC7A991}" srcOrd="0" destOrd="0" presId="urn:microsoft.com/office/officeart/2005/8/layout/balance1"/>
    <dgm:cxn modelId="{77F565D9-BD29-4905-8764-A020B4ABCE54}" type="presOf" srcId="{7AF8D979-6C5E-4D2C-850B-0EC32BF320A4}" destId="{E6B9D693-5ABD-47C3-AA8B-676C77CE480C}" srcOrd="0" destOrd="0" presId="urn:microsoft.com/office/officeart/2005/8/layout/balance1"/>
    <dgm:cxn modelId="{C48E09AD-80DE-4FDF-92C2-CD7E6F2EBB61}" type="presParOf" srcId="{67A444A4-334E-482A-9EAA-7286FA2DC96A}" destId="{D85BD917-6008-4925-AC4B-88CC4EEF01B1}" srcOrd="0" destOrd="0" presId="urn:microsoft.com/office/officeart/2005/8/layout/balance1"/>
    <dgm:cxn modelId="{A383F01E-640F-4F48-BDF5-3E9182C14FE2}" type="presParOf" srcId="{67A444A4-334E-482A-9EAA-7286FA2DC96A}" destId="{4EBBF07C-FB41-42E2-ABFC-9C0634E960E5}" srcOrd="1" destOrd="0" presId="urn:microsoft.com/office/officeart/2005/8/layout/balance1"/>
    <dgm:cxn modelId="{562D2A0B-0727-49F6-9F7C-348D87A7D0B5}" type="presParOf" srcId="{4EBBF07C-FB41-42E2-ABFC-9C0634E960E5}" destId="{2C53F4CD-4926-48A8-BD22-BB739EC7A991}" srcOrd="0" destOrd="0" presId="urn:microsoft.com/office/officeart/2005/8/layout/balance1"/>
    <dgm:cxn modelId="{DCDBD26C-AF89-446C-8367-D27FF8038AD2}" type="presParOf" srcId="{4EBBF07C-FB41-42E2-ABFC-9C0634E960E5}" destId="{44F67E9D-CA6D-4E21-B16B-76F5A993E981}" srcOrd="1" destOrd="0" presId="urn:microsoft.com/office/officeart/2005/8/layout/balance1"/>
    <dgm:cxn modelId="{0FBED528-BA77-41CB-A866-8BB5639565CB}" type="presParOf" srcId="{67A444A4-334E-482A-9EAA-7286FA2DC96A}" destId="{955F218B-4969-4901-9504-D11A578D27CC}" srcOrd="2" destOrd="0" presId="urn:microsoft.com/office/officeart/2005/8/layout/balance1"/>
    <dgm:cxn modelId="{479650CA-7A90-4FF0-9B12-F456BC242068}" type="presParOf" srcId="{955F218B-4969-4901-9504-D11A578D27CC}" destId="{18A9C422-47DB-40D7-B175-28A523267869}" srcOrd="0" destOrd="0" presId="urn:microsoft.com/office/officeart/2005/8/layout/balance1"/>
    <dgm:cxn modelId="{988C802E-1AA2-4F0F-A3BA-16682798274B}" type="presParOf" srcId="{955F218B-4969-4901-9504-D11A578D27CC}" destId="{35E52FCE-E124-49CB-84F0-087D8808F3EA}" srcOrd="1" destOrd="0" presId="urn:microsoft.com/office/officeart/2005/8/layout/balance1"/>
    <dgm:cxn modelId="{7D5CAACD-FD52-44E3-AD7D-53DA7D7EAEC8}" type="presParOf" srcId="{955F218B-4969-4901-9504-D11A578D27CC}" destId="{8275ED01-1204-4CE0-835F-B27902CE9461}" srcOrd="2" destOrd="0" presId="urn:microsoft.com/office/officeart/2005/8/layout/balance1"/>
    <dgm:cxn modelId="{F92C64B7-9C0B-46F7-8940-B2F850717A57}" type="presParOf" srcId="{955F218B-4969-4901-9504-D11A578D27CC}" destId="{479F5FAB-86C7-4366-9DC6-C4B679CC0279}" srcOrd="3" destOrd="0" presId="urn:microsoft.com/office/officeart/2005/8/layout/balance1"/>
    <dgm:cxn modelId="{2385F0A6-3868-4479-A83A-385768C0AC25}" type="presParOf" srcId="{955F218B-4969-4901-9504-D11A578D27CC}" destId="{35259783-B8E1-420A-9E22-1887F52E2762}" srcOrd="4" destOrd="0" presId="urn:microsoft.com/office/officeart/2005/8/layout/balance1"/>
    <dgm:cxn modelId="{84DDD323-3C41-4E63-AB71-D7A949CE5783}" type="presParOf" srcId="{955F218B-4969-4901-9504-D11A578D27CC}" destId="{E6B9D693-5ABD-47C3-AA8B-676C77CE480C}" srcOrd="5" destOrd="0" presId="urn:microsoft.com/office/officeart/2005/8/layout/balance1"/>
    <dgm:cxn modelId="{8FA4DF2B-42EC-401A-A52D-20E6D8255FFD}" type="presParOf" srcId="{955F218B-4969-4901-9504-D11A578D27CC}" destId="{64C687F7-BE97-4E07-A45C-F66C97B33B10}" srcOrd="6" destOrd="0" presId="urn:microsoft.com/office/officeart/2005/8/layout/balance1"/>
    <dgm:cxn modelId="{349501D5-A0DC-453F-9DAD-9CF09891B6B4}" type="presParOf" srcId="{955F218B-4969-4901-9504-D11A578D27CC}" destId="{7ACAC5C6-23B3-40FA-BF38-F211BE9927E5}" srcOrd="7" destOrd="0" presId="urn:microsoft.com/office/officeart/2005/8/layout/balance1"/>
    <dgm:cxn modelId="{9B2DA6C7-0A8E-49CF-9856-E47F0C35562B}" type="presParOf" srcId="{955F218B-4969-4901-9504-D11A578D27CC}" destId="{D68E5B69-1AF5-42A5-9056-66721E55730F}" srcOrd="8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E968EDD3-E740-4AB9-9F42-077B7FC02A39}" type="doc">
      <dgm:prSet loTypeId="urn:microsoft.com/office/officeart/2005/8/layout/chevron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B67CE212-3357-4A94-B66B-F74B9E2BC368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AR" dirty="0">
              <a:latin typeface="Times New Roman" panose="02020603050405020304" pitchFamily="18" charset="0"/>
              <a:cs typeface="Times New Roman" panose="02020603050405020304" pitchFamily="18" charset="0"/>
            </a:rPr>
            <a:t>Convertir el conjunto de datos en tablas de frecuencias.</a:t>
          </a:r>
          <a:endParaRPr lang="es-AR" dirty="0"/>
        </a:p>
      </dgm:t>
    </dgm:pt>
    <dgm:pt modelId="{908801D3-2980-44BB-A216-D7CD0B080A27}" type="parTrans" cxnId="{04ED353B-26C3-4044-802F-F49AE226FF07}">
      <dgm:prSet/>
      <dgm:spPr/>
      <dgm:t>
        <a:bodyPr/>
        <a:lstStyle/>
        <a:p>
          <a:endParaRPr lang="es-AR"/>
        </a:p>
      </dgm:t>
    </dgm:pt>
    <dgm:pt modelId="{3E36A563-1C7E-4D94-991F-B6775FB1DD02}" type="sibTrans" cxnId="{04ED353B-26C3-4044-802F-F49AE226FF07}">
      <dgm:prSet/>
      <dgm:spPr/>
      <dgm:t>
        <a:bodyPr/>
        <a:lstStyle/>
        <a:p>
          <a:endParaRPr lang="es-AR"/>
        </a:p>
      </dgm:t>
    </dgm:pt>
    <dgm:pt modelId="{00BDEA32-9188-44AB-85BA-FC21DDEEE2BE}">
      <dgm:prSet/>
      <dgm:spPr/>
      <dgm:t>
        <a:bodyPr/>
        <a:lstStyle/>
        <a:p>
          <a:r>
            <a:rPr lang="es-AR" dirty="0">
              <a:latin typeface="Times New Roman" panose="02020603050405020304" pitchFamily="18" charset="0"/>
              <a:cs typeface="Times New Roman" panose="02020603050405020304" pitchFamily="18" charset="0"/>
            </a:rPr>
            <a:t>Crear una tabla de probabilidad calculando las correspondientes de cada evento.</a:t>
          </a:r>
        </a:p>
      </dgm:t>
    </dgm:pt>
    <dgm:pt modelId="{75117168-389D-44CB-98E7-DB6BB823F74D}" type="parTrans" cxnId="{53BDF801-CCC7-41CC-B627-B2D29BBECC32}">
      <dgm:prSet/>
      <dgm:spPr/>
      <dgm:t>
        <a:bodyPr/>
        <a:lstStyle/>
        <a:p>
          <a:endParaRPr lang="es-AR"/>
        </a:p>
      </dgm:t>
    </dgm:pt>
    <dgm:pt modelId="{0429B75C-35C7-4C5D-8600-5DB9437F29CF}" type="sibTrans" cxnId="{53BDF801-CCC7-41CC-B627-B2D29BBECC32}">
      <dgm:prSet/>
      <dgm:spPr/>
      <dgm:t>
        <a:bodyPr/>
        <a:lstStyle/>
        <a:p>
          <a:endParaRPr lang="es-AR"/>
        </a:p>
      </dgm:t>
    </dgm:pt>
    <dgm:pt modelId="{47C459FA-6669-4254-B2E2-B1D5FBDE35B9}">
      <dgm:prSet/>
      <dgm:spPr>
        <a:blipFill>
          <a:blip xmlns:r="http://schemas.openxmlformats.org/officeDocument/2006/relationships" r:embed="rId1"/>
          <a:stretch>
            <a:fillRect t="-28283" b="-91919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EA65FCB5-2569-42A2-9DAC-A8E55BCA0523}" type="parTrans" cxnId="{2A6E3345-BA90-49D1-9FBA-FD5B02C7A035}">
      <dgm:prSet/>
      <dgm:spPr/>
      <dgm:t>
        <a:bodyPr/>
        <a:lstStyle/>
        <a:p>
          <a:endParaRPr lang="es-AR"/>
        </a:p>
      </dgm:t>
    </dgm:pt>
    <dgm:pt modelId="{110E4D33-0F56-4C4D-AEAC-771EC2C708DF}" type="sibTrans" cxnId="{2A6E3345-BA90-49D1-9FBA-FD5B02C7A035}">
      <dgm:prSet/>
      <dgm:spPr/>
      <dgm:t>
        <a:bodyPr/>
        <a:lstStyle/>
        <a:p>
          <a:endParaRPr lang="es-AR"/>
        </a:p>
      </dgm:t>
    </dgm:pt>
    <dgm:pt modelId="{35C8F1D0-D377-4874-9FD7-5B64A5A0AAF0}">
      <dgm:prSet/>
      <dgm:spPr>
        <a:blipFill>
          <a:blip xmlns:r="http://schemas.openxmlformats.org/officeDocument/2006/relationships" r:embed="rId2"/>
          <a:stretch>
            <a:fillRect t="-27273" b="-92929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59C066F7-5C6C-427F-9AEC-BBAC089888C3}" type="parTrans" cxnId="{2E9A2368-BEAC-4E91-A90A-AA62831D795A}">
      <dgm:prSet/>
      <dgm:spPr/>
      <dgm:t>
        <a:bodyPr/>
        <a:lstStyle/>
        <a:p>
          <a:endParaRPr lang="es-AR"/>
        </a:p>
      </dgm:t>
    </dgm:pt>
    <dgm:pt modelId="{753D82B2-827E-45EF-81F3-A4BC6552D835}" type="sibTrans" cxnId="{2E9A2368-BEAC-4E91-A90A-AA62831D795A}">
      <dgm:prSet/>
      <dgm:spPr/>
      <dgm:t>
        <a:bodyPr/>
        <a:lstStyle/>
        <a:p>
          <a:endParaRPr lang="es-AR"/>
        </a:p>
      </dgm:t>
    </dgm:pt>
    <dgm:pt modelId="{9232A74E-F3E5-4681-9AD5-5743413B5DC8}">
      <dgm:prSet/>
      <dgm:spPr>
        <a:blipFill>
          <a:blip xmlns:r="http://schemas.openxmlformats.org/officeDocument/2006/relationships" r:embed="rId3"/>
          <a:stretch>
            <a:fillRect t="-31633" b="-97959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4D094322-0151-434D-A514-4A47B5FEDF2D}" type="parTrans" cxnId="{C0D1950D-C47A-4157-BE20-38A26D0A19A9}">
      <dgm:prSet/>
      <dgm:spPr/>
      <dgm:t>
        <a:bodyPr/>
        <a:lstStyle/>
        <a:p>
          <a:endParaRPr lang="es-AR"/>
        </a:p>
      </dgm:t>
    </dgm:pt>
    <dgm:pt modelId="{6DC8367C-1B2A-4B42-9A32-E7C0C2F7554A}" type="sibTrans" cxnId="{C0D1950D-C47A-4157-BE20-38A26D0A19A9}">
      <dgm:prSet/>
      <dgm:spPr/>
      <dgm:t>
        <a:bodyPr/>
        <a:lstStyle/>
        <a:p>
          <a:endParaRPr lang="es-AR"/>
        </a:p>
      </dgm:t>
    </dgm:pt>
    <dgm:pt modelId="{D516B79B-60F5-49A5-B50F-5BB3810D99F5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s-AR" dirty="0"/>
        </a:p>
      </dgm:t>
    </dgm:pt>
    <dgm:pt modelId="{2B9FFDA1-A6F9-4347-97A3-26D8FC855256}" type="parTrans" cxnId="{FB69BFD7-A497-4130-8680-EE19FFAF0545}">
      <dgm:prSet/>
      <dgm:spPr/>
      <dgm:t>
        <a:bodyPr/>
        <a:lstStyle/>
        <a:p>
          <a:endParaRPr lang="es-AR"/>
        </a:p>
      </dgm:t>
    </dgm:pt>
    <dgm:pt modelId="{19B579F8-0CBC-4FBD-885A-85A4E6D19067}" type="sibTrans" cxnId="{FB69BFD7-A497-4130-8680-EE19FFAF0545}">
      <dgm:prSet/>
      <dgm:spPr/>
      <dgm:t>
        <a:bodyPr/>
        <a:lstStyle/>
        <a:p>
          <a:endParaRPr lang="es-AR"/>
        </a:p>
      </dgm:t>
    </dgm:pt>
    <dgm:pt modelId="{7A3016F7-2F9C-4837-A48A-F897CF102802}">
      <dgm:prSet/>
      <dgm:spPr/>
      <dgm:t>
        <a:bodyPr/>
        <a:lstStyle/>
        <a:p>
          <a:endParaRPr lang="es-AR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1E5A92-F553-464F-AF4E-F53E3F69070E}" type="parTrans" cxnId="{A4EFF852-C5B9-4FC2-B5FA-82E8A904F935}">
      <dgm:prSet/>
      <dgm:spPr/>
      <dgm:t>
        <a:bodyPr/>
        <a:lstStyle/>
        <a:p>
          <a:endParaRPr lang="es-AR"/>
        </a:p>
      </dgm:t>
    </dgm:pt>
    <dgm:pt modelId="{69089751-40EF-4A25-B0E5-99C2BF422C5E}" type="sibTrans" cxnId="{A4EFF852-C5B9-4FC2-B5FA-82E8A904F935}">
      <dgm:prSet/>
      <dgm:spPr/>
      <dgm:t>
        <a:bodyPr/>
        <a:lstStyle/>
        <a:p>
          <a:endParaRPr lang="es-AR"/>
        </a:p>
      </dgm:t>
    </dgm:pt>
    <dgm:pt modelId="{8DFD2C94-2A65-4D6F-BD3C-61D6FF0F0AA9}">
      <dgm:prSet/>
      <dgm:spPr/>
      <dgm:t>
        <a:bodyPr/>
        <a:lstStyle/>
        <a:p>
          <a:endParaRPr lang="es-AR" b="1" dirty="0">
            <a:latin typeface="Times New Roman" panose="02020603050405020304" pitchFamily="18" charset="0"/>
            <a:ea typeface="Spectral"/>
            <a:cs typeface="Times New Roman" panose="02020603050405020304" pitchFamily="18" charset="0"/>
            <a:sym typeface="Spectral"/>
          </a:endParaRPr>
        </a:p>
      </dgm:t>
    </dgm:pt>
    <dgm:pt modelId="{B59673B3-65FE-4F66-AEC1-E318C9D372A2}" type="parTrans" cxnId="{AF597DA2-B818-4677-AAB9-5284F24FEC1A}">
      <dgm:prSet/>
      <dgm:spPr/>
      <dgm:t>
        <a:bodyPr/>
        <a:lstStyle/>
        <a:p>
          <a:endParaRPr lang="es-AR"/>
        </a:p>
      </dgm:t>
    </dgm:pt>
    <dgm:pt modelId="{08D0E4AB-52BD-48C9-B8EE-9520F81DD86B}" type="sibTrans" cxnId="{AF597DA2-B818-4677-AAB9-5284F24FEC1A}">
      <dgm:prSet/>
      <dgm:spPr/>
      <dgm:t>
        <a:bodyPr/>
        <a:lstStyle/>
        <a:p>
          <a:endParaRPr lang="es-AR"/>
        </a:p>
      </dgm:t>
    </dgm:pt>
    <dgm:pt modelId="{71B5455A-881A-4061-9353-317FC589B566}">
      <dgm:prSet/>
      <dgm:spPr/>
      <dgm:t>
        <a:bodyPr/>
        <a:lstStyle/>
        <a:p>
          <a:endParaRPr lang="es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0018F6D-584A-4457-9C77-B86504BE06A2}" type="parTrans" cxnId="{4F40C5EC-3909-4CD0-B9AE-A458E3E3F746}">
      <dgm:prSet/>
      <dgm:spPr/>
      <dgm:t>
        <a:bodyPr/>
        <a:lstStyle/>
        <a:p>
          <a:endParaRPr lang="es-AR"/>
        </a:p>
      </dgm:t>
    </dgm:pt>
    <dgm:pt modelId="{58F5D28A-DBDB-4FBB-A936-4CF7BF4B9437}" type="sibTrans" cxnId="{4F40C5EC-3909-4CD0-B9AE-A458E3E3F746}">
      <dgm:prSet/>
      <dgm:spPr/>
      <dgm:t>
        <a:bodyPr/>
        <a:lstStyle/>
        <a:p>
          <a:endParaRPr lang="es-AR"/>
        </a:p>
      </dgm:t>
    </dgm:pt>
    <dgm:pt modelId="{B3555CF4-1B4A-47BE-9A15-E04FBD3BEC85}">
      <dgm:prSet/>
      <dgm:spPr/>
      <dgm:t>
        <a:bodyPr/>
        <a:lstStyle/>
        <a:p>
          <a:endParaRPr lang="ar-AE" b="1" dirty="0">
            <a:latin typeface="Times New Roman" panose="02020603050405020304" pitchFamily="18" charset="0"/>
            <a:ea typeface="Spectral"/>
            <a:cs typeface="Times New Roman" panose="02020603050405020304" pitchFamily="18" charset="0"/>
            <a:sym typeface="Spectral"/>
          </a:endParaRPr>
        </a:p>
      </dgm:t>
    </dgm:pt>
    <dgm:pt modelId="{F878A279-B384-4B57-8039-334F82BC40CF}" type="parTrans" cxnId="{760CF423-CD72-4B53-ACD7-4A3DDF44255D}">
      <dgm:prSet/>
      <dgm:spPr/>
      <dgm:t>
        <a:bodyPr/>
        <a:lstStyle/>
        <a:p>
          <a:endParaRPr lang="es-AR"/>
        </a:p>
      </dgm:t>
    </dgm:pt>
    <dgm:pt modelId="{27A48D12-5553-4EEB-914E-9EBA28FD50A8}" type="sibTrans" cxnId="{760CF423-CD72-4B53-ACD7-4A3DDF44255D}">
      <dgm:prSet/>
      <dgm:spPr/>
      <dgm:t>
        <a:bodyPr/>
        <a:lstStyle/>
        <a:p>
          <a:endParaRPr lang="es-AR"/>
        </a:p>
      </dgm:t>
    </dgm:pt>
    <dgm:pt modelId="{A8EBE25F-6C55-40C8-9706-9D1AFD1A7EC5}" type="pres">
      <dgm:prSet presAssocID="{E968EDD3-E740-4AB9-9F42-077B7FC02A39}" presName="linearFlow" presStyleCnt="0">
        <dgm:presLayoutVars>
          <dgm:dir/>
          <dgm:animLvl val="lvl"/>
          <dgm:resizeHandles val="exact"/>
        </dgm:presLayoutVars>
      </dgm:prSet>
      <dgm:spPr/>
    </dgm:pt>
    <dgm:pt modelId="{71DF13C9-7F83-4903-BCC2-0D0BCDCB09A1}" type="pres">
      <dgm:prSet presAssocID="{D516B79B-60F5-49A5-B50F-5BB3810D99F5}" presName="composite" presStyleCnt="0"/>
      <dgm:spPr/>
    </dgm:pt>
    <dgm:pt modelId="{49985DAC-68E7-4AB5-8FAF-D89AF7E465BA}" type="pres">
      <dgm:prSet presAssocID="{D516B79B-60F5-49A5-B50F-5BB3810D99F5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60AE3E8F-0B29-492E-AF51-EE27F0655791}" type="pres">
      <dgm:prSet presAssocID="{D516B79B-60F5-49A5-B50F-5BB3810D99F5}" presName="descendantText" presStyleLbl="alignAcc1" presStyleIdx="0" presStyleCnt="5">
        <dgm:presLayoutVars>
          <dgm:bulletEnabled val="1"/>
        </dgm:presLayoutVars>
      </dgm:prSet>
      <dgm:spPr/>
    </dgm:pt>
    <dgm:pt modelId="{225621DE-054F-4CAB-951E-A2649DDC3C86}" type="pres">
      <dgm:prSet presAssocID="{19B579F8-0CBC-4FBD-885A-85A4E6D19067}" presName="sp" presStyleCnt="0"/>
      <dgm:spPr/>
    </dgm:pt>
    <dgm:pt modelId="{513A94B5-9B3A-4766-9A27-6B0FA0C5D964}" type="pres">
      <dgm:prSet presAssocID="{7A3016F7-2F9C-4837-A48A-F897CF102802}" presName="composite" presStyleCnt="0"/>
      <dgm:spPr/>
    </dgm:pt>
    <dgm:pt modelId="{E426D745-DA68-4283-9474-C37AE4339E93}" type="pres">
      <dgm:prSet presAssocID="{7A3016F7-2F9C-4837-A48A-F897CF102802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74903C97-0E03-4239-8C78-F826C8A3F7B9}" type="pres">
      <dgm:prSet presAssocID="{7A3016F7-2F9C-4837-A48A-F897CF102802}" presName="descendantText" presStyleLbl="alignAcc1" presStyleIdx="1" presStyleCnt="5">
        <dgm:presLayoutVars>
          <dgm:bulletEnabled val="1"/>
        </dgm:presLayoutVars>
      </dgm:prSet>
      <dgm:spPr/>
    </dgm:pt>
    <dgm:pt modelId="{C0C69A95-6B8E-43D9-B480-5A4D93CFC250}" type="pres">
      <dgm:prSet presAssocID="{69089751-40EF-4A25-B0E5-99C2BF422C5E}" presName="sp" presStyleCnt="0"/>
      <dgm:spPr/>
    </dgm:pt>
    <dgm:pt modelId="{72AD7892-723B-460D-A62B-2338130A864C}" type="pres">
      <dgm:prSet presAssocID="{8DFD2C94-2A65-4D6F-BD3C-61D6FF0F0AA9}" presName="composite" presStyleCnt="0"/>
      <dgm:spPr/>
    </dgm:pt>
    <dgm:pt modelId="{966E0AAD-AF2C-4967-85B4-DBBA498D0081}" type="pres">
      <dgm:prSet presAssocID="{8DFD2C94-2A65-4D6F-BD3C-61D6FF0F0AA9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3B883A2D-9414-42DD-96B3-C9FB5DEA51C2}" type="pres">
      <dgm:prSet presAssocID="{8DFD2C94-2A65-4D6F-BD3C-61D6FF0F0AA9}" presName="descendantText" presStyleLbl="alignAcc1" presStyleIdx="2" presStyleCnt="5">
        <dgm:presLayoutVars>
          <dgm:bulletEnabled val="1"/>
        </dgm:presLayoutVars>
      </dgm:prSet>
      <dgm:spPr/>
    </dgm:pt>
    <dgm:pt modelId="{007BE53F-9CDE-4107-88E9-02288050569E}" type="pres">
      <dgm:prSet presAssocID="{08D0E4AB-52BD-48C9-B8EE-9520F81DD86B}" presName="sp" presStyleCnt="0"/>
      <dgm:spPr/>
    </dgm:pt>
    <dgm:pt modelId="{FBA68349-3AEB-4DF7-8029-AF1B30739A74}" type="pres">
      <dgm:prSet presAssocID="{71B5455A-881A-4061-9353-317FC589B566}" presName="composite" presStyleCnt="0"/>
      <dgm:spPr/>
    </dgm:pt>
    <dgm:pt modelId="{A8E293B4-30C2-4A4C-8347-C20E24E2071F}" type="pres">
      <dgm:prSet presAssocID="{71B5455A-881A-4061-9353-317FC589B566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0EA64E3B-A046-40FA-A0A4-B8DCE44E7DEC}" type="pres">
      <dgm:prSet presAssocID="{71B5455A-881A-4061-9353-317FC589B566}" presName="descendantText" presStyleLbl="alignAcc1" presStyleIdx="3" presStyleCnt="5">
        <dgm:presLayoutVars>
          <dgm:bulletEnabled val="1"/>
        </dgm:presLayoutVars>
      </dgm:prSet>
      <dgm:spPr/>
    </dgm:pt>
    <dgm:pt modelId="{70920334-EF2B-4022-9D38-BE2CD2D5AC86}" type="pres">
      <dgm:prSet presAssocID="{58F5D28A-DBDB-4FBB-A936-4CF7BF4B9437}" presName="sp" presStyleCnt="0"/>
      <dgm:spPr/>
    </dgm:pt>
    <dgm:pt modelId="{ACB01973-780A-404D-ACB5-4ED82E6B1B6F}" type="pres">
      <dgm:prSet presAssocID="{B3555CF4-1B4A-47BE-9A15-E04FBD3BEC85}" presName="composite" presStyleCnt="0"/>
      <dgm:spPr/>
    </dgm:pt>
    <dgm:pt modelId="{F5127098-C293-4E98-B778-909C98AAD8A2}" type="pres">
      <dgm:prSet presAssocID="{B3555CF4-1B4A-47BE-9A15-E04FBD3BEC85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E6BA438C-F1CA-42A0-8AAA-34953FDD17E5}" type="pres">
      <dgm:prSet presAssocID="{B3555CF4-1B4A-47BE-9A15-E04FBD3BEC85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53BDF801-CCC7-41CC-B627-B2D29BBECC32}" srcId="{7A3016F7-2F9C-4837-A48A-F897CF102802}" destId="{00BDEA32-9188-44AB-85BA-FC21DDEEE2BE}" srcOrd="0" destOrd="0" parTransId="{75117168-389D-44CB-98E7-DB6BB823F74D}" sibTransId="{0429B75C-35C7-4C5D-8600-5DB9437F29CF}"/>
    <dgm:cxn modelId="{C0D1950D-C47A-4157-BE20-38A26D0A19A9}" srcId="{B3555CF4-1B4A-47BE-9A15-E04FBD3BEC85}" destId="{9232A74E-F3E5-4681-9AD5-5743413B5DC8}" srcOrd="0" destOrd="0" parTransId="{4D094322-0151-434D-A514-4A47B5FEDF2D}" sibTransId="{6DC8367C-1B2A-4B42-9A32-E7C0C2F7554A}"/>
    <dgm:cxn modelId="{760CF423-CD72-4B53-ACD7-4A3DDF44255D}" srcId="{E968EDD3-E740-4AB9-9F42-077B7FC02A39}" destId="{B3555CF4-1B4A-47BE-9A15-E04FBD3BEC85}" srcOrd="4" destOrd="0" parTransId="{F878A279-B384-4B57-8039-334F82BC40CF}" sibTransId="{27A48D12-5553-4EEB-914E-9EBA28FD50A8}"/>
    <dgm:cxn modelId="{04ED353B-26C3-4044-802F-F49AE226FF07}" srcId="{D516B79B-60F5-49A5-B50F-5BB3810D99F5}" destId="{B67CE212-3357-4A94-B66B-F74B9E2BC368}" srcOrd="0" destOrd="0" parTransId="{908801D3-2980-44BB-A216-D7CD0B080A27}" sibTransId="{3E36A563-1C7E-4D94-991F-B6775FB1DD02}"/>
    <dgm:cxn modelId="{F7EBB341-930F-47D3-B391-648B0265FE4A}" type="presOf" srcId="{35C8F1D0-D377-4874-9FD7-5B64A5A0AAF0}" destId="{0EA64E3B-A046-40FA-A0A4-B8DCE44E7DEC}" srcOrd="0" destOrd="0" presId="urn:microsoft.com/office/officeart/2005/8/layout/chevron2"/>
    <dgm:cxn modelId="{2A6E3345-BA90-49D1-9FBA-FD5B02C7A035}" srcId="{8DFD2C94-2A65-4D6F-BD3C-61D6FF0F0AA9}" destId="{47C459FA-6669-4254-B2E2-B1D5FBDE35B9}" srcOrd="0" destOrd="0" parTransId="{EA65FCB5-2569-42A2-9DAC-A8E55BCA0523}" sibTransId="{110E4D33-0F56-4C4D-AEAC-771EC2C708DF}"/>
    <dgm:cxn modelId="{3BC90666-2CB0-4DB8-B03B-928A237FE5B0}" type="presOf" srcId="{00BDEA32-9188-44AB-85BA-FC21DDEEE2BE}" destId="{74903C97-0E03-4239-8C78-F826C8A3F7B9}" srcOrd="0" destOrd="0" presId="urn:microsoft.com/office/officeart/2005/8/layout/chevron2"/>
    <dgm:cxn modelId="{2E9A2368-BEAC-4E91-A90A-AA62831D795A}" srcId="{71B5455A-881A-4061-9353-317FC589B566}" destId="{35C8F1D0-D377-4874-9FD7-5B64A5A0AAF0}" srcOrd="0" destOrd="0" parTransId="{59C066F7-5C6C-427F-9AEC-BBAC089888C3}" sibTransId="{753D82B2-827E-45EF-81F3-A4BC6552D835}"/>
    <dgm:cxn modelId="{100CA34A-0637-425E-9625-529380526FF5}" type="presOf" srcId="{9232A74E-F3E5-4681-9AD5-5743413B5DC8}" destId="{E6BA438C-F1CA-42A0-8AAA-34953FDD17E5}" srcOrd="0" destOrd="0" presId="urn:microsoft.com/office/officeart/2005/8/layout/chevron2"/>
    <dgm:cxn modelId="{DCD7234C-A082-4110-8F4A-8C78FAA57A59}" type="presOf" srcId="{B67CE212-3357-4A94-B66B-F74B9E2BC368}" destId="{60AE3E8F-0B29-492E-AF51-EE27F0655791}" srcOrd="0" destOrd="0" presId="urn:microsoft.com/office/officeart/2005/8/layout/chevron2"/>
    <dgm:cxn modelId="{C0293350-69BE-45F7-8CCC-E2C66C7D4F49}" type="presOf" srcId="{8DFD2C94-2A65-4D6F-BD3C-61D6FF0F0AA9}" destId="{966E0AAD-AF2C-4967-85B4-DBBA498D0081}" srcOrd="0" destOrd="0" presId="urn:microsoft.com/office/officeart/2005/8/layout/chevron2"/>
    <dgm:cxn modelId="{A4EFF852-C5B9-4FC2-B5FA-82E8A904F935}" srcId="{E968EDD3-E740-4AB9-9F42-077B7FC02A39}" destId="{7A3016F7-2F9C-4837-A48A-F897CF102802}" srcOrd="1" destOrd="0" parTransId="{3F1E5A92-F553-464F-AF4E-F53E3F69070E}" sibTransId="{69089751-40EF-4A25-B0E5-99C2BF422C5E}"/>
    <dgm:cxn modelId="{6BCEB354-2844-4DAF-8E25-224C8424DB8F}" type="presOf" srcId="{D516B79B-60F5-49A5-B50F-5BB3810D99F5}" destId="{49985DAC-68E7-4AB5-8FAF-D89AF7E465BA}" srcOrd="0" destOrd="0" presId="urn:microsoft.com/office/officeart/2005/8/layout/chevron2"/>
    <dgm:cxn modelId="{1D773A56-BA79-4872-B839-EB66592EE096}" type="presOf" srcId="{7A3016F7-2F9C-4837-A48A-F897CF102802}" destId="{E426D745-DA68-4283-9474-C37AE4339E93}" srcOrd="0" destOrd="0" presId="urn:microsoft.com/office/officeart/2005/8/layout/chevron2"/>
    <dgm:cxn modelId="{18F2BB7D-ACDB-48E2-AFB0-0F818D8A9C46}" type="presOf" srcId="{B3555CF4-1B4A-47BE-9A15-E04FBD3BEC85}" destId="{F5127098-C293-4E98-B778-909C98AAD8A2}" srcOrd="0" destOrd="0" presId="urn:microsoft.com/office/officeart/2005/8/layout/chevron2"/>
    <dgm:cxn modelId="{F45890A0-72EC-4355-9F39-96B004885DD8}" type="presOf" srcId="{71B5455A-881A-4061-9353-317FC589B566}" destId="{A8E293B4-30C2-4A4C-8347-C20E24E2071F}" srcOrd="0" destOrd="0" presId="urn:microsoft.com/office/officeart/2005/8/layout/chevron2"/>
    <dgm:cxn modelId="{AF597DA2-B818-4677-AAB9-5284F24FEC1A}" srcId="{E968EDD3-E740-4AB9-9F42-077B7FC02A39}" destId="{8DFD2C94-2A65-4D6F-BD3C-61D6FF0F0AA9}" srcOrd="2" destOrd="0" parTransId="{B59673B3-65FE-4F66-AEC1-E318C9D372A2}" sibTransId="{08D0E4AB-52BD-48C9-B8EE-9520F81DD86B}"/>
    <dgm:cxn modelId="{8A6B94B1-DB27-4F67-B8F7-AD7B30BED3A3}" type="presOf" srcId="{E968EDD3-E740-4AB9-9F42-077B7FC02A39}" destId="{A8EBE25F-6C55-40C8-9706-9D1AFD1A7EC5}" srcOrd="0" destOrd="0" presId="urn:microsoft.com/office/officeart/2005/8/layout/chevron2"/>
    <dgm:cxn modelId="{FB69BFD7-A497-4130-8680-EE19FFAF0545}" srcId="{E968EDD3-E740-4AB9-9F42-077B7FC02A39}" destId="{D516B79B-60F5-49A5-B50F-5BB3810D99F5}" srcOrd="0" destOrd="0" parTransId="{2B9FFDA1-A6F9-4347-97A3-26D8FC855256}" sibTransId="{19B579F8-0CBC-4FBD-885A-85A4E6D19067}"/>
    <dgm:cxn modelId="{4F40C5EC-3909-4CD0-B9AE-A458E3E3F746}" srcId="{E968EDD3-E740-4AB9-9F42-077B7FC02A39}" destId="{71B5455A-881A-4061-9353-317FC589B566}" srcOrd="3" destOrd="0" parTransId="{30018F6D-584A-4457-9C77-B86504BE06A2}" sibTransId="{58F5D28A-DBDB-4FBB-A936-4CF7BF4B9437}"/>
    <dgm:cxn modelId="{45C390FF-E200-4F82-A38B-794FDF27826A}" type="presOf" srcId="{47C459FA-6669-4254-B2E2-B1D5FBDE35B9}" destId="{3B883A2D-9414-42DD-96B3-C9FB5DEA51C2}" srcOrd="0" destOrd="0" presId="urn:microsoft.com/office/officeart/2005/8/layout/chevron2"/>
    <dgm:cxn modelId="{46DBB459-CCA9-43A1-AFF5-915AE486DD6B}" type="presParOf" srcId="{A8EBE25F-6C55-40C8-9706-9D1AFD1A7EC5}" destId="{71DF13C9-7F83-4903-BCC2-0D0BCDCB09A1}" srcOrd="0" destOrd="0" presId="urn:microsoft.com/office/officeart/2005/8/layout/chevron2"/>
    <dgm:cxn modelId="{99CE9B9D-351B-4E5A-A438-D2B6A438A1AA}" type="presParOf" srcId="{71DF13C9-7F83-4903-BCC2-0D0BCDCB09A1}" destId="{49985DAC-68E7-4AB5-8FAF-D89AF7E465BA}" srcOrd="0" destOrd="0" presId="urn:microsoft.com/office/officeart/2005/8/layout/chevron2"/>
    <dgm:cxn modelId="{572CBA53-E3BE-491A-8A9A-521C6AF61642}" type="presParOf" srcId="{71DF13C9-7F83-4903-BCC2-0D0BCDCB09A1}" destId="{60AE3E8F-0B29-492E-AF51-EE27F0655791}" srcOrd="1" destOrd="0" presId="urn:microsoft.com/office/officeart/2005/8/layout/chevron2"/>
    <dgm:cxn modelId="{17F1C043-988A-4224-A5D9-030530A280EF}" type="presParOf" srcId="{A8EBE25F-6C55-40C8-9706-9D1AFD1A7EC5}" destId="{225621DE-054F-4CAB-951E-A2649DDC3C86}" srcOrd="1" destOrd="0" presId="urn:microsoft.com/office/officeart/2005/8/layout/chevron2"/>
    <dgm:cxn modelId="{08D04446-15E7-4993-BBC3-8261D28E3B40}" type="presParOf" srcId="{A8EBE25F-6C55-40C8-9706-9D1AFD1A7EC5}" destId="{513A94B5-9B3A-4766-9A27-6B0FA0C5D964}" srcOrd="2" destOrd="0" presId="urn:microsoft.com/office/officeart/2005/8/layout/chevron2"/>
    <dgm:cxn modelId="{4352138B-38D6-44E1-A6C7-587A7D8D2AF1}" type="presParOf" srcId="{513A94B5-9B3A-4766-9A27-6B0FA0C5D964}" destId="{E426D745-DA68-4283-9474-C37AE4339E93}" srcOrd="0" destOrd="0" presId="urn:microsoft.com/office/officeart/2005/8/layout/chevron2"/>
    <dgm:cxn modelId="{DA12B0E4-6591-477D-BC53-51CE5A9FEB4D}" type="presParOf" srcId="{513A94B5-9B3A-4766-9A27-6B0FA0C5D964}" destId="{74903C97-0E03-4239-8C78-F826C8A3F7B9}" srcOrd="1" destOrd="0" presId="urn:microsoft.com/office/officeart/2005/8/layout/chevron2"/>
    <dgm:cxn modelId="{D463BD53-11F3-4EE3-BD67-4B9BA37014D7}" type="presParOf" srcId="{A8EBE25F-6C55-40C8-9706-9D1AFD1A7EC5}" destId="{C0C69A95-6B8E-43D9-B480-5A4D93CFC250}" srcOrd="3" destOrd="0" presId="urn:microsoft.com/office/officeart/2005/8/layout/chevron2"/>
    <dgm:cxn modelId="{56931406-182D-4428-8AC5-567EF0158928}" type="presParOf" srcId="{A8EBE25F-6C55-40C8-9706-9D1AFD1A7EC5}" destId="{72AD7892-723B-460D-A62B-2338130A864C}" srcOrd="4" destOrd="0" presId="urn:microsoft.com/office/officeart/2005/8/layout/chevron2"/>
    <dgm:cxn modelId="{BB015611-FAF8-480A-940F-13BBDE8CD900}" type="presParOf" srcId="{72AD7892-723B-460D-A62B-2338130A864C}" destId="{966E0AAD-AF2C-4967-85B4-DBBA498D0081}" srcOrd="0" destOrd="0" presId="urn:microsoft.com/office/officeart/2005/8/layout/chevron2"/>
    <dgm:cxn modelId="{F3A01932-4579-4907-9FB6-9D2040A3707E}" type="presParOf" srcId="{72AD7892-723B-460D-A62B-2338130A864C}" destId="{3B883A2D-9414-42DD-96B3-C9FB5DEA51C2}" srcOrd="1" destOrd="0" presId="urn:microsoft.com/office/officeart/2005/8/layout/chevron2"/>
    <dgm:cxn modelId="{FDDA1DA9-9520-4D13-84C0-DFBF27DEF93E}" type="presParOf" srcId="{A8EBE25F-6C55-40C8-9706-9D1AFD1A7EC5}" destId="{007BE53F-9CDE-4107-88E9-02288050569E}" srcOrd="5" destOrd="0" presId="urn:microsoft.com/office/officeart/2005/8/layout/chevron2"/>
    <dgm:cxn modelId="{F2D1F25A-941A-4277-88C0-106EE711E27A}" type="presParOf" srcId="{A8EBE25F-6C55-40C8-9706-9D1AFD1A7EC5}" destId="{FBA68349-3AEB-4DF7-8029-AF1B30739A74}" srcOrd="6" destOrd="0" presId="urn:microsoft.com/office/officeart/2005/8/layout/chevron2"/>
    <dgm:cxn modelId="{CB7B11E5-7106-4DC0-8E88-CB257E781EB3}" type="presParOf" srcId="{FBA68349-3AEB-4DF7-8029-AF1B30739A74}" destId="{A8E293B4-30C2-4A4C-8347-C20E24E2071F}" srcOrd="0" destOrd="0" presId="urn:microsoft.com/office/officeart/2005/8/layout/chevron2"/>
    <dgm:cxn modelId="{1470E498-4F55-48D0-9E5E-3C27AD16C207}" type="presParOf" srcId="{FBA68349-3AEB-4DF7-8029-AF1B30739A74}" destId="{0EA64E3B-A046-40FA-A0A4-B8DCE44E7DEC}" srcOrd="1" destOrd="0" presId="urn:microsoft.com/office/officeart/2005/8/layout/chevron2"/>
    <dgm:cxn modelId="{95D0932C-E03C-40A6-BEE2-1DDCA7BD3CEE}" type="presParOf" srcId="{A8EBE25F-6C55-40C8-9706-9D1AFD1A7EC5}" destId="{70920334-EF2B-4022-9D38-BE2CD2D5AC86}" srcOrd="7" destOrd="0" presId="urn:microsoft.com/office/officeart/2005/8/layout/chevron2"/>
    <dgm:cxn modelId="{68B76A2B-13D4-472F-9DB1-E92EA819C88D}" type="presParOf" srcId="{A8EBE25F-6C55-40C8-9706-9D1AFD1A7EC5}" destId="{ACB01973-780A-404D-ACB5-4ED82E6B1B6F}" srcOrd="8" destOrd="0" presId="urn:microsoft.com/office/officeart/2005/8/layout/chevron2"/>
    <dgm:cxn modelId="{F57EC6AF-2A26-4E36-B8AD-3BDB877121AB}" type="presParOf" srcId="{ACB01973-780A-404D-ACB5-4ED82E6B1B6F}" destId="{F5127098-C293-4E98-B778-909C98AAD8A2}" srcOrd="0" destOrd="0" presId="urn:microsoft.com/office/officeart/2005/8/layout/chevron2"/>
    <dgm:cxn modelId="{6D2367E6-4B60-4152-AB2A-732F83B658EA}" type="presParOf" srcId="{ACB01973-780A-404D-ACB5-4ED82E6B1B6F}" destId="{E6BA438C-F1CA-42A0-8AAA-34953FDD17E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C62C7E-8F0F-4CBE-9FD2-A3F0E30CF488}">
      <dsp:nvSpPr>
        <dsp:cNvPr id="0" name=""/>
        <dsp:cNvSpPr/>
      </dsp:nvSpPr>
      <dsp:spPr>
        <a:xfrm>
          <a:off x="-4048687" y="-625398"/>
          <a:ext cx="4855442" cy="4855442"/>
        </a:xfrm>
        <a:prstGeom prst="blockArc">
          <a:avLst>
            <a:gd name="adj1" fmla="val 18900000"/>
            <a:gd name="adj2" fmla="val 2700000"/>
            <a:gd name="adj3" fmla="val 445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403F99-01B0-46B7-ABC8-0F9F306F6296}">
      <dsp:nvSpPr>
        <dsp:cNvPr id="0" name=""/>
        <dsp:cNvSpPr/>
      </dsp:nvSpPr>
      <dsp:spPr>
        <a:xfrm>
          <a:off x="368033" y="225218"/>
          <a:ext cx="4759671" cy="4507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7763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0" kern="1200" dirty="0">
              <a:solidFill>
                <a:schemeClr val="tx1"/>
              </a:solidFill>
            </a:rPr>
            <a:t>Cuando los datos son no linealmente separables, en el Espacio de entradas</a:t>
          </a:r>
          <a:endParaRPr lang="es-AR" sz="1600" b="0" kern="1200" dirty="0">
            <a:solidFill>
              <a:schemeClr val="tx1"/>
            </a:solidFill>
          </a:endParaRPr>
        </a:p>
      </dsp:txBody>
      <dsp:txXfrm>
        <a:off x="368033" y="225218"/>
        <a:ext cx="4759671" cy="450724"/>
      </dsp:txXfrm>
    </dsp:sp>
    <dsp:sp modelId="{F647EE7D-CF85-442D-8C7F-B42033653E46}">
      <dsp:nvSpPr>
        <dsp:cNvPr id="0" name=""/>
        <dsp:cNvSpPr/>
      </dsp:nvSpPr>
      <dsp:spPr>
        <a:xfrm>
          <a:off x="86330" y="168877"/>
          <a:ext cx="563406" cy="56340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FB6BB6-2031-40F3-BC52-2F3D253DCA98}">
      <dsp:nvSpPr>
        <dsp:cNvPr id="0" name=""/>
        <dsp:cNvSpPr/>
      </dsp:nvSpPr>
      <dsp:spPr>
        <a:xfrm>
          <a:off x="691009" y="901089"/>
          <a:ext cx="4436695" cy="45072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7763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0" kern="1200">
              <a:solidFill>
                <a:schemeClr val="tx1"/>
              </a:solidFill>
            </a:rPr>
            <a:t>Se definen “Espacios transformados de alta dimensionalidad”</a:t>
          </a:r>
          <a:endParaRPr lang="es-US" sz="1600" b="0" kern="1200" dirty="0">
            <a:solidFill>
              <a:schemeClr val="tx1"/>
            </a:solidFill>
          </a:endParaRPr>
        </a:p>
      </dsp:txBody>
      <dsp:txXfrm>
        <a:off x="691009" y="901089"/>
        <a:ext cx="4436695" cy="450724"/>
      </dsp:txXfrm>
    </dsp:sp>
    <dsp:sp modelId="{4946EF7F-5D05-44F1-BEB6-BA48F980ADBB}">
      <dsp:nvSpPr>
        <dsp:cNvPr id="0" name=""/>
        <dsp:cNvSpPr/>
      </dsp:nvSpPr>
      <dsp:spPr>
        <a:xfrm>
          <a:off x="409306" y="844748"/>
          <a:ext cx="563406" cy="56340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DDB86A-AE80-49A7-9719-88700F88E63C}">
      <dsp:nvSpPr>
        <dsp:cNvPr id="0" name=""/>
        <dsp:cNvSpPr/>
      </dsp:nvSpPr>
      <dsp:spPr>
        <a:xfrm>
          <a:off x="790137" y="1576960"/>
          <a:ext cx="4337567" cy="45072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7763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0" kern="1200" dirty="0">
              <a:solidFill>
                <a:schemeClr val="tx1"/>
              </a:solidFill>
            </a:rPr>
            <a:t>Para encontrar hiperplanos de separación óptima</a:t>
          </a:r>
          <a:endParaRPr lang="es-AR" sz="1600" b="0" kern="1200" dirty="0">
            <a:solidFill>
              <a:schemeClr val="tx1"/>
            </a:solidFill>
          </a:endParaRPr>
        </a:p>
      </dsp:txBody>
      <dsp:txXfrm>
        <a:off x="790137" y="1576960"/>
        <a:ext cx="4337567" cy="450724"/>
      </dsp:txXfrm>
    </dsp:sp>
    <dsp:sp modelId="{03D96013-9CBB-4A37-A953-B2BA11486DE1}">
      <dsp:nvSpPr>
        <dsp:cNvPr id="0" name=""/>
        <dsp:cNvSpPr/>
      </dsp:nvSpPr>
      <dsp:spPr>
        <a:xfrm>
          <a:off x="508434" y="1520619"/>
          <a:ext cx="563406" cy="56340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9BEDF5-CCB5-4D26-BDF2-2883C4048247}">
      <dsp:nvSpPr>
        <dsp:cNvPr id="0" name=""/>
        <dsp:cNvSpPr/>
      </dsp:nvSpPr>
      <dsp:spPr>
        <a:xfrm>
          <a:off x="691009" y="2252831"/>
          <a:ext cx="4436695" cy="45072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7763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0" kern="1200" dirty="0">
              <a:solidFill>
                <a:schemeClr val="tx1"/>
              </a:solidFill>
            </a:rPr>
            <a:t>Cada uno de los espacios transformados se denominan “Espacio de características”</a:t>
          </a:r>
          <a:endParaRPr lang="es-AR" sz="1600" b="0" kern="1200" dirty="0">
            <a:solidFill>
              <a:schemeClr val="tx1"/>
            </a:solidFill>
          </a:endParaRPr>
        </a:p>
      </dsp:txBody>
      <dsp:txXfrm>
        <a:off x="691009" y="2252831"/>
        <a:ext cx="4436695" cy="450724"/>
      </dsp:txXfrm>
    </dsp:sp>
    <dsp:sp modelId="{53ED29FE-A313-4B74-A0B9-B2DEB82007B3}">
      <dsp:nvSpPr>
        <dsp:cNvPr id="0" name=""/>
        <dsp:cNvSpPr/>
      </dsp:nvSpPr>
      <dsp:spPr>
        <a:xfrm>
          <a:off x="409306" y="2196490"/>
          <a:ext cx="563406" cy="56340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E4E272-A7AE-4ADE-91C3-4EC2BF1A7B3A}">
      <dsp:nvSpPr>
        <dsp:cNvPr id="0" name=""/>
        <dsp:cNvSpPr/>
      </dsp:nvSpPr>
      <dsp:spPr>
        <a:xfrm>
          <a:off x="368033" y="2808018"/>
          <a:ext cx="4759671" cy="69209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7763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600" b="0" kern="1200" dirty="0">
              <a:solidFill>
                <a:schemeClr val="tx1"/>
              </a:solidFill>
            </a:rPr>
            <a:t>El hiperplano en el espacio de características se transforma en una función no lineal en el espacio de entradas</a:t>
          </a:r>
          <a:endParaRPr lang="es-AR" sz="1600" b="0" kern="1200" dirty="0">
            <a:solidFill>
              <a:schemeClr val="tx1"/>
            </a:solidFill>
          </a:endParaRPr>
        </a:p>
      </dsp:txBody>
      <dsp:txXfrm>
        <a:off x="368033" y="2808018"/>
        <a:ext cx="4759671" cy="692092"/>
      </dsp:txXfrm>
    </dsp:sp>
    <dsp:sp modelId="{2DA1BAF6-B69D-4D17-92C4-D03C76CD0534}">
      <dsp:nvSpPr>
        <dsp:cNvPr id="0" name=""/>
        <dsp:cNvSpPr/>
      </dsp:nvSpPr>
      <dsp:spPr>
        <a:xfrm>
          <a:off x="21989" y="2808020"/>
          <a:ext cx="692087" cy="69208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EDC7DF-9853-4742-96F1-9C6FDFF26FC8}">
      <dsp:nvSpPr>
        <dsp:cNvPr id="0" name=""/>
        <dsp:cNvSpPr/>
      </dsp:nvSpPr>
      <dsp:spPr>
        <a:xfrm>
          <a:off x="-4039709" y="-620090"/>
          <a:ext cx="4813960" cy="4813960"/>
        </a:xfrm>
        <a:prstGeom prst="blockArc">
          <a:avLst>
            <a:gd name="adj1" fmla="val 18900000"/>
            <a:gd name="adj2" fmla="val 2700000"/>
            <a:gd name="adj3" fmla="val 449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625225-0855-44C9-A094-2DE5CCFFAE72}">
      <dsp:nvSpPr>
        <dsp:cNvPr id="0" name=""/>
        <dsp:cNvSpPr/>
      </dsp:nvSpPr>
      <dsp:spPr>
        <a:xfrm>
          <a:off x="339238" y="223289"/>
          <a:ext cx="8086757" cy="44686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469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La manera en que el algoritmo de SVM realiza la proyección es mediante el uso de kernels.</a:t>
          </a:r>
          <a:endParaRPr lang="es-AR" sz="1600" b="1" kern="1200" dirty="0">
            <a:solidFill>
              <a:schemeClr val="tx2">
                <a:lumMod val="50000"/>
              </a:schemeClr>
            </a:solidFill>
          </a:endParaRPr>
        </a:p>
      </dsp:txBody>
      <dsp:txXfrm>
        <a:off x="339238" y="223289"/>
        <a:ext cx="8086757" cy="446865"/>
      </dsp:txXfrm>
    </dsp:sp>
    <dsp:sp modelId="{3B33BD22-DB71-485B-8F36-753F8D094C37}">
      <dsp:nvSpPr>
        <dsp:cNvPr id="0" name=""/>
        <dsp:cNvSpPr/>
      </dsp:nvSpPr>
      <dsp:spPr>
        <a:xfrm>
          <a:off x="59948" y="167431"/>
          <a:ext cx="558581" cy="55858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97F93D-0D91-4F91-885E-67E0876B9A9E}">
      <dsp:nvSpPr>
        <dsp:cNvPr id="0" name=""/>
        <dsp:cNvSpPr/>
      </dsp:nvSpPr>
      <dsp:spPr>
        <a:xfrm>
          <a:off x="659449" y="893373"/>
          <a:ext cx="7766546" cy="44686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469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Las funciones de kernel toma dos puntos del espacio original (de entradas), y devuelve el producto punto en el espacio proyectado (espacio de características).</a:t>
          </a:r>
          <a:endParaRPr lang="es-MX" sz="1600" b="1" kern="1200" dirty="0">
            <a:solidFill>
              <a:schemeClr val="tx2">
                <a:lumMod val="50000"/>
              </a:schemeClr>
            </a:solidFill>
            <a:latin typeface="+mj-lt"/>
            <a:cs typeface="Times New Roman" panose="02020603050405020304" pitchFamily="18" charset="0"/>
          </a:endParaRPr>
        </a:p>
      </dsp:txBody>
      <dsp:txXfrm>
        <a:off x="659449" y="893373"/>
        <a:ext cx="7766546" cy="446865"/>
      </dsp:txXfrm>
    </dsp:sp>
    <dsp:sp modelId="{33416E52-1109-426B-9C67-6C5EA9768CAD}">
      <dsp:nvSpPr>
        <dsp:cNvPr id="0" name=""/>
        <dsp:cNvSpPr/>
      </dsp:nvSpPr>
      <dsp:spPr>
        <a:xfrm>
          <a:off x="380158" y="837515"/>
          <a:ext cx="558581" cy="55858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AFF077-BA09-4D95-BF7A-311B56A7F88B}">
      <dsp:nvSpPr>
        <dsp:cNvPr id="0" name=""/>
        <dsp:cNvSpPr/>
      </dsp:nvSpPr>
      <dsp:spPr>
        <a:xfrm>
          <a:off x="757728" y="1563457"/>
          <a:ext cx="7668267" cy="44686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469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Este producto punto es lo que la función de SVM necesita para calcular el costo.</a:t>
          </a:r>
          <a:endParaRPr lang="es-MX" sz="1600" b="1" kern="1200" dirty="0">
            <a:solidFill>
              <a:schemeClr val="tx2">
                <a:lumMod val="50000"/>
              </a:schemeClr>
            </a:solidFill>
            <a:latin typeface="+mj-lt"/>
            <a:cs typeface="Times New Roman" panose="02020603050405020304" pitchFamily="18" charset="0"/>
          </a:endParaRPr>
        </a:p>
      </dsp:txBody>
      <dsp:txXfrm>
        <a:off x="757728" y="1563457"/>
        <a:ext cx="7668267" cy="446865"/>
      </dsp:txXfrm>
    </dsp:sp>
    <dsp:sp modelId="{C18603F5-09C9-4D57-9FCD-F511C09F57BD}">
      <dsp:nvSpPr>
        <dsp:cNvPr id="0" name=""/>
        <dsp:cNvSpPr/>
      </dsp:nvSpPr>
      <dsp:spPr>
        <a:xfrm>
          <a:off x="478437" y="1507599"/>
          <a:ext cx="558581" cy="55858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ED70DC-90BA-487B-9953-62380A3C9D6D}">
      <dsp:nvSpPr>
        <dsp:cNvPr id="0" name=""/>
        <dsp:cNvSpPr/>
      </dsp:nvSpPr>
      <dsp:spPr>
        <a:xfrm>
          <a:off x="659449" y="2233541"/>
          <a:ext cx="7766546" cy="44686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469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En el ejemplo anterior, el </a:t>
          </a:r>
          <a:r>
            <a:rPr lang="es-MX" sz="1600" b="1" kern="1200" dirty="0" err="1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kernel</a:t>
          </a:r>
          <a:r>
            <a:rPr lang="es-MX" sz="1600" b="1" kern="1200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 es: </a:t>
          </a:r>
          <a14:m xmlns:a14="http://schemas.microsoft.com/office/drawing/2010/main">
            <m:oMath xmlns:m="http://schemas.openxmlformats.org/officeDocument/2006/math">
              <m:r>
                <a:rPr lang="es-MX" sz="1600" b="1" i="1" kern="1200" smtClean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m:t>𝑲</m:t>
              </m:r>
              <m:d>
                <m:dPr>
                  <m:ctrlPr>
                    <a:rPr lang="ar-AE" sz="1600" b="1" i="1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</m:ctrlPr>
                </m:dPr>
                <m:e>
                  <m:sSub>
                    <m:sSubPr>
                      <m:ctrlPr>
                        <a:rPr lang="ar-AE" sz="1600" b="1" i="1" kern="12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ar-AE" sz="1600" b="1" i="1" kern="12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e>
                    <m:sub>
                      <m:r>
                        <a:rPr lang="ar-AE" sz="1600" b="1" i="1" kern="12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sub>
                  </m:sSub>
                  <m:r>
                    <a:rPr lang="ar-AE" sz="1600" b="1" i="1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sSubPr>
                      <m:ctrlPr>
                        <a:rPr lang="ar-AE" sz="1600" b="1" i="1" kern="12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ar-AE" sz="1600" b="1" i="1" kern="12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e>
                    <m:sub>
                      <m:r>
                        <a:rPr lang="ar-AE" sz="1600" b="1" i="1" kern="12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sub>
                  </m:sSub>
                </m:e>
              </m:d>
              <m:r>
                <a:rPr lang="ar-AE" sz="1600" b="1" i="1" kern="1200" smtClean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m:t>=</m:t>
              </m:r>
              <m:sSup>
                <m:sSupPr>
                  <m:ctrlPr>
                    <a:rPr lang="ar-AE" sz="1600" b="1" i="1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</m:ctrlPr>
                </m:sSupPr>
                <m:e>
                  <m:d>
                    <m:dPr>
                      <m:begChr m:val="⟨"/>
                      <m:endChr m:val="⟩"/>
                      <m:ctrlPr>
                        <a:rPr lang="ar-AE" sz="1600" b="1" i="1" kern="12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lang="ar-AE" sz="1600" b="1" i="1" kern="120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b="1" i="1" kern="120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ar-AE" sz="1600" b="1" i="1" kern="120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ar-AE" sz="1600" b="1" i="1" kern="12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sz="1600" b="1" i="1" kern="120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b="1" i="1" kern="120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ar-AE" sz="1600" b="1" i="1" kern="120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</m:e>
                  </m:d>
                </m:e>
                <m:sup>
                  <m:r>
                    <a:rPr lang="ar-AE" sz="1600" b="1" i="1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𝟐</m:t>
                  </m:r>
                </m:sup>
              </m:sSup>
            </m:oMath>
          </a14:m>
          <a:endParaRPr lang="es-MX" sz="1600" b="1" kern="1200" dirty="0">
            <a:solidFill>
              <a:schemeClr val="tx2">
                <a:lumMod val="50000"/>
              </a:schemeClr>
            </a:solidFill>
            <a:latin typeface="+mj-lt"/>
            <a:cs typeface="Times New Roman" panose="02020603050405020304" pitchFamily="18" charset="0"/>
          </a:endParaRPr>
        </a:p>
      </dsp:txBody>
      <dsp:txXfrm>
        <a:off x="659449" y="2233541"/>
        <a:ext cx="7766546" cy="446865"/>
      </dsp:txXfrm>
    </dsp:sp>
    <dsp:sp modelId="{17D2DED1-7A77-4B4A-96FD-3EA887F081E0}">
      <dsp:nvSpPr>
        <dsp:cNvPr id="0" name=""/>
        <dsp:cNvSpPr/>
      </dsp:nvSpPr>
      <dsp:spPr>
        <a:xfrm>
          <a:off x="380158" y="2177682"/>
          <a:ext cx="558581" cy="55858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EAAE95-0E7B-4056-A91E-4A2D31D797D0}">
      <dsp:nvSpPr>
        <dsp:cNvPr id="0" name=""/>
        <dsp:cNvSpPr/>
      </dsp:nvSpPr>
      <dsp:spPr>
        <a:xfrm>
          <a:off x="339238" y="2903624"/>
          <a:ext cx="8086757" cy="44686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4699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>
              <a:solidFill>
                <a:schemeClr val="tx2">
                  <a:lumMod val="50000"/>
                </a:schemeClr>
              </a:solidFill>
              <a:latin typeface="+mj-lt"/>
              <a:cs typeface="Times New Roman" panose="02020603050405020304" pitchFamily="18" charset="0"/>
            </a:rPr>
            <a:t>El proceso iterativo del SVM determina la dimensionalidad del espacio de características, pudiendo ser mucho mayor que el de entradas</a:t>
          </a:r>
        </a:p>
      </dsp:txBody>
      <dsp:txXfrm>
        <a:off x="339238" y="2903624"/>
        <a:ext cx="8086757" cy="446865"/>
      </dsp:txXfrm>
    </dsp:sp>
    <dsp:sp modelId="{AB7E2496-A8C5-4F41-A112-B4A9C38BFD11}">
      <dsp:nvSpPr>
        <dsp:cNvPr id="0" name=""/>
        <dsp:cNvSpPr/>
      </dsp:nvSpPr>
      <dsp:spPr>
        <a:xfrm>
          <a:off x="59948" y="2847766"/>
          <a:ext cx="558581" cy="55858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4470A2-5DF6-4055-A806-1D0D72F2DA2B}">
      <dsp:nvSpPr>
        <dsp:cNvPr id="0" name=""/>
        <dsp:cNvSpPr/>
      </dsp:nvSpPr>
      <dsp:spPr>
        <a:xfrm rot="10800000">
          <a:off x="786377" y="207"/>
          <a:ext cx="5088229" cy="646112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918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800"/>
            <a:buFont typeface="Arial" panose="020B0604020202020204" pitchFamily="34" charset="0"/>
            <a:buNone/>
          </a:pPr>
          <a:r>
            <a:rPr lang="es-MX" sz="1800" b="1" kern="1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Polinomial</a:t>
          </a:r>
          <a:r>
            <a:rPr lang="es-MX" sz="1800" kern="1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14:m xmlns:a14="http://schemas.microsoft.com/office/drawing/2010/main">
            <m:oMath xmlns:m="http://schemas.openxmlformats.org/officeDocument/2006/math">
              <m:r>
                <a:rPr lang="es-MX" sz="1800" b="0" i="1" kern="1200" smtClean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m:t>𝐾</m:t>
              </m:r>
              <m:d>
                <m:dPr>
                  <m:ctrlPr>
                    <a:rPr lang="ar-AE" sz="1800" b="0" i="1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ar-AE" sz="1800" b="0" i="1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𝑥</m:t>
                  </m:r>
                  <m:r>
                    <a:rPr lang="ar-AE" sz="1800" b="0" i="1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lang="ar-AE" sz="1800" b="0" i="1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𝑧</m:t>
                  </m:r>
                </m:e>
              </m:d>
              <m:r>
                <a:rPr lang="ar-AE" sz="1800" b="0" i="1" kern="1200" smtClean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m:t>=</m:t>
              </m:r>
              <m:sSup>
                <m:sSupPr>
                  <m:ctrlPr>
                    <a:rPr lang="ar-AE" sz="1800" b="0" i="1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</m:ctrlPr>
                </m:sSupPr>
                <m:e>
                  <m:d>
                    <m:dPr>
                      <m:ctrlPr>
                        <a:rPr lang="ar-AE" sz="1800" b="0" i="1" kern="12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d>
                        <m:dPr>
                          <m:begChr m:val="⟨"/>
                          <m:endChr m:val="⟩"/>
                          <m:ctrlPr>
                            <a:rPr lang="ar-AE" sz="1800" b="0" i="1" kern="120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b="0" i="1" kern="120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1800" b="0" i="1" kern="120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1800" b="0" i="1" kern="120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1800" b="0" i="1" kern="12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1800" b="0" i="1" kern="12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e>
                  </m:d>
                </m:e>
                <m:sup>
                  <m:r>
                    <a:rPr lang="ar-AE" sz="1800" b="0" i="1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𝑑</m:t>
                  </m:r>
                </m:sup>
              </m:sSup>
            </m:oMath>
          </a14:m>
          <a:endParaRPr lang="es-AR" sz="1800" kern="1200" dirty="0">
            <a:solidFill>
              <a:schemeClr val="tx2">
                <a:lumMod val="50000"/>
              </a:schemeClr>
            </a:solidFill>
          </a:endParaRPr>
        </a:p>
      </dsp:txBody>
      <dsp:txXfrm rot="10800000">
        <a:off x="947905" y="207"/>
        <a:ext cx="4926701" cy="646112"/>
      </dsp:txXfrm>
    </dsp:sp>
    <dsp:sp modelId="{B2BAC680-4758-41AF-B020-F9E962377396}">
      <dsp:nvSpPr>
        <dsp:cNvPr id="0" name=""/>
        <dsp:cNvSpPr/>
      </dsp:nvSpPr>
      <dsp:spPr>
        <a:xfrm>
          <a:off x="792658" y="207"/>
          <a:ext cx="646112" cy="646112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l="-1000" r="-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7F8744-9695-4B24-8E1B-BA2029633491}">
      <dsp:nvSpPr>
        <dsp:cNvPr id="0" name=""/>
        <dsp:cNvSpPr/>
      </dsp:nvSpPr>
      <dsp:spPr>
        <a:xfrm rot="10800000">
          <a:off x="786377" y="810418"/>
          <a:ext cx="5088229" cy="646112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918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Radial Basis Functions (RBF)</a:t>
          </a:r>
          <a:r>
            <a:rPr lang="es-MX" sz="1800" kern="1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br>
            <a:rPr lang="es-MX" sz="1800" kern="1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</a:br>
          <a14:m xmlns:a14="http://schemas.microsoft.com/office/drawing/2010/main">
            <m:oMath xmlns:m="http://schemas.openxmlformats.org/officeDocument/2006/math">
              <m:r>
                <a:rPr lang="es-MX" sz="1800" b="0" i="1" kern="1200" smtClean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m:t>𝐾</m:t>
              </m:r>
              <m:d>
                <m:dPr>
                  <m:ctrlPr>
                    <a:rPr lang="ar-AE" sz="1800" b="0" i="1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ar-AE" sz="1800" b="0" i="1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𝑥</m:t>
                  </m:r>
                  <m:r>
                    <a:rPr lang="ar-AE" sz="1800" b="0" i="1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lang="ar-AE" sz="1800" b="0" i="1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𝑧</m:t>
                  </m:r>
                </m:e>
              </m:d>
              <m:r>
                <a:rPr lang="ar-AE" sz="1800" b="0" i="1" kern="1200" smtClean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m:t>=</m:t>
              </m:r>
              <m:func>
                <m:funcPr>
                  <m:ctrlPr>
                    <a:rPr lang="ar-AE" sz="1800" b="0" i="1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</m:ctrlPr>
                </m:funcPr>
                <m:fName>
                  <m:r>
                    <m:rPr>
                      <m:sty m:val="p"/>
                    </m:rPr>
                    <a:rPr lang="es-MX" sz="1800" b="0" i="0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exp</m:t>
                  </m:r>
                </m:fName>
                <m:e>
                  <m:d>
                    <m:dPr>
                      <m:ctrlPr>
                        <a:rPr lang="ar-AE" sz="1800" b="0" i="1" kern="12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f>
                        <m:fPr>
                          <m:ctrlPr>
                            <a:rPr lang="ar-AE" sz="1800" b="0" i="1" kern="120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800" i="1" kern="120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ar-AE" sz="1800" i="1" kern="12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ar-AE" sz="1800" i="1" kern="12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800" i="1" kern="12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ar-AE" sz="1800" i="1" kern="12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1800" i="1" kern="120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 sz="1800" i="1" kern="12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ar-AE" sz="1800" b="0" i="1" kern="120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ar-AE" sz="1800" b="0" i="1" kern="120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800" b="0" i="1" kern="120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1800" b="0" i="1" kern="120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e>
                  </m:d>
                </m:e>
              </m:func>
            </m:oMath>
          </a14:m>
          <a:r>
            <a:rPr lang="ar-AE" sz="1800" kern="1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ar-AE" sz="1800" kern="1200" dirty="0">
            <a:solidFill>
              <a:schemeClr val="tx2">
                <a:lumMod val="50000"/>
              </a:schemeClr>
            </a:solidFill>
            <a:latin typeface="Times New Roman" panose="02020603050405020304" pitchFamily="18" charset="0"/>
            <a:ea typeface="Arial"/>
            <a:cs typeface="Times New Roman" panose="02020603050405020304" pitchFamily="18" charset="0"/>
            <a:sym typeface="Arial"/>
          </a:endParaRPr>
        </a:p>
      </dsp:txBody>
      <dsp:txXfrm rot="10800000">
        <a:off x="947905" y="810418"/>
        <a:ext cx="4926701" cy="646112"/>
      </dsp:txXfrm>
    </dsp:sp>
    <dsp:sp modelId="{79A8A852-89E7-4740-B105-E4772F5B3AA1}">
      <dsp:nvSpPr>
        <dsp:cNvPr id="0" name=""/>
        <dsp:cNvSpPr/>
      </dsp:nvSpPr>
      <dsp:spPr>
        <a:xfrm>
          <a:off x="792658" y="810418"/>
          <a:ext cx="646112" cy="646112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 l="-5000" r="-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A6B8B0-207F-4D2E-A3B4-FD9333A28C81}">
      <dsp:nvSpPr>
        <dsp:cNvPr id="0" name=""/>
        <dsp:cNvSpPr/>
      </dsp:nvSpPr>
      <dsp:spPr>
        <a:xfrm rot="10800000">
          <a:off x="786377" y="1620630"/>
          <a:ext cx="5088229" cy="646112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918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Sigmoid</a:t>
          </a:r>
          <a:r>
            <a:rPr lang="es-MX" sz="1800" kern="1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14:m xmlns:a14="http://schemas.microsoft.com/office/drawing/2010/main">
            <m:oMath xmlns:m="http://schemas.openxmlformats.org/officeDocument/2006/math">
              <m:r>
                <a:rPr lang="es-MX" sz="1800" b="0" i="1" kern="1200" smtClean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m:t>𝐾</m:t>
              </m:r>
              <m:d>
                <m:dPr>
                  <m:ctrlPr>
                    <a:rPr lang="ar-AE" sz="1800" b="0" i="1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ar-AE" sz="1800" b="0" i="1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𝑥</m:t>
                  </m:r>
                  <m:r>
                    <a:rPr lang="ar-AE" sz="1800" b="0" i="1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lang="ar-AE" sz="1800" b="0" i="1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𝑧</m:t>
                  </m:r>
                </m:e>
              </m:d>
              <m:r>
                <a:rPr lang="ar-AE" sz="1800" b="0" i="1" kern="1200" smtClean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rPr>
                <m:t>=</m:t>
              </m:r>
              <m:func>
                <m:funcPr>
                  <m:ctrlPr>
                    <a:rPr lang="ar-AE" sz="1800" b="0" i="1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</m:ctrlPr>
                </m:funcPr>
                <m:fName>
                  <m:r>
                    <m:rPr>
                      <m:sty m:val="p"/>
                    </m:rPr>
                    <a:rPr lang="es-MX" sz="1800" b="0" i="0" kern="1200" smtClean="0">
                      <a:solidFill>
                        <a:schemeClr val="tx2">
                          <a:lumMod val="50000"/>
                        </a:schemeClr>
                      </a:solidFill>
                      <a:latin typeface="Cambria Math" panose="02040503050406030204" pitchFamily="18" charset="0"/>
                    </a:rPr>
                    <m:t>tanh</m:t>
                  </m:r>
                </m:fName>
                <m:e>
                  <m:d>
                    <m:dPr>
                      <m:ctrlPr>
                        <a:rPr lang="ar-AE" sz="1800" b="0" i="1" kern="12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ar-AE" sz="1800" b="0" i="1" kern="12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sz="1800" b="0" i="1" kern="12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⟨"/>
                          <m:endChr m:val="⟩"/>
                          <m:ctrlPr>
                            <a:rPr lang="ar-AE" sz="1800" b="0" i="1" kern="120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b="0" i="1" kern="120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1800" b="0" i="1" kern="120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1800" b="0" i="1" kern="120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1800" b="0" i="1" kern="12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1800" b="0" i="1" kern="1200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e>
                  </m:d>
                </m:e>
              </m:func>
            </m:oMath>
          </a14:m>
          <a:endParaRPr lang="es-AR" sz="1800" kern="1200" dirty="0">
            <a:solidFill>
              <a:schemeClr val="tx2">
                <a:lumMod val="50000"/>
              </a:schemeClr>
            </a:solidFill>
          </a:endParaRPr>
        </a:p>
      </dsp:txBody>
      <dsp:txXfrm rot="10800000">
        <a:off x="947905" y="1620630"/>
        <a:ext cx="4926701" cy="646112"/>
      </dsp:txXfrm>
    </dsp:sp>
    <dsp:sp modelId="{FB97C2C8-7EF3-4BDA-89BF-C2FBAD789495}">
      <dsp:nvSpPr>
        <dsp:cNvPr id="0" name=""/>
        <dsp:cNvSpPr/>
      </dsp:nvSpPr>
      <dsp:spPr>
        <a:xfrm>
          <a:off x="792658" y="1620630"/>
          <a:ext cx="646112" cy="646112"/>
        </a:xfrm>
        <a:prstGeom prst="ellipse">
          <a:avLst/>
        </a:prstGeom>
        <a:blipFill rotWithShape="1">
          <a:blip xmlns:r="http://schemas.openxmlformats.org/officeDocument/2006/relationships" r:embed="rId3"/>
          <a:srcRect/>
          <a:stretch>
            <a:fillRect l="-51000" r="-5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C68BDB-CD79-4C76-851D-754CF78DA204}">
      <dsp:nvSpPr>
        <dsp:cNvPr id="0" name=""/>
        <dsp:cNvSpPr/>
      </dsp:nvSpPr>
      <dsp:spPr>
        <a:xfrm>
          <a:off x="637958" y="518548"/>
          <a:ext cx="2112429" cy="1561077"/>
        </a:xfrm>
        <a:prstGeom prst="rect">
          <a:avLst/>
        </a:prstGeom>
        <a:blipFill dpi="0" rotWithShape="1"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 t="8949" b="8949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6AFFFB6-93F0-44FC-BD47-01413FF00294}">
      <dsp:nvSpPr>
        <dsp:cNvPr id="0" name=""/>
        <dsp:cNvSpPr/>
      </dsp:nvSpPr>
      <dsp:spPr>
        <a:xfrm>
          <a:off x="846230" y="2052741"/>
          <a:ext cx="1820285" cy="43744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es-AR" sz="1300" b="1" kern="1200">
              <a:solidFill>
                <a:schemeClr val="tx2">
                  <a:lumMod val="50000"/>
                </a:schemeClr>
              </a:solidFill>
            </a:rPr>
            <a:t>Perceptrón simple</a:t>
          </a:r>
          <a:endParaRPr lang="es-AR" sz="1300" b="1" kern="1200" dirty="0">
            <a:solidFill>
              <a:schemeClr val="tx2">
                <a:lumMod val="50000"/>
              </a:schemeClr>
            </a:solidFill>
          </a:endParaRPr>
        </a:p>
      </dsp:txBody>
      <dsp:txXfrm>
        <a:off x="846230" y="2052741"/>
        <a:ext cx="1820285" cy="437444"/>
      </dsp:txXfrm>
    </dsp:sp>
    <dsp:sp modelId="{2D952D5D-5EBC-4F8A-8AA3-1CDAEAB0553C}">
      <dsp:nvSpPr>
        <dsp:cNvPr id="0" name=""/>
        <dsp:cNvSpPr/>
      </dsp:nvSpPr>
      <dsp:spPr>
        <a:xfrm>
          <a:off x="3339597" y="498035"/>
          <a:ext cx="2112429" cy="1561077"/>
        </a:xfrm>
        <a:prstGeom prst="rect">
          <a:avLst/>
        </a:prstGeom>
        <a:blipFill dpi="0" rotWithShape="1"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 t="8496" b="8496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4F83D2D-7B38-4F78-9D4C-190B8D820F89}">
      <dsp:nvSpPr>
        <dsp:cNvPr id="0" name=""/>
        <dsp:cNvSpPr/>
      </dsp:nvSpPr>
      <dsp:spPr>
        <a:xfrm>
          <a:off x="3445333" y="2052741"/>
          <a:ext cx="1820285" cy="43744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es-AR" sz="1300" b="1" kern="1200">
              <a:solidFill>
                <a:schemeClr val="tx2">
                  <a:lumMod val="50000"/>
                </a:schemeClr>
              </a:solidFill>
            </a:rPr>
            <a:t>Perceptrón Multicapa</a:t>
          </a:r>
          <a:endParaRPr lang="es-AR" sz="1300" b="1" kern="1200" dirty="0">
            <a:solidFill>
              <a:schemeClr val="tx2">
                <a:lumMod val="50000"/>
              </a:schemeClr>
            </a:solidFill>
          </a:endParaRPr>
        </a:p>
      </dsp:txBody>
      <dsp:txXfrm>
        <a:off x="3445333" y="2052741"/>
        <a:ext cx="1820285" cy="437444"/>
      </dsp:txXfrm>
    </dsp:sp>
    <dsp:sp modelId="{34BBCD48-7D6A-44B5-8992-D94CB41A812B}">
      <dsp:nvSpPr>
        <dsp:cNvPr id="0" name=""/>
        <dsp:cNvSpPr/>
      </dsp:nvSpPr>
      <dsp:spPr>
        <a:xfrm>
          <a:off x="5884030" y="162923"/>
          <a:ext cx="2261546" cy="1671274"/>
        </a:xfrm>
        <a:prstGeom prst="rect">
          <a:avLst/>
        </a:prstGeom>
        <a:blipFill dpi="0" rotWithShape="1">
          <a:blip xmlns:r="http://schemas.openxmlformats.org/officeDocument/2006/relationships"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 t="17724" b="17724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3C4D4D1-6165-419D-B5F4-3FC2F7B146B7}">
      <dsp:nvSpPr>
        <dsp:cNvPr id="0" name=""/>
        <dsp:cNvSpPr/>
      </dsp:nvSpPr>
      <dsp:spPr>
        <a:xfrm>
          <a:off x="6242044" y="1571227"/>
          <a:ext cx="1820285" cy="43744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es-AR" sz="1300" b="1" kern="1200">
              <a:solidFill>
                <a:schemeClr val="tx2">
                  <a:lumMod val="50000"/>
                </a:schemeClr>
              </a:solidFill>
            </a:rPr>
            <a:t>Red Convolucional</a:t>
          </a:r>
          <a:endParaRPr lang="es-AR" sz="1300" b="1" kern="1200" dirty="0">
            <a:solidFill>
              <a:schemeClr val="tx2">
                <a:lumMod val="50000"/>
              </a:schemeClr>
            </a:solidFill>
          </a:endParaRPr>
        </a:p>
      </dsp:txBody>
      <dsp:txXfrm>
        <a:off x="6242044" y="1571227"/>
        <a:ext cx="1820285" cy="437444"/>
      </dsp:txXfrm>
    </dsp:sp>
    <dsp:sp modelId="{35D60314-853B-422A-B616-CD7077040A2B}">
      <dsp:nvSpPr>
        <dsp:cNvPr id="0" name=""/>
        <dsp:cNvSpPr/>
      </dsp:nvSpPr>
      <dsp:spPr>
        <a:xfrm>
          <a:off x="1660712" y="2062524"/>
          <a:ext cx="2704565" cy="1998663"/>
        </a:xfrm>
        <a:prstGeom prst="rect">
          <a:avLst/>
        </a:prstGeom>
        <a:blipFill dpi="0" rotWithShape="1">
          <a:blip xmlns:r="http://schemas.openxmlformats.org/officeDocument/2006/relationships"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 t="29017" b="29017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4F11A14-9E7B-4AC9-A16D-7844598E490F}">
      <dsp:nvSpPr>
        <dsp:cNvPr id="0" name=""/>
        <dsp:cNvSpPr/>
      </dsp:nvSpPr>
      <dsp:spPr>
        <a:xfrm>
          <a:off x="2383760" y="3559342"/>
          <a:ext cx="1820285" cy="43744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es-AR" sz="1300" b="1" kern="1200">
              <a:solidFill>
                <a:schemeClr val="tx2">
                  <a:lumMod val="50000"/>
                </a:schemeClr>
              </a:solidFill>
            </a:rPr>
            <a:t>Red Neuronal Recurrente</a:t>
          </a:r>
          <a:endParaRPr lang="es-AR" sz="1300" b="1" kern="1200" dirty="0">
            <a:solidFill>
              <a:schemeClr val="tx2">
                <a:lumMod val="50000"/>
              </a:schemeClr>
            </a:solidFill>
          </a:endParaRPr>
        </a:p>
      </dsp:txBody>
      <dsp:txXfrm>
        <a:off x="2383760" y="3559342"/>
        <a:ext cx="1820285" cy="437444"/>
      </dsp:txXfrm>
    </dsp:sp>
    <dsp:sp modelId="{EB87DAE4-13D7-416F-9785-A466615E7C98}">
      <dsp:nvSpPr>
        <dsp:cNvPr id="0" name=""/>
        <dsp:cNvSpPr/>
      </dsp:nvSpPr>
      <dsp:spPr>
        <a:xfrm>
          <a:off x="5742360" y="2053757"/>
          <a:ext cx="2112429" cy="1561077"/>
        </a:xfrm>
        <a:prstGeom prst="rect">
          <a:avLst/>
        </a:prstGeom>
        <a:blipFill dpi="0" rotWithShape="1">
          <a:blip xmlns:r="http://schemas.openxmlformats.org/officeDocument/2006/relationships"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 l="12564" r="12564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487DFE0-39F3-4824-AE12-5797AC90AA2E}">
      <dsp:nvSpPr>
        <dsp:cNvPr id="0" name=""/>
        <dsp:cNvSpPr/>
      </dsp:nvSpPr>
      <dsp:spPr>
        <a:xfrm>
          <a:off x="5848107" y="3674131"/>
          <a:ext cx="1820285" cy="43744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es-AR" sz="1300" b="1" kern="1200">
              <a:solidFill>
                <a:schemeClr val="tx2">
                  <a:lumMod val="50000"/>
                </a:schemeClr>
              </a:solidFill>
            </a:rPr>
            <a:t>Red de Base Radial (RBF)</a:t>
          </a:r>
          <a:endParaRPr lang="es-AR" sz="1300" b="1" kern="1200" dirty="0">
            <a:solidFill>
              <a:schemeClr val="tx2">
                <a:lumMod val="50000"/>
              </a:schemeClr>
            </a:solidFill>
          </a:endParaRPr>
        </a:p>
      </dsp:txBody>
      <dsp:txXfrm>
        <a:off x="5848107" y="3674131"/>
        <a:ext cx="1820285" cy="4374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DEF62C-69F0-4063-8901-4345D606FA70}">
      <dsp:nvSpPr>
        <dsp:cNvPr id="0" name=""/>
        <dsp:cNvSpPr/>
      </dsp:nvSpPr>
      <dsp:spPr>
        <a:xfrm>
          <a:off x="1011981" y="137227"/>
          <a:ext cx="1978614" cy="1978614"/>
        </a:xfrm>
        <a:prstGeom prst="pie">
          <a:avLst>
            <a:gd name="adj1" fmla="val 16200000"/>
            <a:gd name="adj2" fmla="val 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Idea</a:t>
          </a:r>
        </a:p>
      </dsp:txBody>
      <dsp:txXfrm>
        <a:off x="2062296" y="547318"/>
        <a:ext cx="730203" cy="541763"/>
      </dsp:txXfrm>
    </dsp:sp>
    <dsp:sp modelId="{6DE38788-DD53-4C22-91F7-6BC9F2A32F79}">
      <dsp:nvSpPr>
        <dsp:cNvPr id="0" name=""/>
        <dsp:cNvSpPr/>
      </dsp:nvSpPr>
      <dsp:spPr>
        <a:xfrm>
          <a:off x="1011981" y="203651"/>
          <a:ext cx="1978614" cy="1978614"/>
        </a:xfrm>
        <a:prstGeom prst="pie">
          <a:avLst>
            <a:gd name="adj1" fmla="val 0"/>
            <a:gd name="adj2" fmla="val 540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Programa-</a:t>
          </a:r>
          <a:r>
            <a:rPr lang="es-AR" sz="12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ción</a:t>
          </a:r>
          <a:endParaRPr lang="es-AR" sz="12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062296" y="1230411"/>
        <a:ext cx="730203" cy="541763"/>
      </dsp:txXfrm>
    </dsp:sp>
    <dsp:sp modelId="{45D89779-B52D-439B-85AB-44F441B290B4}">
      <dsp:nvSpPr>
        <dsp:cNvPr id="0" name=""/>
        <dsp:cNvSpPr/>
      </dsp:nvSpPr>
      <dsp:spPr>
        <a:xfrm>
          <a:off x="945557" y="203651"/>
          <a:ext cx="1978614" cy="1978614"/>
        </a:xfrm>
        <a:prstGeom prst="pie">
          <a:avLst>
            <a:gd name="adj1" fmla="val 5400000"/>
            <a:gd name="adj2" fmla="val 1080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Prueba</a:t>
          </a:r>
        </a:p>
      </dsp:txBody>
      <dsp:txXfrm>
        <a:off x="1143654" y="1230411"/>
        <a:ext cx="730203" cy="541763"/>
      </dsp:txXfrm>
    </dsp:sp>
    <dsp:sp modelId="{AD401E60-8870-4E33-8A8F-E089D0D0AE0D}">
      <dsp:nvSpPr>
        <dsp:cNvPr id="0" name=""/>
        <dsp:cNvSpPr/>
      </dsp:nvSpPr>
      <dsp:spPr>
        <a:xfrm>
          <a:off x="945557" y="137227"/>
          <a:ext cx="1978614" cy="1978614"/>
        </a:xfrm>
        <a:prstGeom prst="pie">
          <a:avLst>
            <a:gd name="adj1" fmla="val 10800000"/>
            <a:gd name="adj2" fmla="val 1620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Rediseño</a:t>
          </a:r>
        </a:p>
      </dsp:txBody>
      <dsp:txXfrm>
        <a:off x="1143654" y="547318"/>
        <a:ext cx="730203" cy="541763"/>
      </dsp:txXfrm>
    </dsp:sp>
    <dsp:sp modelId="{B21DFCCC-227A-4F57-9516-B413362B5B22}">
      <dsp:nvSpPr>
        <dsp:cNvPr id="0" name=""/>
        <dsp:cNvSpPr/>
      </dsp:nvSpPr>
      <dsp:spPr>
        <a:xfrm>
          <a:off x="889496" y="14741"/>
          <a:ext cx="2223586" cy="2223586"/>
        </a:xfrm>
        <a:prstGeom prst="circularArrow">
          <a:avLst>
            <a:gd name="adj1" fmla="val 5085"/>
            <a:gd name="adj2" fmla="val 327528"/>
            <a:gd name="adj3" fmla="val 21272472"/>
            <a:gd name="adj4" fmla="val 16200000"/>
            <a:gd name="adj5" fmla="val 5932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BAF1465-B55D-4448-A045-813D250A2F3B}">
      <dsp:nvSpPr>
        <dsp:cNvPr id="0" name=""/>
        <dsp:cNvSpPr/>
      </dsp:nvSpPr>
      <dsp:spPr>
        <a:xfrm>
          <a:off x="889496" y="81166"/>
          <a:ext cx="2223586" cy="2223586"/>
        </a:xfrm>
        <a:prstGeom prst="circularArrow">
          <a:avLst>
            <a:gd name="adj1" fmla="val 5085"/>
            <a:gd name="adj2" fmla="val 327528"/>
            <a:gd name="adj3" fmla="val 5072472"/>
            <a:gd name="adj4" fmla="val 0"/>
            <a:gd name="adj5" fmla="val 5932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82419AD-D8ED-4AFE-88B1-0023D640BF20}">
      <dsp:nvSpPr>
        <dsp:cNvPr id="0" name=""/>
        <dsp:cNvSpPr/>
      </dsp:nvSpPr>
      <dsp:spPr>
        <a:xfrm>
          <a:off x="823071" y="81166"/>
          <a:ext cx="2223586" cy="2223586"/>
        </a:xfrm>
        <a:prstGeom prst="circularArrow">
          <a:avLst>
            <a:gd name="adj1" fmla="val 5085"/>
            <a:gd name="adj2" fmla="val 327528"/>
            <a:gd name="adj3" fmla="val 10472472"/>
            <a:gd name="adj4" fmla="val 5400000"/>
            <a:gd name="adj5" fmla="val 5932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F474F2D-CB6F-4350-A63A-2744EF7D2787}">
      <dsp:nvSpPr>
        <dsp:cNvPr id="0" name=""/>
        <dsp:cNvSpPr/>
      </dsp:nvSpPr>
      <dsp:spPr>
        <a:xfrm>
          <a:off x="823071" y="14741"/>
          <a:ext cx="2223586" cy="2223586"/>
        </a:xfrm>
        <a:prstGeom prst="circularArrow">
          <a:avLst>
            <a:gd name="adj1" fmla="val 5085"/>
            <a:gd name="adj2" fmla="val 327528"/>
            <a:gd name="adj3" fmla="val 15872472"/>
            <a:gd name="adj4" fmla="val 10800000"/>
            <a:gd name="adj5" fmla="val 5932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B0A7C6-3085-4C72-8F54-99025EDFC999}">
      <dsp:nvSpPr>
        <dsp:cNvPr id="0" name=""/>
        <dsp:cNvSpPr/>
      </dsp:nvSpPr>
      <dsp:spPr>
        <a:xfrm>
          <a:off x="-3712106" y="-570285"/>
          <a:ext cx="4424791" cy="4424791"/>
        </a:xfrm>
        <a:prstGeom prst="blockArc">
          <a:avLst>
            <a:gd name="adj1" fmla="val 18900000"/>
            <a:gd name="adj2" fmla="val 2700000"/>
            <a:gd name="adj3" fmla="val 488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4E5972-78EB-4719-9F1D-71547D757652}">
      <dsp:nvSpPr>
        <dsp:cNvPr id="0" name=""/>
        <dsp:cNvSpPr/>
      </dsp:nvSpPr>
      <dsp:spPr>
        <a:xfrm>
          <a:off x="312481" y="152399"/>
          <a:ext cx="8255247" cy="51625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96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" sz="2000" kern="1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Es un clasificador basado en el teorema de Bayes, con una asunción “</a:t>
          </a:r>
          <a:r>
            <a:rPr lang="en" sz="2000" i="1" kern="1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inocente</a:t>
          </a:r>
          <a:r>
            <a:rPr lang="en" sz="2000" kern="1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” sobre los datos.</a:t>
          </a:r>
          <a:endParaRPr lang="es-AR" sz="2000" kern="1200" dirty="0">
            <a:solidFill>
              <a:schemeClr val="tx2">
                <a:lumMod val="50000"/>
              </a:schemeClr>
            </a:solidFill>
          </a:endParaRPr>
        </a:p>
      </dsp:txBody>
      <dsp:txXfrm>
        <a:off x="312481" y="152399"/>
        <a:ext cx="8255247" cy="516255"/>
      </dsp:txXfrm>
    </dsp:sp>
    <dsp:sp modelId="{BBC1086B-5711-4BA1-A177-83FCF583E774}">
      <dsp:nvSpPr>
        <dsp:cNvPr id="0" name=""/>
        <dsp:cNvSpPr/>
      </dsp:nvSpPr>
      <dsp:spPr>
        <a:xfrm>
          <a:off x="55820" y="153865"/>
          <a:ext cx="513323" cy="51332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696AC8-E4D8-4097-910D-DB932214D0CE}">
      <dsp:nvSpPr>
        <dsp:cNvPr id="0" name=""/>
        <dsp:cNvSpPr/>
      </dsp:nvSpPr>
      <dsp:spPr>
        <a:xfrm>
          <a:off x="606747" y="773443"/>
          <a:ext cx="7960981" cy="50575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96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Son “</a:t>
          </a:r>
          <a:r>
            <a:rPr lang="es-MX" sz="2000" i="1" kern="1200" dirty="0" err="1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naive</a:t>
          </a:r>
          <a:r>
            <a:rPr lang="es-MX" sz="2000" kern="1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” porque se asume que las variables predictoras son independientes entre sí.</a:t>
          </a:r>
        </a:p>
      </dsp:txBody>
      <dsp:txXfrm>
        <a:off x="606747" y="773443"/>
        <a:ext cx="7960981" cy="505751"/>
      </dsp:txXfrm>
    </dsp:sp>
    <dsp:sp modelId="{BCB24399-859C-453E-BC4F-5B1B6ACA63ED}">
      <dsp:nvSpPr>
        <dsp:cNvPr id="0" name=""/>
        <dsp:cNvSpPr/>
      </dsp:nvSpPr>
      <dsp:spPr>
        <a:xfrm>
          <a:off x="350086" y="769656"/>
          <a:ext cx="513323" cy="51332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E50C04-CE5D-4E0A-9716-5DF7B4B8CC96}">
      <dsp:nvSpPr>
        <dsp:cNvPr id="0" name=""/>
        <dsp:cNvSpPr/>
      </dsp:nvSpPr>
      <dsp:spPr>
        <a:xfrm>
          <a:off x="697063" y="1417319"/>
          <a:ext cx="7870665" cy="44958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96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Es muy sencillo de programar y entender.</a:t>
          </a:r>
          <a:endParaRPr lang="es-MX" sz="2000" kern="1200" dirty="0">
            <a:solidFill>
              <a:schemeClr val="tx2">
                <a:lumMod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97063" y="1417319"/>
        <a:ext cx="7870665" cy="449581"/>
      </dsp:txXfrm>
    </dsp:sp>
    <dsp:sp modelId="{62DDC7AB-8548-4F14-810B-D3FC2A801789}">
      <dsp:nvSpPr>
        <dsp:cNvPr id="0" name=""/>
        <dsp:cNvSpPr/>
      </dsp:nvSpPr>
      <dsp:spPr>
        <a:xfrm>
          <a:off x="440402" y="1385448"/>
          <a:ext cx="513323" cy="51332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158C90-181A-4BDE-9AE3-1BBC75CABBB8}">
      <dsp:nvSpPr>
        <dsp:cNvPr id="0" name=""/>
        <dsp:cNvSpPr/>
      </dsp:nvSpPr>
      <dsp:spPr>
        <a:xfrm>
          <a:off x="606747" y="1999773"/>
          <a:ext cx="7960981" cy="51625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96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Sirve mucho como línea base de comparación, puede tener resultados que sobrepasan a algoritmos mucho más complejos.</a:t>
          </a:r>
        </a:p>
      </dsp:txBody>
      <dsp:txXfrm>
        <a:off x="606747" y="1999773"/>
        <a:ext cx="7960981" cy="516255"/>
      </dsp:txXfrm>
    </dsp:sp>
    <dsp:sp modelId="{C97BBDD5-DA44-48DA-8446-E8A2CA5367A6}">
      <dsp:nvSpPr>
        <dsp:cNvPr id="0" name=""/>
        <dsp:cNvSpPr/>
      </dsp:nvSpPr>
      <dsp:spPr>
        <a:xfrm>
          <a:off x="350086" y="2001239"/>
          <a:ext cx="513323" cy="51332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BBC7D4-E7D9-4B32-A74D-B8F26E384530}">
      <dsp:nvSpPr>
        <dsp:cNvPr id="0" name=""/>
        <dsp:cNvSpPr/>
      </dsp:nvSpPr>
      <dsp:spPr>
        <a:xfrm>
          <a:off x="312481" y="2615564"/>
          <a:ext cx="8255247" cy="51625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596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Es rápido de entrenar y funciona con datos de mucha dimensionalidad (e.g. es muy útil a la hora de clasificar documentos).</a:t>
          </a:r>
          <a:endParaRPr lang="es-MX" sz="2000" kern="1200" dirty="0">
            <a:solidFill>
              <a:schemeClr val="tx2">
                <a:lumMod val="5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2481" y="2615564"/>
        <a:ext cx="8255247" cy="516255"/>
      </dsp:txXfrm>
    </dsp:sp>
    <dsp:sp modelId="{323E5436-8CD9-4CF2-A1EA-41C04F68AEB3}">
      <dsp:nvSpPr>
        <dsp:cNvPr id="0" name=""/>
        <dsp:cNvSpPr/>
      </dsp:nvSpPr>
      <dsp:spPr>
        <a:xfrm>
          <a:off x="55820" y="2617030"/>
          <a:ext cx="513323" cy="51332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985DAC-68E7-4AB5-8FAF-D89AF7E465BA}">
      <dsp:nvSpPr>
        <dsp:cNvPr id="0" name=""/>
        <dsp:cNvSpPr/>
      </dsp:nvSpPr>
      <dsp:spPr>
        <a:xfrm rot="5400000">
          <a:off x="-134324" y="135411"/>
          <a:ext cx="895493" cy="626845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s-AR" sz="1700" kern="1200" dirty="0"/>
        </a:p>
      </dsp:txBody>
      <dsp:txXfrm rot="-5400000">
        <a:off x="1" y="314510"/>
        <a:ext cx="626845" cy="268648"/>
      </dsp:txXfrm>
    </dsp:sp>
    <dsp:sp modelId="{60AE3E8F-0B29-492E-AF51-EE27F0655791}">
      <dsp:nvSpPr>
        <dsp:cNvPr id="0" name=""/>
        <dsp:cNvSpPr/>
      </dsp:nvSpPr>
      <dsp:spPr>
        <a:xfrm rot="5400000">
          <a:off x="3779205" y="-3151273"/>
          <a:ext cx="582071" cy="68867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AR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Convertir el conjunto de datos en tablas de frecuencias.</a:t>
          </a:r>
          <a:endParaRPr lang="es-AR" sz="1700" kern="1200" dirty="0"/>
        </a:p>
      </dsp:txBody>
      <dsp:txXfrm rot="-5400000">
        <a:off x="626845" y="29501"/>
        <a:ext cx="6858377" cy="525243"/>
      </dsp:txXfrm>
    </dsp:sp>
    <dsp:sp modelId="{E426D745-DA68-4283-9474-C37AE4339E93}">
      <dsp:nvSpPr>
        <dsp:cNvPr id="0" name=""/>
        <dsp:cNvSpPr/>
      </dsp:nvSpPr>
      <dsp:spPr>
        <a:xfrm rot="5400000">
          <a:off x="-134324" y="910978"/>
          <a:ext cx="895493" cy="626845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1090077"/>
        <a:ext cx="626845" cy="268648"/>
      </dsp:txXfrm>
    </dsp:sp>
    <dsp:sp modelId="{74903C97-0E03-4239-8C78-F826C8A3F7B9}">
      <dsp:nvSpPr>
        <dsp:cNvPr id="0" name=""/>
        <dsp:cNvSpPr/>
      </dsp:nvSpPr>
      <dsp:spPr>
        <a:xfrm rot="5400000">
          <a:off x="3779205" y="-2375705"/>
          <a:ext cx="582071" cy="68867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Crear una tabla de probabilidad calculando las correspondientes de cada evento.</a:t>
          </a:r>
        </a:p>
      </dsp:txBody>
      <dsp:txXfrm rot="-5400000">
        <a:off x="626845" y="805069"/>
        <a:ext cx="6858377" cy="525243"/>
      </dsp:txXfrm>
    </dsp:sp>
    <dsp:sp modelId="{966E0AAD-AF2C-4967-85B4-DBBA498D0081}">
      <dsp:nvSpPr>
        <dsp:cNvPr id="0" name=""/>
        <dsp:cNvSpPr/>
      </dsp:nvSpPr>
      <dsp:spPr>
        <a:xfrm rot="5400000">
          <a:off x="-134324" y="1686546"/>
          <a:ext cx="895493" cy="626845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800" b="1" kern="1200" dirty="0">
            <a:latin typeface="Times New Roman" panose="02020603050405020304" pitchFamily="18" charset="0"/>
            <a:ea typeface="Spectral"/>
            <a:cs typeface="Times New Roman" panose="02020603050405020304" pitchFamily="18" charset="0"/>
            <a:sym typeface="Spectral"/>
          </a:endParaRPr>
        </a:p>
      </dsp:txBody>
      <dsp:txXfrm rot="-5400000">
        <a:off x="1" y="1865645"/>
        <a:ext cx="626845" cy="268648"/>
      </dsp:txXfrm>
    </dsp:sp>
    <dsp:sp modelId="{3B883A2D-9414-42DD-96B3-C9FB5DEA51C2}">
      <dsp:nvSpPr>
        <dsp:cNvPr id="0" name=""/>
        <dsp:cNvSpPr/>
      </dsp:nvSpPr>
      <dsp:spPr>
        <a:xfrm rot="5400000">
          <a:off x="3779205" y="-1600138"/>
          <a:ext cx="582071" cy="68867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Calcular la probabilidad para cada clase</a:t>
          </a:r>
          <a:br>
            <a:rPr lang="es-AR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14:m xmlns:a14="http://schemas.microsoft.com/office/drawing/2010/main">
            <m:oMath xmlns:m="http://schemas.openxmlformats.org/officeDocument/2006/math">
              <m:f>
                <m:fPr>
                  <m:type m:val="lin"/>
                  <m:ctrlPr>
                    <a:rPr lang="es-US" sz="1700" b="1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fPr>
                <m:num>
                  <m:r>
                    <a:rPr lang="es-AR" sz="1700" b="1" i="1" kern="120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𝑷</m:t>
                  </m:r>
                  <m:d>
                    <m:dPr>
                      <m:ctrlPr>
                        <a:rPr lang="es-US" sz="1700" b="1" i="1" kern="1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dPr>
                    <m:e>
                      <m:r>
                        <a:rPr lang="es-US" sz="1700" b="1" i="1" kern="1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</m:e>
                  </m:d>
                </m:num>
                <m:den>
                  <m:r>
                    <a:rPr lang="es-US" sz="1700" b="1" i="1" kern="120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∀ </m:t>
                  </m:r>
                  <m:r>
                    <a:rPr lang="es-US" sz="1700" b="1" i="1" kern="120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𝒚</m:t>
                  </m:r>
                </m:den>
              </m:f>
              <m:r>
                <a:rPr lang="es-US" sz="1700" b="1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∈</m:t>
              </m:r>
              <m:r>
                <a:rPr lang="es-US" sz="1700" b="1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𝒀</m:t>
              </m:r>
            </m:oMath>
          </a14:m>
          <a:endParaRPr lang="es-AR" sz="1700" b="1" kern="1200" dirty="0">
            <a:latin typeface="Times New Roman" panose="02020603050405020304" pitchFamily="18" charset="0"/>
            <a:ea typeface="Spectral"/>
            <a:cs typeface="Times New Roman" panose="02020603050405020304" pitchFamily="18" charset="0"/>
            <a:sym typeface="Spectral"/>
          </a:endParaRPr>
        </a:p>
      </dsp:txBody>
      <dsp:txXfrm rot="-5400000">
        <a:off x="626845" y="1580636"/>
        <a:ext cx="6858377" cy="525243"/>
      </dsp:txXfrm>
    </dsp:sp>
    <dsp:sp modelId="{A8E293B4-30C2-4A4C-8347-C20E24E2071F}">
      <dsp:nvSpPr>
        <dsp:cNvPr id="0" name=""/>
        <dsp:cNvSpPr/>
      </dsp:nvSpPr>
      <dsp:spPr>
        <a:xfrm rot="5400000">
          <a:off x="-134324" y="2462113"/>
          <a:ext cx="895493" cy="626845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US" sz="18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" y="2641212"/>
        <a:ext cx="626845" cy="268648"/>
      </dsp:txXfrm>
    </dsp:sp>
    <dsp:sp modelId="{0EA64E3B-A046-40FA-A0A4-B8DCE44E7DEC}">
      <dsp:nvSpPr>
        <dsp:cNvPr id="0" name=""/>
        <dsp:cNvSpPr/>
      </dsp:nvSpPr>
      <dsp:spPr>
        <a:xfrm rot="5400000">
          <a:off x="3779205" y="-824570"/>
          <a:ext cx="582071" cy="68867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Calcular la probabilidad condicional de cada atributo dada cada clase:</a:t>
          </a:r>
          <a:br>
            <a:rPr lang="es-AR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14:m xmlns:a14="http://schemas.microsoft.com/office/drawing/2010/main">
            <m:oMath xmlns:m="http://schemas.openxmlformats.org/officeDocument/2006/math">
              <m:f>
                <m:fPr>
                  <m:type m:val="lin"/>
                  <m:ctrlPr>
                    <a:rPr lang="es-US" sz="1700" b="1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fPr>
                <m:num>
                  <m:r>
                    <a:rPr lang="es-US" sz="1700" b="1" i="1" kern="120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𝑷</m:t>
                  </m:r>
                  <m:d>
                    <m:dPr>
                      <m:ctrlPr>
                        <a:rPr lang="es-US" sz="1700" b="1" i="1" kern="1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lang="es-US" sz="1700" b="1" i="1" kern="12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US" sz="1700" b="1" i="1" kern="12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US" sz="1700" b="1" i="1" kern="12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</m:e>
                    <m:e>
                      <m:r>
                        <a:rPr lang="es-US" sz="1700" b="1" i="1" kern="12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</m:e>
                  </m:d>
                </m:num>
                <m:den>
                  <m:r>
                    <a:rPr lang="es-US" sz="1700" b="1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𝟎</m:t>
                  </m:r>
                  <m:r>
                    <a:rPr lang="es-US" sz="1700" b="1" i="1" kern="1200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≤</m:t>
                  </m:r>
                  <m:r>
                    <a:rPr lang="es-US" sz="1700" b="1" i="1" kern="1200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𝒊</m:t>
                  </m:r>
                  <m:r>
                    <a:rPr lang="es-US" sz="1700" b="1" i="1" kern="1200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≤</m:t>
                  </m:r>
                  <m:r>
                    <a:rPr lang="es-US" sz="1700" b="1" i="1" kern="1200" smtClean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𝒏</m:t>
                  </m:r>
                </m:den>
              </m:f>
              <m:r>
                <a:rPr lang="es-US" sz="1700" b="1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, </m:t>
              </m:r>
              <m:r>
                <a:rPr lang="es-US" sz="1700" b="1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∀ </m:t>
              </m:r>
              <m:r>
                <a:rPr lang="es-US" sz="1700" b="1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𝒚</m:t>
              </m:r>
              <m:r>
                <a:rPr lang="es-US" sz="1700" b="1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∈</m:t>
              </m:r>
              <m:r>
                <a:rPr lang="es-US" sz="1700" b="1" i="1" kern="120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𝒀</m:t>
              </m:r>
              <m:r>
                <a:rPr lang="es-US" sz="1700" b="1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 </m:t>
              </m:r>
            </m:oMath>
          </a14:m>
          <a:endParaRPr lang="es-US" sz="17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626845" y="2356204"/>
        <a:ext cx="6858377" cy="525243"/>
      </dsp:txXfrm>
    </dsp:sp>
    <dsp:sp modelId="{F5127098-C293-4E98-B778-909C98AAD8A2}">
      <dsp:nvSpPr>
        <dsp:cNvPr id="0" name=""/>
        <dsp:cNvSpPr/>
      </dsp:nvSpPr>
      <dsp:spPr>
        <a:xfrm rot="5400000">
          <a:off x="-134324" y="3237681"/>
          <a:ext cx="895493" cy="626845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ar-AE" sz="1800" b="1" kern="1200" dirty="0">
            <a:latin typeface="Times New Roman" panose="02020603050405020304" pitchFamily="18" charset="0"/>
            <a:ea typeface="Spectral"/>
            <a:cs typeface="Times New Roman" panose="02020603050405020304" pitchFamily="18" charset="0"/>
            <a:sym typeface="Spectral"/>
          </a:endParaRPr>
        </a:p>
      </dsp:txBody>
      <dsp:txXfrm rot="-5400000">
        <a:off x="1" y="3416780"/>
        <a:ext cx="626845" cy="268648"/>
      </dsp:txXfrm>
    </dsp:sp>
    <dsp:sp modelId="{E6BA438C-F1CA-42A0-8AAA-34953FDD17E5}">
      <dsp:nvSpPr>
        <dsp:cNvPr id="0" name=""/>
        <dsp:cNvSpPr/>
      </dsp:nvSpPr>
      <dsp:spPr>
        <a:xfrm rot="5400000">
          <a:off x="3779205" y="-49003"/>
          <a:ext cx="582071" cy="68867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AR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Calcular la clase de acuerdo a la que maximice la probabilidad (o, en este caso la proporción): </a:t>
          </a:r>
          <a14:m xmlns:a14="http://schemas.microsoft.com/office/drawing/2010/main">
            <m:oMath xmlns:m="http://schemas.openxmlformats.org/officeDocument/2006/math">
              <m:r>
                <a:rPr lang="es-AR" sz="1700" b="1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𝒚</m:t>
              </m:r>
              <m:r>
                <a:rPr lang="es-AR" sz="1700" b="1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=</m:t>
              </m:r>
              <m:sSub>
                <m:sSubPr>
                  <m:ctrlPr>
                    <a:rPr lang="ar-AE" sz="1700" b="1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bPr>
                <m:e>
                  <m:r>
                    <a:rPr lang="ar-AE" sz="1700" b="1" i="1" kern="120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𝒂𝒓𝒈𝒎𝒂𝒙</m:t>
                  </m:r>
                </m:e>
                <m:sub>
                  <m:r>
                    <a:rPr lang="ar-AE" sz="1700" b="1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𝒚</m:t>
                  </m:r>
                </m:sub>
              </m:sSub>
              <m:r>
                <a:rPr lang="ar-AE" sz="1700" b="1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 </m:t>
              </m:r>
              <m:r>
                <a:rPr lang="ar-AE" sz="1700" b="1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𝑷</m:t>
              </m:r>
              <m:d>
                <m:dPr>
                  <m:ctrlPr>
                    <a:rPr lang="ar-AE" sz="1700" b="1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dPr>
                <m:e>
                  <m:r>
                    <a:rPr lang="ar-AE" sz="1700" b="1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𝒚</m:t>
                  </m:r>
                </m:e>
              </m:d>
              <m:r>
                <a:rPr lang="ar-AE" sz="1700" b="1" i="1" kern="120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m:t> </m:t>
              </m:r>
              <m:nary>
                <m:naryPr>
                  <m:chr m:val="∏"/>
                  <m:ctrlPr>
                    <a:rPr lang="ar-AE" sz="1700" b="1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naryPr>
                <m:sub>
                  <m:r>
                    <m:rPr>
                      <m:brk m:alnAt="23"/>
                    </m:rPr>
                    <a:rPr lang="ar-AE" sz="1700" b="1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𝒊</m:t>
                  </m:r>
                  <m:r>
                    <a:rPr lang="ar-AE" sz="1700" b="1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=</m:t>
                  </m:r>
                  <m:r>
                    <a:rPr lang="ar-AE" sz="1700" b="1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𝟏</m:t>
                  </m:r>
                </m:sub>
                <m:sup>
                  <m:r>
                    <a:rPr lang="ar-AE" sz="1700" b="1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𝒏</m:t>
                  </m:r>
                </m:sup>
                <m:e>
                  <m:r>
                    <a:rPr lang="ar-AE" sz="1700" b="1" i="1" kern="1200" smtClean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𝑷</m:t>
                  </m:r>
                  <m:d>
                    <m:dPr>
                      <m:ctrlPr>
                        <a:rPr lang="ar-AE" sz="1700" b="1" i="1" kern="12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lang="ar-AE" sz="1700" b="1" i="1" kern="12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ar-AE" sz="1700" b="1" i="1" kern="12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ar-AE" sz="1700" b="1" i="1" kern="12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</m:e>
                    <m:e>
                      <m:r>
                        <a:rPr lang="ar-AE" sz="1700" b="1" i="1" kern="12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</m:e>
                  </m:d>
                </m:e>
              </m:nary>
            </m:oMath>
          </a14:m>
          <a:endParaRPr lang="ar-AE" sz="1700" b="1" kern="1200" dirty="0">
            <a:latin typeface="Times New Roman" panose="02020603050405020304" pitchFamily="18" charset="0"/>
            <a:ea typeface="Spectral"/>
            <a:cs typeface="Times New Roman" panose="02020603050405020304" pitchFamily="18" charset="0"/>
            <a:sym typeface="Spectral"/>
          </a:endParaRPr>
        </a:p>
      </dsp:txBody>
      <dsp:txXfrm rot="-5400000">
        <a:off x="626845" y="3131771"/>
        <a:ext cx="6858377" cy="52524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53F4CD-4926-48A8-BD22-BB739EC7A991}">
      <dsp:nvSpPr>
        <dsp:cNvPr id="0" name=""/>
        <dsp:cNvSpPr/>
      </dsp:nvSpPr>
      <dsp:spPr>
        <a:xfrm>
          <a:off x="2022771" y="0"/>
          <a:ext cx="1418765" cy="78820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800" b="1" kern="1200" dirty="0">
              <a:solidFill>
                <a:schemeClr val="tx1"/>
              </a:solidFill>
            </a:rPr>
            <a:t>Ventajas</a:t>
          </a:r>
          <a:endParaRPr lang="es-AR" sz="1800" b="1" kern="1200" dirty="0">
            <a:solidFill>
              <a:schemeClr val="tx1"/>
            </a:solidFill>
          </a:endParaRPr>
        </a:p>
      </dsp:txBody>
      <dsp:txXfrm>
        <a:off x="2045857" y="23086"/>
        <a:ext cx="1372593" cy="742031"/>
      </dsp:txXfrm>
    </dsp:sp>
    <dsp:sp modelId="{44F67E9D-CA6D-4E21-B16B-76F5A993E981}">
      <dsp:nvSpPr>
        <dsp:cNvPr id="0" name=""/>
        <dsp:cNvSpPr/>
      </dsp:nvSpPr>
      <dsp:spPr>
        <a:xfrm>
          <a:off x="4072099" y="0"/>
          <a:ext cx="1418765" cy="78820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1800" b="1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Desventajas</a:t>
          </a:r>
          <a:endParaRPr lang="es-AR" sz="18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95185" y="23086"/>
        <a:ext cx="1372593" cy="742031"/>
      </dsp:txXfrm>
    </dsp:sp>
    <dsp:sp modelId="{35E52FCE-E124-49CB-84F0-087D8808F3EA}">
      <dsp:nvSpPr>
        <dsp:cNvPr id="0" name=""/>
        <dsp:cNvSpPr/>
      </dsp:nvSpPr>
      <dsp:spPr>
        <a:xfrm>
          <a:off x="3461242" y="3349862"/>
          <a:ext cx="591152" cy="591152"/>
        </a:xfrm>
        <a:prstGeom prst="triangle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75ED01-1204-4CE0-835F-B27902CE9461}">
      <dsp:nvSpPr>
        <dsp:cNvPr id="0" name=""/>
        <dsp:cNvSpPr/>
      </dsp:nvSpPr>
      <dsp:spPr>
        <a:xfrm>
          <a:off x="1013139" y="3090071"/>
          <a:ext cx="5487358" cy="26420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9F5FAB-86C7-4366-9DC6-C4B679CC0279}">
      <dsp:nvSpPr>
        <dsp:cNvPr id="0" name=""/>
        <dsp:cNvSpPr/>
      </dsp:nvSpPr>
      <dsp:spPr>
        <a:xfrm>
          <a:off x="3833491" y="2411901"/>
          <a:ext cx="2581784" cy="6620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Son pobres estimadores.</a:t>
          </a:r>
        </a:p>
      </dsp:txBody>
      <dsp:txXfrm>
        <a:off x="3865812" y="2444222"/>
        <a:ext cx="2517142" cy="597448"/>
      </dsp:txXfrm>
    </dsp:sp>
    <dsp:sp modelId="{35259783-B8E1-420A-9E22-1887F52E2762}">
      <dsp:nvSpPr>
        <dsp:cNvPr id="0" name=""/>
        <dsp:cNvSpPr/>
      </dsp:nvSpPr>
      <dsp:spPr>
        <a:xfrm>
          <a:off x="3833491" y="1702518"/>
          <a:ext cx="2581784" cy="66209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Problemas con la presunción de independencia</a:t>
          </a:r>
        </a:p>
      </dsp:txBody>
      <dsp:txXfrm>
        <a:off x="3865812" y="1734839"/>
        <a:ext cx="2517142" cy="597448"/>
      </dsp:txXfrm>
    </dsp:sp>
    <dsp:sp modelId="{E6B9D693-5ABD-47C3-AA8B-676C77CE480C}">
      <dsp:nvSpPr>
        <dsp:cNvPr id="0" name=""/>
        <dsp:cNvSpPr/>
      </dsp:nvSpPr>
      <dsp:spPr>
        <a:xfrm>
          <a:off x="3833491" y="993135"/>
          <a:ext cx="2581784" cy="66209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Asigna probabilidad de 0 a características no observadas en el entrenamiento</a:t>
          </a:r>
        </a:p>
      </dsp:txBody>
      <dsp:txXfrm>
        <a:off x="3865812" y="1025456"/>
        <a:ext cx="2517142" cy="597448"/>
      </dsp:txXfrm>
    </dsp:sp>
    <dsp:sp modelId="{64C687F7-BE97-4E07-A45C-F66C97B33B10}">
      <dsp:nvSpPr>
        <dsp:cNvPr id="0" name=""/>
        <dsp:cNvSpPr/>
      </dsp:nvSpPr>
      <dsp:spPr>
        <a:xfrm>
          <a:off x="1014540" y="2389039"/>
          <a:ext cx="2581784" cy="6620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Un manera fácil y rápida para problemas de clasificación binarios y multiclase.</a:t>
          </a:r>
          <a:endParaRPr lang="es-AR" sz="1400" b="1" kern="1200" dirty="0">
            <a:solidFill>
              <a:schemeClr val="tx1"/>
            </a:solidFill>
          </a:endParaRPr>
        </a:p>
      </dsp:txBody>
      <dsp:txXfrm>
        <a:off x="1046861" y="2421360"/>
        <a:ext cx="2517142" cy="597448"/>
      </dsp:txXfrm>
    </dsp:sp>
    <dsp:sp modelId="{7ACAC5C6-23B3-40FA-BF38-F211BE9927E5}">
      <dsp:nvSpPr>
        <dsp:cNvPr id="0" name=""/>
        <dsp:cNvSpPr/>
      </dsp:nvSpPr>
      <dsp:spPr>
        <a:xfrm>
          <a:off x="1014540" y="1679656"/>
          <a:ext cx="2581784" cy="66209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 comporta mejor que otros modelos de clasificación</a:t>
          </a:r>
        </a:p>
      </dsp:txBody>
      <dsp:txXfrm>
        <a:off x="1046861" y="1711977"/>
        <a:ext cx="2517142" cy="597448"/>
      </dsp:txXfrm>
    </dsp:sp>
    <dsp:sp modelId="{D68E5B69-1AF5-42A5-9056-66721E55730F}">
      <dsp:nvSpPr>
        <dsp:cNvPr id="0" name=""/>
        <dsp:cNvSpPr/>
      </dsp:nvSpPr>
      <dsp:spPr>
        <a:xfrm>
          <a:off x="1014540" y="970273"/>
          <a:ext cx="2581784" cy="6620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Es bueno para solucionar problemas de dimensionalidad y rendimiento</a:t>
          </a:r>
        </a:p>
      </dsp:txBody>
      <dsp:txXfrm>
        <a:off x="1046861" y="1002594"/>
        <a:ext cx="2517142" cy="5974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BendingPictureCaption">
  <dgm:title val=""/>
  <dgm:desc val=""/>
  <dgm:catLst>
    <dgm:cat type="picture" pri="6000"/>
    <dgm:cat type="pictureconvert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7" srcId="0" destId="1" srcOrd="0" destOrd="0"/>
        <dgm:cxn modelId="8" srcId="0" destId="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diagram">
    <dgm:varLst>
      <dgm:dir/>
    </dgm:varLst>
    <dgm:choose name="Name0">
      <dgm:if name="Name1" func="var" arg="dir" op="equ" val="norm">
        <dgm:alg type="snake">
          <dgm:param type="off" val="ctr"/>
        </dgm:alg>
      </dgm:if>
      <dgm:else name="Name2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.19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if>
          <dgm:else name="Name5">
            <dgm:constrLst>
              <dgm:constr type="l" for="ch" forName="Image" refType="w" fact="0.06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else>
        </dgm:choose>
        <dgm:layoutNode name="Image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node0">
          <dgm:varLst>
            <dgm:bulletEnabled val="1"/>
          </dgm:varLst>
          <dgm:alg type="tx">
            <dgm:param type="txAnchorVertCh" val="mid"/>
            <dgm:param type="shpTxRTLAlignCh" val="r"/>
            <dgm:param type="lnSpAfParP" val="5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albon.com/machine_learning/support_vector_machines/svc_parameters_using_rbf_kernel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deeplearning.stanford.edu/tutorial/supervised/SoftmaxRegression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ilip990/spam-ham-detection-using-naive-bayes-classifier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2604522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2604522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9e3ad8761_0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9e3ad8761_0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c68f6eefd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c68f6eefd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5c7f72db6e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5c7f72db6e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5c7f72db6e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5c7f72db6e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5c7f72db6e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5c7f72db6e_0_3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5c7f72db6e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5c7f72db6e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5c7f72db6e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5c7f72db6e_0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5c7f72db6e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5c7f72db6e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5c7f72db6e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5c7f72db6e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Ejemplos de selección de parámetros para RBF y regularización: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https://chrisalbon.com/machine_learning/support_vector_machines/svc_parameters_using_rbf_kernel/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5c7f72db6e_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5c7f72db6e_0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5c7f72db6e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5c7f72db6e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5ee3c32d2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5ee3c32d2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709248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ee3c32d2d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ee3c32d2d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5ee3c32d2d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5ee3c32d2d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5ee943632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5ee943632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5ee9436322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5ee9436322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90bfbe776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90bfbe7763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 puede ver el caso K=2 en "Relationship to Logistic Regression":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http://deeplearning.stanford.edu/tutorial/supervised/SoftmaxRegression/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90bfbe7763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90bfbe7763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5ee943632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5ee9436322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5ee9436322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5ee9436322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5ee9436322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5ee9436322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 post muy bueno sobre el tema: http://scott.fortmann-roe.com/docs/BiasVariance.html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5ee9436322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5ee9436322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5ee9436322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5ee9436322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a6d24eb87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a6d24eb87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5c68f6eefd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5c68f6eefd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5b94ff5b2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5b94ff5b2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5c68f6eefd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5c68f6eefd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5c68f6eefd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5c68f6eefd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5c68f6eefd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5c68f6eefd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5c68f6eefd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5c68f6eefd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5c68f6eefd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5c68f6eefd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5c68f6eefd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5c68f6eefd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si tenemos tiempo: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https://www.kaggle.com/dilip990/spam-ham-detection-using-naive-bayes-classifier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8d21b0aa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8d21b0aaf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https://www.research.ed.ac.uk/portal/files/10482724/crftut_fnt.pdf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8a670ec7b1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8a670ec7b1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5c7f72db6e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5c7f72db6e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1BFDD2-BDC3-09C1-2EB4-F197F1EEC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273D7C-531D-C4F8-1A95-3DC7A2411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12E7BE-8910-1CD0-60DB-80FE06C54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344E2B-5D0E-65C9-1504-C8AB2483C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01EA44-51C8-A927-E079-78AC99C00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  <p:pic>
        <p:nvPicPr>
          <p:cNvPr id="7" name="Google Shape;30;p1">
            <a:extLst>
              <a:ext uri="{FF2B5EF4-FFF2-40B4-BE49-F238E27FC236}">
                <a16:creationId xmlns:a16="http://schemas.microsoft.com/office/drawing/2014/main" id="{4E40ED71-CF2C-30AB-E5F1-FA510306001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13233" y="25044"/>
            <a:ext cx="1942857" cy="63571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2102B8-5AAF-30E0-21B4-83F46096A988}"/>
              </a:ext>
            </a:extLst>
          </p:cNvPr>
          <p:cNvSpPr txBox="1"/>
          <p:nvPr userDrawn="1"/>
        </p:nvSpPr>
        <p:spPr>
          <a:xfrm>
            <a:off x="3261636" y="25044"/>
            <a:ext cx="5365632" cy="542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14350"/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Inteligencia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Artificial en las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Energías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Renovables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514350"/>
            <a:endParaRPr lang="en-US" sz="1125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6326032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A79C0-D246-B33E-8FE2-EA25D4D6A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FF7ED7-7179-6BA5-3511-66C979CC0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E2598C-5040-DBC5-C012-FC277F09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83D265-4F25-5E7C-2BA0-2F62FC12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3B562C-9EB4-4CF3-4223-0A5A695D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72637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256EA-F733-B5D8-3C8B-4B9C767AF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21F90B-36EF-848F-C883-0C4C847C8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99E6BA-72D1-275B-9691-15231B548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CED55B-4A8D-FF35-017B-D3EAE703B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F7AE4D-2096-0D97-E8C8-F53B40338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409904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43F7D-F6AE-B9F8-1767-3BB478FB4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D2AACC-0799-5A16-C14F-51CFFD8D65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CE4E20D-C350-7803-4215-0968EE355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027CF4-8F82-EDD6-4CEF-CFB57432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BDF924-1BCA-9002-DC65-515376041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AB10E0-0A83-718B-A44E-0B96B3631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026759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9C450-7A9B-4847-7E2F-1461EFCD9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DCEF9F-29AA-D49A-1894-C0AA62C5E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B8677C-AAB6-4E77-9143-74727C56E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E99DB71-6F17-6710-D2C6-EE677EBB9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A1B218A-6866-324B-9A4F-B81E81F00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BD3DDD2-6A88-0AC5-9791-D2B6F6D58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59B84B4-DEF1-A9F4-CF3D-C6DA30941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21453E-3C17-B612-3593-BB5E244F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539632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6FCD2-856E-EE59-7A89-E77FC03CA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D4A0C41-D7F3-FF49-2F0E-03CD7AD96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904F1DF-435C-7F05-A838-C96B27DD0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906D9B1-9E39-65DE-81F1-943A51EC4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2068066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5B3F6D-F1FA-7C67-66F8-EFFE34AD2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9F9FFC8-0EA5-D6D7-9949-50FDFA947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D428BD-F863-561C-F43B-7FCCEE9E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036217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C82BB-B39A-5252-0789-D3384D31F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BE5B08-3329-74B0-DBDB-25057C4B4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7AFA4D-9C85-9C40-5A80-074F86A78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AF2112-EE0C-2FBD-368E-B112B4ECB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42B163-E4C6-71E1-72D1-194368D27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225B8F-0D37-E0B3-8E77-D62AC373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3026546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41ED0-67CA-5AB8-B260-6D9A375EB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C754286-88D9-029B-2623-A6C1B0682F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50F576-159E-4BEC-15E9-19D874238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C7F8E9-911E-1461-ACD3-43A3A6AC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6F0558-9360-EC3A-3E6A-D57A56B3C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F39790-A198-8C74-A5B6-C32CBF4D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519674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D85F3B-A54A-BCBC-F37B-11A37B146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3633AB-85A5-23E7-A9BE-9971C65FE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AA9AFF-B5BB-8838-72B2-07801BB36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CFE01C-3FC2-57CF-B05C-AD614CDCA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C92923-6B25-4455-CAE2-C964EA18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93784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B89AE8-93C1-CC45-4056-7EE2D995D5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994D3E-6793-4DA4-6EA5-4ACA174ED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92CF57-8C30-EE68-71AC-850B60EFD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DD49EA-A59F-7B44-A2E4-25F28605A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8145D5-7363-033F-2585-6FE928111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742003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1883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918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41251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06666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CC186185-19B8-A5D7-785B-7C7986CD1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284635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7C7B3D7-81CC-2F63-85CE-50D7CBE41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37CB84-15DE-E7FE-7902-4440DD0EB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68784-BBAF-54B8-2A0E-96ABC608B1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049AC0-F851-93BD-6067-31DB3CC37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A24EB1-683F-E40D-8E07-FA50EAA5A9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6520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772" r:id="rId16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blog.statsbot.co/" TargetMode="External"/><Relationship Id="rId4" Type="http://schemas.openxmlformats.org/officeDocument/2006/relationships/image" Target="../media/image6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statsbot.co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statsbot.co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2.png"/><Relationship Id="rId7" Type="http://schemas.openxmlformats.org/officeDocument/2006/relationships/diagramColors" Target="../diagrams/colors3.xml"/><Relationship Id="rId12" Type="http://schemas.openxmlformats.org/officeDocument/2006/relationships/diagramColors" Target="../diagrams/colors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diagramQuickStyle" Target="../diagrams/quickStyle3.xml"/><Relationship Id="rId11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10" Type="http://schemas.openxmlformats.org/officeDocument/2006/relationships/diagramLayout" Target="../diagrams/layout3.xml"/><Relationship Id="rId4" Type="http://schemas.openxmlformats.org/officeDocument/2006/relationships/diagramData" Target="../diagrams/data4.xml"/><Relationship Id="rId9" Type="http://schemas.openxmlformats.org/officeDocument/2006/relationships/diagramData" Target="../diagrams/data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microsoft.com/office/2007/relationships/hdphoto" Target="../media/hdphoto6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playground.tensorflow.org/#activation=linear&amp;batchSize=1&amp;dataset=gauss&amp;regDataset=reg-plane&amp;learningRate=0.00001&amp;regularizationRate=0&amp;noise=10&amp;networkShape=&amp;seed=0.82467&amp;showTestData=false&amp;discretize=false&amp;percTrainData=70&amp;x=true&amp;y=true&amp;xTimesY=false&amp;xSquared=false&amp;ySquared=false&amp;cosX=false&amp;sinX=false&amp;cosY=false&amp;sinY=false&amp;collectStats=false&amp;problem=classification&amp;initZero=false&amp;hideText=false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0.xml"/><Relationship Id="rId3" Type="http://schemas.openxmlformats.org/officeDocument/2006/relationships/diagramData" Target="../diagrams/data9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diagramLayout" Target="../diagrams/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1010627" y="1560465"/>
            <a:ext cx="7122746" cy="14673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Aprendizaje Supervisado </a:t>
            </a:r>
            <a:br>
              <a:rPr lang="e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F4B3565E-BCC8-41FC-BECA-28ECAC124BFD}"/>
              </a:ext>
            </a:extLst>
          </p:cNvPr>
          <p:cNvSpPr txBox="1"/>
          <p:nvPr/>
        </p:nvSpPr>
        <p:spPr>
          <a:xfrm>
            <a:off x="1663818" y="2889680"/>
            <a:ext cx="2656496" cy="1211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14350"/>
            <a:r>
              <a:rPr lang="en-US" sz="2025" dirty="0">
                <a:latin typeface="Gill Sans MT" panose="020B0502020104020203" pitchFamily="34" charset="77"/>
              </a:rPr>
              <a:t>Dr. José Ramón Iglesias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DSP-ASIC BUILDER GROUP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Director Semillero TRIAC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Ingenieria Electronica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Universidad Popular del Cesar</a:t>
            </a:r>
          </a:p>
          <a:p>
            <a:pPr defTabSz="514350"/>
            <a:endParaRPr lang="en-US" sz="1050" dirty="0">
              <a:solidFill>
                <a:prstClr val="white">
                  <a:lumMod val="50000"/>
                </a:prstClr>
              </a:solidFill>
              <a:latin typeface="Gill Sans MT" panose="020B0502020104020203" pitchFamily="34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Segunda Clase</a:t>
            </a:r>
            <a:endParaRPr sz="48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86862" y="383043"/>
            <a:ext cx="6683765" cy="9606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Contenido de la Segunda Clase</a:t>
            </a:r>
            <a:endParaRPr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Google Shape;86;p17"/>
          <p:cNvSpPr txBox="1">
            <a:spLocks noGrp="1"/>
          </p:cNvSpPr>
          <p:nvPr>
            <p:ph sz="half" idx="1"/>
          </p:nvPr>
        </p:nvSpPr>
        <p:spPr>
          <a:xfrm>
            <a:off x="386862" y="1529394"/>
            <a:ext cx="4416735" cy="34889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Introducció</a:t>
            </a:r>
            <a:r>
              <a:rPr lang="es-ES" sz="18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al ML</a:t>
            </a:r>
            <a:endParaRPr lang="en" sz="18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Etapas en la aplicación del ML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Repaso: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 y Polinomial,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Regresión Logística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Perceptrón. 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95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Machines.</a:t>
            </a:r>
            <a:endParaRPr sz="195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SVC/SVR.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Datos no linealmente separables.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Función de costo.</a:t>
            </a:r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86ACDF76-FE19-B87C-A303-BC16DF354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0985" y="1664677"/>
            <a:ext cx="4618891" cy="334928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Redes neuronales multicapa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AR" sz="18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Repaso: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s-AR" sz="18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Árboles de decisión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AR" sz="18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AR" sz="18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s-AR" sz="18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Forest,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AR" sz="18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Bagging</a:t>
            </a:r>
            <a:r>
              <a:rPr lang="es-AR" sz="18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AR" sz="18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  <a:r>
              <a:rPr lang="es-AR" sz="18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AR" sz="18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Voting</a:t>
            </a:r>
            <a:r>
              <a:rPr lang="es-AR" sz="18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AR" sz="18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Sistemas de recomendación.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AR" sz="18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Filtrado colaborativo.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AR" sz="18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“Buenas” prácticas en la aplicación de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943680" y="1678650"/>
            <a:ext cx="701922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SVM con datos no linealmente separables</a:t>
            </a:r>
            <a:endParaRPr sz="40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>
            <a:spLocks noGrp="1"/>
          </p:cNvSpPr>
          <p:nvPr>
            <p:ph type="title"/>
          </p:nvPr>
        </p:nvSpPr>
        <p:spPr>
          <a:xfrm>
            <a:off x="533206" y="486507"/>
            <a:ext cx="7645399" cy="6887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¿</a:t>
            </a:r>
            <a:r>
              <a:rPr lang="e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Qué hacer con datos no linealmente separables?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Google Shape;122;p23"/>
          <p:cNvSpPr txBox="1">
            <a:spLocks noGrp="1"/>
          </p:cNvSpPr>
          <p:nvPr>
            <p:ph sz="half" idx="1"/>
          </p:nvPr>
        </p:nvSpPr>
        <p:spPr>
          <a:xfrm>
            <a:off x="638908" y="1770184"/>
            <a:ext cx="4735268" cy="33733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s-MX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 es una técnica para separar los datos mediante un hiperplano.</a:t>
            </a:r>
          </a:p>
          <a:p>
            <a:pPr marL="0" lvl="0" indent="0"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s-MX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los datos no son linealmente separables, dicho hiperplano no existe.</a:t>
            </a:r>
          </a:p>
          <a:p>
            <a:pPr marL="0" lvl="0" indent="0" algn="l" rtl="0">
              <a:spcBef>
                <a:spcPts val="300"/>
              </a:spcBef>
              <a:spcAft>
                <a:spcPts val="300"/>
              </a:spcAft>
              <a:buNone/>
            </a:pPr>
            <a:endParaRPr lang="es-MX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s-MX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Solución:</a:t>
            </a:r>
            <a:r>
              <a:rPr lang="es-MX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Proyectar los datos a una dimensión donde sí sean linealmente separables.</a:t>
            </a:r>
          </a:p>
          <a:p>
            <a:pPr marL="0" lvl="0" indent="0" algn="l" rtl="0">
              <a:spcBef>
                <a:spcPts val="300"/>
              </a:spcBef>
              <a:spcAft>
                <a:spcPts val="300"/>
              </a:spcAft>
              <a:buNone/>
            </a:pPr>
            <a:endParaRPr lang="ar-AE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Google Shape;116;p22">
            <a:extLst>
              <a:ext uri="{FF2B5EF4-FFF2-40B4-BE49-F238E27FC236}">
                <a16:creationId xmlns:a16="http://schemas.microsoft.com/office/drawing/2014/main" id="{473C3CF3-A8E1-34CF-5C99-BFAB3752A8B4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9150" y="1492551"/>
            <a:ext cx="3886200" cy="3017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49A2F4-264B-13FA-172B-6EA2C67C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17" y="479152"/>
            <a:ext cx="8030766" cy="712428"/>
          </a:xfrm>
        </p:spPr>
        <p:txBody>
          <a:bodyPr>
            <a:normAutofit/>
          </a:bodyPr>
          <a:lstStyle/>
          <a:p>
            <a:r>
              <a:rPr lang="es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Definición de espacios transformados</a:t>
            </a:r>
            <a:endParaRPr lang="es-A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0C79C438-3E7F-2939-BA98-83D5CBA5AD2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2038542"/>
              </p:ext>
            </p:extLst>
          </p:nvPr>
        </p:nvGraphicFramePr>
        <p:xfrm>
          <a:off x="351805" y="1448515"/>
          <a:ext cx="5149694" cy="3604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EFBD565C-81E1-86BF-9E2F-E181A8504E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5016351" y="1524653"/>
            <a:ext cx="3111797" cy="295303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3FB202-C37C-841C-3F1B-2B1E3F23ED7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5879"/>
          <a:stretch/>
        </p:blipFill>
        <p:spPr>
          <a:xfrm>
            <a:off x="5641413" y="1898024"/>
            <a:ext cx="3221592" cy="30506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FA5F976-B4A7-2F89-BA8C-B6B8138E26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2309" y="1730382"/>
            <a:ext cx="3359800" cy="33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69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2C62C7E-8F0F-4CBE-9FD2-A3F0E30CF4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647EE7D-CF85-442D-8C7F-B42033653E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9403F99-01B0-46B7-ABC8-0F9F306F62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946EF7F-5D05-44F1-BEB6-BA48F980AD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9FB6BB6-2031-40F3-BC52-2F3D253DCA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3D96013-9CBB-4A37-A953-B2BA11486D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4DDB86A-AE80-49A7-9719-88700F88E6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3ED29FE-A313-4B74-A0B9-B2DEB82007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C9BEDF5-CCB5-4D26-BDF2-2883C40482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DA1BAF6-B69D-4D17-92C4-D03C76CD05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FE4E272-A7AE-4ADE-91C3-4EC2BF1A7B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title"/>
          </p:nvPr>
        </p:nvSpPr>
        <p:spPr>
          <a:xfrm>
            <a:off x="519121" y="459625"/>
            <a:ext cx="7514035" cy="6286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¿Cómo se ve el plano proyectado?</a:t>
            </a:r>
            <a:endParaRPr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45D47BAC-28E4-946F-E2E4-257223A19C9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19121" y="1712075"/>
                <a:ext cx="4153114" cy="3070940"/>
              </a:xfrm>
            </p:spPr>
            <p:txBody>
              <a:bodyPr>
                <a:normAutofit/>
              </a:bodyPr>
              <a:lstStyle/>
              <a:p>
                <a:pPr marL="0" lvl="0" indent="0" algn="l" rtl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s-MX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 el ejemplo anterior, tomamos el conjunto de datos en dos dimensiones, y lo proyectamos a tres dimensiones con la siguiente ecuación:</a:t>
                </a:r>
              </a:p>
              <a:p>
                <a:pPr marL="0" lvl="0" indent="0" algn="l" rtl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ar-A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ar-AE" sz="20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ar-A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ar-A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ar-AE" sz="20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s-AR" sz="1800" dirty="0"/>
              </a:p>
            </p:txBody>
          </p:sp>
        </mc:Choice>
        <mc:Fallback xmlns="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45D47BAC-28E4-946F-E2E4-257223A19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19121" y="1712075"/>
                <a:ext cx="4153114" cy="3070940"/>
              </a:xfrm>
              <a:blipFill>
                <a:blip r:embed="rId3"/>
                <a:stretch>
                  <a:fillRect l="-1468" t="-1190" r="-161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oogle Shape;132;p24">
            <a:extLst>
              <a:ext uri="{FF2B5EF4-FFF2-40B4-BE49-F238E27FC236}">
                <a16:creationId xmlns:a16="http://schemas.microsoft.com/office/drawing/2014/main" id="{8E6FDFA8-906F-0391-2480-EE8D43191DF1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2235" y="1712075"/>
            <a:ext cx="4133193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4"/>
          <p:cNvSpPr txBox="1"/>
          <p:nvPr/>
        </p:nvSpPr>
        <p:spPr>
          <a:xfrm>
            <a:off x="7201500" y="4683875"/>
            <a:ext cx="19425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latin typeface="Open Sans"/>
                <a:ea typeface="Open Sans"/>
                <a:cs typeface="Open Sans"/>
                <a:sym typeface="Open Sans"/>
              </a:rPr>
              <a:t>Imagen de</a:t>
            </a:r>
            <a:r>
              <a:rPr lang="en" sz="800" u="sng" dirty="0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5"/>
              </a:rPr>
              <a:t>https://blog.statsbot.co/</a:t>
            </a:r>
            <a:endParaRPr sz="800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596705" y="491771"/>
            <a:ext cx="7719780" cy="5146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¿Cómo se ve el plano proyectado?</a:t>
            </a:r>
            <a:endParaRPr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7201500" y="4683875"/>
            <a:ext cx="19425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latin typeface="Open Sans"/>
                <a:ea typeface="Open Sans"/>
                <a:cs typeface="Open Sans"/>
                <a:sym typeface="Open Sans"/>
              </a:rPr>
              <a:t>Imagen de  </a:t>
            </a:r>
            <a:r>
              <a:rPr lang="en" sz="800" u="sng" dirty="0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https://blog.statsbot.co/</a:t>
            </a:r>
            <a:endParaRPr sz="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8475" y="1147225"/>
            <a:ext cx="5127048" cy="369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>
            <a:spLocks noGrp="1"/>
          </p:cNvSpPr>
          <p:nvPr>
            <p:ph type="title"/>
          </p:nvPr>
        </p:nvSpPr>
        <p:spPr>
          <a:xfrm>
            <a:off x="468210" y="458490"/>
            <a:ext cx="7704540" cy="5298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¿Y en el espacio de entradas?</a:t>
            </a:r>
            <a:endParaRPr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7201500" y="4683875"/>
            <a:ext cx="19425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latin typeface="Open Sans"/>
                <a:ea typeface="Open Sans"/>
                <a:cs typeface="Open Sans"/>
                <a:sym typeface="Open Sans"/>
              </a:rPr>
              <a:t>Imagen de  </a:t>
            </a:r>
            <a:r>
              <a:rPr lang="en" sz="800" u="sng" dirty="0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https://blog.statsbot.co/</a:t>
            </a:r>
            <a:endParaRPr sz="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6" name="Google Shape;14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5640" y="922085"/>
            <a:ext cx="5043668" cy="391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SVM: Kernels</a:t>
            </a:r>
            <a:endParaRPr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Google Shape;152;p2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1600"/>
              </a:spcBef>
            </a:pPr>
            <a:endParaRPr lang="es-MX" sz="180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1600"/>
              </a:spcBef>
              <a:spcAft>
                <a:spcPts val="1600"/>
              </a:spcAft>
            </a:pPr>
            <a:endParaRPr lang="es-MX" sz="18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Diagrama 1">
                <a:extLst>
                  <a:ext uri="{FF2B5EF4-FFF2-40B4-BE49-F238E27FC236}">
                    <a16:creationId xmlns:a16="http://schemas.microsoft.com/office/drawing/2014/main" id="{1CEFFB8C-CE65-8916-0653-107FF9AF863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06713516"/>
                  </p:ext>
                </p:extLst>
              </p:nvPr>
            </p:nvGraphicFramePr>
            <p:xfrm>
              <a:off x="373380" y="1485900"/>
              <a:ext cx="8473440" cy="357378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2" name="Diagrama 1">
                <a:extLst>
                  <a:ext uri="{FF2B5EF4-FFF2-40B4-BE49-F238E27FC236}">
                    <a16:creationId xmlns:a16="http://schemas.microsoft.com/office/drawing/2014/main" id="{1CEFFB8C-CE65-8916-0653-107FF9AF863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06713516"/>
                  </p:ext>
                </p:extLst>
              </p:nvPr>
            </p:nvGraphicFramePr>
            <p:xfrm>
              <a:off x="373380" y="1485900"/>
              <a:ext cx="8473440" cy="357378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DEDC7DF-9853-4742-96F1-9C6FDFF26F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B33BD22-DB71-485B-8F36-753F8D094C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4625225-0855-44C9-A094-2DE5CCFFAE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3416E52-1109-426B-9C67-6C5EA9768C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797F93D-0D91-4F91-885E-67E0876B9A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18603F5-09C9-4D57-9FCD-F511C09F57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3AFF077-BA09-4D95-BF7A-311B56A7F8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7D2DED1-7A77-4B4A-96FD-3EA887F081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3ED70DC-90BA-487B-9953-62380A3C9D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B7E2496-A8C5-4F41-A112-B4A9C38BFD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0EAAE95-0E7B-4056-A91E-4A2D31D797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>
            <a:spLocks noGrp="1"/>
          </p:cNvSpPr>
          <p:nvPr>
            <p:ph type="title"/>
          </p:nvPr>
        </p:nvSpPr>
        <p:spPr>
          <a:xfrm>
            <a:off x="566225" y="564276"/>
            <a:ext cx="7704540" cy="5279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¿Cómo elegir el kernel?</a:t>
            </a:r>
            <a:endParaRPr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Google Shape;159;p2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31110" y="1531619"/>
                <a:ext cx="8481780" cy="1630681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MX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Este no es un problema trivial. Requiere mucho conocimiento matemático encontrar la proyección correcta.</a:t>
                </a:r>
              </a:p>
              <a:p>
                <a:pPr marL="0" lvl="0" indent="0" algn="l" rtl="0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lang="es-MX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 general, los frameworks más utilizados para hacer SVM tienen algunos kernels bastante comunes:</a:t>
                </a:r>
                <a14:m>
                  <m:oMath xmlns:m="http://schemas.openxmlformats.org/officeDocument/2006/math">
                    <m:r>
                      <a:rPr lang="ar-AE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ar-AE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Arial"/>
                  <a:cs typeface="Times New Roman" panose="02020603050405020304" pitchFamily="18" charset="0"/>
                  <a:sym typeface="Arial"/>
                </a:endParaRPr>
              </a:p>
              <a:p>
                <a:pPr marL="457200" lvl="0" indent="0" algn="l" rtl="0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endParaRPr lang="ar-AE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Arial"/>
                  <a:cs typeface="Times New Roman" panose="02020603050405020304" pitchFamily="18" charset="0"/>
                  <a:sym typeface="Arial"/>
                </a:endParaRPr>
              </a:p>
              <a:p>
                <a:pPr marL="45720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endParaRPr lang="ar-AE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9" name="Google Shape;159;p2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1110" y="1531619"/>
                <a:ext cx="8481780" cy="1630681"/>
              </a:xfrm>
              <a:prstGeom prst="rect">
                <a:avLst/>
              </a:prstGeom>
              <a:blipFill>
                <a:blip r:embed="rId3"/>
                <a:stretch>
                  <a:fillRect l="-718" b="-261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Diagrama 3">
                <a:extLst>
                  <a:ext uri="{FF2B5EF4-FFF2-40B4-BE49-F238E27FC236}">
                    <a16:creationId xmlns:a16="http://schemas.microsoft.com/office/drawing/2014/main" id="{79FEAE88-8C1D-7383-57F6-6BCB28DF6C1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94717135"/>
                  </p:ext>
                </p:extLst>
              </p:nvPr>
            </p:nvGraphicFramePr>
            <p:xfrm>
              <a:off x="2345855" y="2792730"/>
              <a:ext cx="6660985" cy="226695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4" r:lo="rId5" r:qs="rId6" r:cs="rId7"/>
              </a:graphicData>
            </a:graphic>
          </p:graphicFrame>
        </mc:Choice>
        <mc:Fallback xmlns="">
          <p:graphicFrame>
            <p:nvGraphicFramePr>
              <p:cNvPr id="4" name="Diagrama 3">
                <a:extLst>
                  <a:ext uri="{FF2B5EF4-FFF2-40B4-BE49-F238E27FC236}">
                    <a16:creationId xmlns:a16="http://schemas.microsoft.com/office/drawing/2014/main" id="{79FEAE88-8C1D-7383-57F6-6BCB28DF6C1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94717135"/>
                  </p:ext>
                </p:extLst>
              </p:nvPr>
            </p:nvGraphicFramePr>
            <p:xfrm>
              <a:off x="2345855" y="2792730"/>
              <a:ext cx="6660985" cy="226695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2BAC680-4758-41AF-B020-F9E9623773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F4470A2-5DF6-4055-A806-1D0D72F2DA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A8A852-89E7-4740-B105-E4772F5B3A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17F8744-9695-4B24-8E1B-BA20296334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B97C2C8-7EF3-4BDA-89BF-C2FBAD7894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DA6B8B0-207F-4D2E-A3B4-FD9333A28C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 uiExpand="1" build="p"/>
      <p:bldGraphic spid="4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>
            <a:spLocks noGrp="1"/>
          </p:cNvSpPr>
          <p:nvPr>
            <p:ph type="title"/>
          </p:nvPr>
        </p:nvSpPr>
        <p:spPr>
          <a:xfrm>
            <a:off x="609141" y="676019"/>
            <a:ext cx="7514035" cy="5703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Regression</a:t>
            </a:r>
            <a:endParaRPr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Google Shape;168;p29"/>
          <p:cNvSpPr txBox="1">
            <a:spLocks noGrp="1"/>
          </p:cNvSpPr>
          <p:nvPr>
            <p:ph sz="half" idx="1"/>
          </p:nvPr>
        </p:nvSpPr>
        <p:spPr>
          <a:xfrm>
            <a:off x="422031" y="1664677"/>
            <a:ext cx="5017477" cy="3382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basa en la idea de SVMs de buscar los vectores de soporte, pero en este caso el valor de </a:t>
            </a:r>
            <a:r>
              <a:rPr lang="en" sz="2000" i="1" dirty="0">
                <a:solidFill>
                  <a:schemeClr val="tx1"/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200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i</a:t>
            </a:r>
            <a:r>
              <a:rPr lang="e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 un número real.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Utiliza necesariamente “márgenes blandos”, requiere un parámetro adicional </a:t>
            </a:r>
            <a:r>
              <a:rPr lang="en" sz="2000" i="1" dirty="0">
                <a:solidFill>
                  <a:schemeClr val="tx1"/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ε</a:t>
            </a:r>
            <a:r>
              <a:rPr lang="e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calcular la función de costo.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general la regresión lineal es más popular, pero con el uso de kernels, se pueden lograr regresiones no lineales muy interesantes.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0D36839-96CB-2280-4539-C6D89F1787A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326313" y="1398494"/>
            <a:ext cx="3682498" cy="2944906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>
            <a:spLocks noGrp="1"/>
          </p:cNvSpPr>
          <p:nvPr>
            <p:ph type="title"/>
          </p:nvPr>
        </p:nvSpPr>
        <p:spPr>
          <a:xfrm>
            <a:off x="977930" y="1711568"/>
            <a:ext cx="6276310" cy="31265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Demo Time (demo_5_kernels)</a:t>
            </a:r>
            <a:endParaRPr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9591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000" b="1" cap="none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Neuronales Artificiales</a:t>
            </a:r>
            <a:br>
              <a:rPr lang="es-AR" sz="4000" b="1" cap="none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AR" sz="4000" b="1" cap="none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(Introducción)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8EEE946B-987F-459F-B0E6-5236551AB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665" y="323770"/>
            <a:ext cx="2693977" cy="8927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lang="en-US" sz="2400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</a:t>
            </a:r>
            <a:r>
              <a:rPr lang="en-US" sz="2400" b="1" cap="non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Neuronales</a:t>
            </a:r>
            <a:r>
              <a:rPr lang="en-US" sz="2400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cap="non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Artificiales</a:t>
            </a:r>
            <a:endParaRPr lang="en-US" sz="2400" b="1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D3F6FB44-BA39-0233-8DF5-495BCBFC5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391" y="1200151"/>
            <a:ext cx="3057688" cy="3438980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defTabSz="457200">
              <a:spcBef>
                <a:spcPts val="1000"/>
              </a:spcBef>
            </a:pPr>
            <a:r>
              <a:rPr lang="en-US" sz="1600" dirty="0"/>
              <a:t>Es un </a:t>
            </a:r>
            <a:r>
              <a:rPr lang="en-US" sz="1600" dirty="0" err="1"/>
              <a:t>sistema</a:t>
            </a:r>
            <a:r>
              <a:rPr lang="en-US" sz="1600" dirty="0"/>
              <a:t> que:</a:t>
            </a:r>
          </a:p>
          <a:p>
            <a:pPr defTabSz="457200">
              <a:spcBef>
                <a:spcPts val="1000"/>
              </a:spcBef>
            </a:pPr>
            <a:r>
              <a:rPr lang="en-US" sz="1600" dirty="0" err="1"/>
              <a:t>Pertenece</a:t>
            </a:r>
            <a:r>
              <a:rPr lang="en-US" sz="1600" dirty="0"/>
              <a:t> al Machine Learning</a:t>
            </a:r>
          </a:p>
          <a:p>
            <a:pPr defTabSz="457200">
              <a:spcBef>
                <a:spcPts val="1000"/>
              </a:spcBef>
            </a:pPr>
            <a:r>
              <a:rPr lang="en-US" sz="1600" dirty="0" err="1"/>
              <a:t>Aprende</a:t>
            </a:r>
            <a:r>
              <a:rPr lang="en-US" sz="1600" dirty="0"/>
              <a:t> </a:t>
            </a:r>
            <a:r>
              <a:rPr lang="en-US" sz="1600" dirty="0" err="1"/>
              <a:t>mediante</a:t>
            </a:r>
            <a:r>
              <a:rPr lang="en-US" sz="1600" dirty="0"/>
              <a:t> la </a:t>
            </a:r>
            <a:r>
              <a:rPr lang="en-US" sz="1600" dirty="0" err="1"/>
              <a:t>experiencia</a:t>
            </a:r>
            <a:endParaRPr lang="en-US" sz="1600" dirty="0"/>
          </a:p>
          <a:p>
            <a:pPr defTabSz="457200">
              <a:spcBef>
                <a:spcPts val="1000"/>
              </a:spcBef>
            </a:pPr>
            <a:r>
              <a:rPr lang="en-US" sz="1600" dirty="0"/>
              <a:t>Mediante la </a:t>
            </a:r>
            <a:r>
              <a:rPr lang="en-US" sz="1600" dirty="0" err="1"/>
              <a:t>evaluación</a:t>
            </a:r>
            <a:r>
              <a:rPr lang="en-US" sz="1600" dirty="0"/>
              <a:t> del error </a:t>
            </a:r>
            <a:r>
              <a:rPr lang="en-US" sz="1600" dirty="0" err="1"/>
              <a:t>obtenido</a:t>
            </a:r>
            <a:r>
              <a:rPr lang="en-US" sz="1600" dirty="0"/>
              <a:t>, se </a:t>
            </a:r>
            <a:r>
              <a:rPr lang="en-US" sz="1600" dirty="0" err="1"/>
              <a:t>adapta</a:t>
            </a:r>
            <a:r>
              <a:rPr lang="en-US" sz="1600" dirty="0"/>
              <a:t> para </a:t>
            </a:r>
            <a:r>
              <a:rPr lang="en-US" sz="1600" dirty="0" err="1"/>
              <a:t>minimizarlo</a:t>
            </a:r>
            <a:endParaRPr lang="en-US" sz="1600" dirty="0"/>
          </a:p>
          <a:p>
            <a:pPr defTabSz="457200">
              <a:spcBef>
                <a:spcPts val="1000"/>
              </a:spcBef>
            </a:pPr>
            <a:r>
              <a:rPr lang="en-US" sz="1600" dirty="0" err="1"/>
              <a:t>Permite</a:t>
            </a:r>
            <a:r>
              <a:rPr lang="en-US" sz="1600" dirty="0"/>
              <a:t> resolver </a:t>
            </a:r>
            <a:r>
              <a:rPr lang="en-US" sz="1600" dirty="0" err="1"/>
              <a:t>problemas</a:t>
            </a:r>
            <a:r>
              <a:rPr lang="en-US" sz="1600" dirty="0"/>
              <a:t> </a:t>
            </a:r>
            <a:r>
              <a:rPr lang="en-US" sz="1600" dirty="0" err="1"/>
              <a:t>complejos</a:t>
            </a:r>
            <a:endParaRPr lang="en-US" sz="1600" dirty="0"/>
          </a:p>
          <a:p>
            <a:pPr defTabSz="457200">
              <a:spcBef>
                <a:spcPts val="1000"/>
              </a:spcBef>
            </a:pPr>
            <a:r>
              <a:rPr lang="en-US" sz="1600" dirty="0" err="1"/>
              <a:t>Aprende</a:t>
            </a:r>
            <a:r>
              <a:rPr lang="en-US" sz="1600" dirty="0"/>
              <a:t> a </a:t>
            </a:r>
            <a:r>
              <a:rPr lang="en-US" sz="1600" dirty="0" err="1"/>
              <a:t>través</a:t>
            </a:r>
            <a:r>
              <a:rPr lang="en-US" sz="1600" dirty="0"/>
              <a:t> de la </a:t>
            </a:r>
            <a:r>
              <a:rPr lang="en-US" sz="1600" dirty="0" err="1"/>
              <a:t>aproximación</a:t>
            </a:r>
            <a:r>
              <a:rPr lang="en-US" sz="1600" dirty="0"/>
              <a:t> de </a:t>
            </a:r>
            <a:r>
              <a:rPr lang="en-US" sz="1600" dirty="0" err="1"/>
              <a:t>funciones</a:t>
            </a:r>
            <a:r>
              <a:rPr lang="en-US" sz="1600" dirty="0"/>
              <a:t> no </a:t>
            </a:r>
            <a:r>
              <a:rPr lang="en-US" sz="1600" dirty="0" err="1"/>
              <a:t>lineales</a:t>
            </a:r>
            <a:r>
              <a:rPr lang="en-US" sz="1600" dirty="0"/>
              <a:t> con </a:t>
            </a:r>
            <a:r>
              <a:rPr lang="en-US" sz="1600" dirty="0" err="1"/>
              <a:t>muchas</a:t>
            </a:r>
            <a:r>
              <a:rPr lang="en-US" sz="1600" dirty="0"/>
              <a:t> </a:t>
            </a:r>
            <a:r>
              <a:rPr lang="en-US" sz="1600" dirty="0" err="1"/>
              <a:t>incógnitas</a:t>
            </a:r>
            <a:endParaRPr lang="en-US" sz="16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EECF263-D5FF-5A18-9400-3EE24FB64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2166" y="2031746"/>
            <a:ext cx="2883005" cy="185953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51296A0-B895-59F8-B096-EEDDE5C56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908" y="239587"/>
            <a:ext cx="2883006" cy="1739413"/>
          </a:xfrm>
          <a:prstGeom prst="rect">
            <a:avLst/>
          </a:prstGeom>
        </p:spPr>
      </p:pic>
      <p:pic>
        <p:nvPicPr>
          <p:cNvPr id="7" name="Marcador de contenido 5">
            <a:extLst>
              <a:ext uri="{FF2B5EF4-FFF2-40B4-BE49-F238E27FC236}">
                <a16:creationId xmlns:a16="http://schemas.microsoft.com/office/drawing/2014/main" id="{DB357596-1D00-E8DF-70C4-9099BA90D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gray">
          <a:xfrm>
            <a:off x="5417712" y="3856072"/>
            <a:ext cx="1780374" cy="103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008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047419-9711-91AB-D80C-761586253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485" y="492629"/>
            <a:ext cx="8129396" cy="795151"/>
          </a:xfrm>
        </p:spPr>
        <p:txBody>
          <a:bodyPr/>
          <a:lstStyle/>
          <a:p>
            <a:r>
              <a:rPr lang="es-AR" sz="3200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Partes de una red neuronal artificial</a:t>
            </a:r>
          </a:p>
        </p:txBody>
      </p:sp>
      <p:pic>
        <p:nvPicPr>
          <p:cNvPr id="1026" name="Picture 2" descr="Perceptrón multicapa - Wikipedia, la enciclopedia libre">
            <a:extLst>
              <a:ext uri="{FF2B5EF4-FFF2-40B4-BE49-F238E27FC236}">
                <a16:creationId xmlns:a16="http://schemas.microsoft.com/office/drawing/2014/main" id="{E4F22378-73E2-8897-74CB-5DFAF879051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965" y="1862211"/>
            <a:ext cx="4605542" cy="256794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des Neuronales artificiales: Qué son y cómo se entrenan | [site:name]">
            <a:extLst>
              <a:ext uri="{FF2B5EF4-FFF2-40B4-BE49-F238E27FC236}">
                <a16:creationId xmlns:a16="http://schemas.microsoft.com/office/drawing/2014/main" id="{BE22D555-274E-1267-FE4F-A01E5349963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485" y="2025704"/>
            <a:ext cx="3700463" cy="2240954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16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047419-9711-91AB-D80C-761586253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12" y="494353"/>
            <a:ext cx="7605828" cy="462115"/>
          </a:xfrm>
        </p:spPr>
        <p:txBody>
          <a:bodyPr>
            <a:noAutofit/>
          </a:bodyPr>
          <a:lstStyle/>
          <a:p>
            <a:r>
              <a:rPr lang="es-AR" sz="3200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Tipos de redes neuronales artificiales</a:t>
            </a:r>
          </a:p>
        </p:txBody>
      </p:sp>
      <p:graphicFrame>
        <p:nvGraphicFramePr>
          <p:cNvPr id="17" name="Diagrama 16">
            <a:extLst>
              <a:ext uri="{FF2B5EF4-FFF2-40B4-BE49-F238E27FC236}">
                <a16:creationId xmlns:a16="http://schemas.microsoft.com/office/drawing/2014/main" id="{6AD9A8DB-1DBD-82F9-AD49-444279CF11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0020880"/>
              </p:ext>
            </p:extLst>
          </p:nvPr>
        </p:nvGraphicFramePr>
        <p:xfrm>
          <a:off x="256032" y="956468"/>
          <a:ext cx="8631936" cy="41284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0108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48C68BDB-CD79-4C76-851D-754CF78DA2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46AFFFB6-93F0-44FC-BD47-01413FF002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2D952D5D-5EBC-4F8A-8AA3-1CDAEAB055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4F83D2D-7B38-4F78-9D4C-190B8D820F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4BBCD48-7D6A-44B5-8992-D94CB41A81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43C4D4D1-6165-419D-B5F4-3FC2F7B146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5D60314-853B-422A-B616-CD7077040A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14F11A14-9E7B-4AC9-A16D-7844598E49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B87DAE4-13D7-416F-9785-A466615E7C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B487DFE0-39F3-4824-AE12-5797AC90AA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 uiExpand="1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76AB714-04CB-34DC-9654-A9D4218B2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844" y="527538"/>
            <a:ext cx="8294342" cy="687363"/>
          </a:xfrm>
        </p:spPr>
        <p:txBody>
          <a:bodyPr>
            <a:normAutofit/>
          </a:bodyPr>
          <a:lstStyle/>
          <a:p>
            <a:r>
              <a:rPr lang="es-AR" sz="2800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Tipos  aprendizajes en redes neuronales artificiales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DBF6AD-548F-DFEF-1B06-D5118FE6D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3725" y="1533671"/>
            <a:ext cx="3749352" cy="3315189"/>
          </a:xfrm>
        </p:spPr>
        <p:txBody>
          <a:bodyPr>
            <a:noAutofit/>
          </a:bodyPr>
          <a:lstStyle/>
          <a:p>
            <a:r>
              <a:rPr lang="es-A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Supervisado</a:t>
            </a:r>
          </a:p>
          <a:p>
            <a:pPr lvl="1"/>
            <a:r>
              <a:rPr lang="es-AR" sz="2000" dirty="0"/>
              <a:t>Por corrección de errores</a:t>
            </a:r>
          </a:p>
          <a:p>
            <a:pPr lvl="1"/>
            <a:r>
              <a:rPr lang="es-AR" sz="2000" dirty="0"/>
              <a:t>Estocástico</a:t>
            </a:r>
          </a:p>
          <a:p>
            <a:r>
              <a:rPr lang="es-A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supervisado</a:t>
            </a:r>
          </a:p>
          <a:p>
            <a:pPr lvl="1"/>
            <a:r>
              <a:rPr lang="es-AR" sz="2000" dirty="0" err="1"/>
              <a:t>Hebbiano</a:t>
            </a:r>
            <a:endParaRPr lang="es-AR" sz="2000" dirty="0"/>
          </a:p>
          <a:p>
            <a:pPr lvl="1"/>
            <a:r>
              <a:rPr lang="es-AR" sz="2000" dirty="0"/>
              <a:t>Competitivo y cooperativo</a:t>
            </a:r>
          </a:p>
          <a:p>
            <a:r>
              <a:rPr lang="es-A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 refuerzo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3D85680F-1F56-ACED-8881-2D920229F6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741876" y="2339340"/>
            <a:ext cx="5227642" cy="2509521"/>
          </a:xfrm>
        </p:spPr>
      </p:pic>
    </p:spTree>
    <p:extLst>
      <p:ext uri="{BB962C8B-B14F-4D97-AF65-F5344CB8AC3E}">
        <p14:creationId xmlns:p14="http://schemas.microsoft.com/office/powerpoint/2010/main" val="101410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C9C90-F308-26F8-686B-2A2D667BB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872" y="609983"/>
            <a:ext cx="8094424" cy="530223"/>
          </a:xfrm>
        </p:spPr>
        <p:txBody>
          <a:bodyPr>
            <a:noAutofit/>
          </a:bodyPr>
          <a:lstStyle/>
          <a:p>
            <a:r>
              <a:rPr lang="es-MX" sz="2800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¿En qué se aplican las redes neuronales artificiales?</a:t>
            </a:r>
            <a:endParaRPr lang="es-AR" sz="2800" b="1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4CBF66-ECB6-B85F-0072-9E6108491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2038" y="1746738"/>
            <a:ext cx="8188208" cy="638084"/>
          </a:xfrm>
        </p:spPr>
        <p:txBody>
          <a:bodyPr/>
          <a:lstStyle/>
          <a:p>
            <a:r>
              <a:rPr lang="es-MX" sz="1800" dirty="0">
                <a:solidFill>
                  <a:schemeClr val="tx2">
                    <a:lumMod val="50000"/>
                  </a:schemeClr>
                </a:solidFill>
              </a:rPr>
              <a:t>Hay muchos tipos diferentes de redes neuronales; cada uno de los cuales tiene una aplicación particular más apropiada. Ejemplos:</a:t>
            </a:r>
            <a:endParaRPr lang="es-AR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F744EB-B580-3B36-7842-7A0B528D5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491978"/>
          </a:xfrm>
        </p:spPr>
        <p:txBody>
          <a:bodyPr>
            <a:normAutofit/>
          </a:bodyPr>
          <a:lstStyle/>
          <a:p>
            <a:r>
              <a:rPr lang="es-AR" sz="2000" dirty="0"/>
              <a:t>Biología</a:t>
            </a:r>
          </a:p>
          <a:p>
            <a:r>
              <a:rPr lang="es-AR" sz="2000" dirty="0"/>
              <a:t>Empresas</a:t>
            </a:r>
          </a:p>
          <a:p>
            <a:r>
              <a:rPr lang="es-AR" sz="2000" dirty="0"/>
              <a:t>Medioambiente</a:t>
            </a:r>
          </a:p>
          <a:p>
            <a:r>
              <a:rPr lang="es-AR" sz="2000" dirty="0"/>
              <a:t>Finanzas</a:t>
            </a:r>
          </a:p>
          <a:p>
            <a:r>
              <a:rPr lang="es-AR" sz="2000" dirty="0"/>
              <a:t>Manufacturación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6018A4C-F828-53B4-10CF-7B69C1DC72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56533" y="2384822"/>
            <a:ext cx="3618869" cy="2491978"/>
          </a:xfrm>
        </p:spPr>
        <p:txBody>
          <a:bodyPr>
            <a:normAutofit/>
          </a:bodyPr>
          <a:lstStyle/>
          <a:p>
            <a:r>
              <a:rPr lang="es-AR" sz="2000" dirty="0"/>
              <a:t>Medicina</a:t>
            </a:r>
          </a:p>
          <a:p>
            <a:r>
              <a:rPr lang="es-AR" sz="2000" dirty="0"/>
              <a:t>Militares</a:t>
            </a:r>
          </a:p>
          <a:p>
            <a:r>
              <a:rPr lang="es-AR" sz="2000" dirty="0"/>
              <a:t>Análisis del clima</a:t>
            </a:r>
          </a:p>
          <a:p>
            <a:r>
              <a:rPr lang="es-AR" sz="2000" dirty="0"/>
              <a:t>Análisis de la superficie terrestre</a:t>
            </a:r>
          </a:p>
        </p:txBody>
      </p:sp>
    </p:spTree>
    <p:extLst>
      <p:ext uri="{BB962C8B-B14F-4D97-AF65-F5344CB8AC3E}">
        <p14:creationId xmlns:p14="http://schemas.microsoft.com/office/powerpoint/2010/main" val="207754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50666A-5DD2-161E-DB65-E1319157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59" y="698709"/>
            <a:ext cx="8630841" cy="525499"/>
          </a:xfrm>
        </p:spPr>
        <p:txBody>
          <a:bodyPr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s-A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Economica"/>
                <a:cs typeface="Economica"/>
                <a:sym typeface="Economica"/>
              </a:rPr>
              <a:t>Repaso de la Regresión Logística</a:t>
            </a:r>
            <a:br>
              <a:rPr lang="es-A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Economica"/>
                <a:cs typeface="Economica"/>
                <a:sym typeface="Economica"/>
              </a:rPr>
            </a:br>
            <a:endParaRPr lang="es-AR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Google Shape;91;p18"/>
              <p:cNvSpPr txBox="1">
                <a:spLocks noGrp="1"/>
              </p:cNvSpPr>
              <p:nvPr>
                <p:ph sz="half" idx="1"/>
              </p:nvPr>
            </p:nvSpPr>
            <p:spPr>
              <a:xfrm>
                <a:off x="128954" y="1395046"/>
                <a:ext cx="5871965" cy="3494369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spcBef>
                    <a:spcPts val="1600"/>
                  </a:spcBef>
                  <a:spcAft>
                    <a:spcPts val="0"/>
                  </a:spcAft>
                  <a:buSzPts val="1800"/>
                  <a:buFont typeface="Arial" panose="020B0604020202020204" pitchFamily="34" charset="0"/>
                  <a:buChar char="•"/>
                </a:pPr>
                <a:r>
                  <a:rPr lang="es-AR" sz="1800" dirty="0"/>
                  <a:t>Dado </a:t>
                </a:r>
                <a:r>
                  <a:rPr lang="es-AR" sz="1800" i="1" dirty="0"/>
                  <a:t>x</a:t>
                </a:r>
                <a:r>
                  <a:rPr lang="es-AR" sz="1800" dirty="0"/>
                  <a:t>, el objetivo es encontrar:</a:t>
                </a:r>
              </a:p>
              <a:p>
                <a:pPr marL="114300" lvl="0" indent="0">
                  <a:spcBef>
                    <a:spcPts val="1600"/>
                  </a:spcBef>
                  <a:spcAft>
                    <a:spcPts val="0"/>
                  </a:spcAft>
                  <a:buSzPts val="1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s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US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US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US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s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br>
                  <a:rPr lang="ar-AE" sz="1800" dirty="0"/>
                </a:br>
                <a:endParaRPr lang="ar-AE" sz="1800" dirty="0"/>
              </a:p>
              <a:p>
                <a:pPr lvl="0">
                  <a:spcBef>
                    <a:spcPts val="0"/>
                  </a:spcBef>
                  <a:spcAft>
                    <a:spcPts val="0"/>
                  </a:spcAft>
                  <a:buSzPts val="1800"/>
                  <a:buFont typeface="Arial" panose="020B0604020202020204" pitchFamily="34" charset="0"/>
                  <a:buChar char="•"/>
                </a:pPr>
                <a:r>
                  <a:rPr lang="es-AR" sz="1800" dirty="0"/>
                  <a:t>Cuál es la forma más sencilla de transformar un vector </a:t>
                </a:r>
                <a:r>
                  <a:rPr lang="es-AR" sz="1800" i="1" dirty="0"/>
                  <a:t>x</a:t>
                </a:r>
                <a:r>
                  <a:rPr lang="es-AR" sz="1800" dirty="0"/>
                  <a:t>?</a:t>
                </a:r>
              </a:p>
              <a:p>
                <a:pPr lvl="0">
                  <a:spcBef>
                    <a:spcPts val="1600"/>
                  </a:spcBef>
                  <a:spcAft>
                    <a:spcPts val="0"/>
                  </a:spcAft>
                  <a:buSzPts val="1800"/>
                  <a:buFont typeface="Arial" panose="020B0604020202020204" pitchFamily="34" charset="0"/>
                  <a:buChar char="•"/>
                </a:pPr>
                <a:r>
                  <a:rPr lang="es-AR" sz="1800" dirty="0"/>
                  <a:t>Pero nos gustaría que </a:t>
                </a:r>
                <a:r>
                  <a:rPr lang="es-AR" sz="1800" i="1" dirty="0"/>
                  <a:t>ŷ</a:t>
                </a:r>
                <a:r>
                  <a:rPr lang="es-AR" sz="1800" dirty="0"/>
                  <a:t> fuese una probabilidad: 0 ≤ </a:t>
                </a:r>
                <a:r>
                  <a:rPr lang="es-AR" sz="1800" i="1" dirty="0"/>
                  <a:t>ŷ</a:t>
                </a:r>
                <a:r>
                  <a:rPr lang="es-AR" sz="1800" dirty="0"/>
                  <a:t> ≤ 1 de la forma</a:t>
                </a:r>
              </a:p>
              <a:p>
                <a:pPr marL="114300" lvl="0" indent="0">
                  <a:spcBef>
                    <a:spcPts val="1600"/>
                  </a:spcBef>
                  <a:spcAft>
                    <a:spcPts val="0"/>
                  </a:spcAft>
                  <a:buSzPts val="18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s-US" sz="1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s-US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s-US" sz="1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US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US" sz="18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AR" sz="1800" dirty="0"/>
              </a:p>
              <a:p>
                <a:pPr>
                  <a:spcBef>
                    <a:spcPts val="1600"/>
                  </a:spcBef>
                  <a:buFont typeface="Arial" panose="020B0604020202020204" pitchFamily="34" charset="0"/>
                  <a:buChar char="•"/>
                </a:pPr>
                <a:r>
                  <a:rPr lang="es-AR" sz="1800" dirty="0"/>
                  <a:t>Se puede trabajar con la </a:t>
                </a:r>
                <a:r>
                  <a:rPr lang="es-AR" sz="1800" dirty="0" err="1"/>
                  <a:t>funci</a:t>
                </a:r>
                <a:r>
                  <a:rPr lang="es-ES" sz="1800" dirty="0" err="1"/>
                  <a:t>ón</a:t>
                </a:r>
                <a:r>
                  <a:rPr lang="es-ES" sz="1800" dirty="0"/>
                  <a:t> </a:t>
                </a:r>
                <a:r>
                  <a:rPr lang="es-ES" sz="1800" dirty="0" err="1"/>
                  <a:t>sigmóidea</a:t>
                </a:r>
                <a:endParaRPr lang="es-ES" sz="1800" dirty="0"/>
              </a:p>
              <a:p>
                <a:pPr marL="114300" indent="0">
                  <a:spcBef>
                    <a:spcPts val="1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s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US" sz="1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E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s-ES" sz="1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ES" sz="18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s-E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s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s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ES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p>
                                          <m:r>
                                            <a:rPr lang="es-US" sz="18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s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s-US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s-US" sz="1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s-AR" sz="1800" dirty="0"/>
              </a:p>
              <a:p>
                <a:pPr>
                  <a:spcBef>
                    <a:spcPts val="1600"/>
                  </a:spcBef>
                  <a:buFont typeface="Arial" panose="020B0604020202020204" pitchFamily="34" charset="0"/>
                  <a:buChar char="•"/>
                </a:pPr>
                <a:r>
                  <a:rPr lang="es-AR" sz="1800" dirty="0"/>
                  <a:t>Tiene la forma:</a:t>
                </a:r>
              </a:p>
            </p:txBody>
          </p:sp>
        </mc:Choice>
        <mc:Fallback xmlns="">
          <p:sp>
            <p:nvSpPr>
              <p:cNvPr id="91" name="Google Shape;91;p1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28954" y="1395046"/>
                <a:ext cx="5871965" cy="3494369"/>
              </a:xfrm>
              <a:prstGeom prst="rect">
                <a:avLst/>
              </a:prstGeom>
              <a:blipFill>
                <a:blip r:embed="rId3"/>
                <a:stretch>
                  <a:fillRect l="-623" b="-1012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oogle Shape;220;p36">
            <a:extLst>
              <a:ext uri="{FF2B5EF4-FFF2-40B4-BE49-F238E27FC236}">
                <a16:creationId xmlns:a16="http://schemas.microsoft.com/office/drawing/2014/main" id="{CF2414AD-64AD-4AAB-5590-8B931A8948B3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091606" y="1782955"/>
            <a:ext cx="2722818" cy="1962046"/>
          </a:xfrm>
          <a:prstGeom prst="rect">
            <a:avLst/>
          </a:prstGeom>
          <a:noFill/>
        </p:spPr>
      </p:pic>
      <p:pic>
        <p:nvPicPr>
          <p:cNvPr id="5" name="Google Shape;126;p22">
            <a:extLst>
              <a:ext uri="{FF2B5EF4-FFF2-40B4-BE49-F238E27FC236}">
                <a16:creationId xmlns:a16="http://schemas.microsoft.com/office/drawing/2014/main" id="{0737EF3A-AF48-CEDB-F2AA-369C0DB7E1F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1606" y="3745001"/>
            <a:ext cx="2754889" cy="139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3F2597-F8B6-F7C9-087D-BC557587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713" y="625880"/>
            <a:ext cx="7900796" cy="519880"/>
          </a:xfrm>
        </p:spPr>
        <p:txBody>
          <a:bodyPr anchor="b">
            <a:noAutofit/>
          </a:bodyPr>
          <a:lstStyle/>
          <a:p>
            <a:r>
              <a:rPr lang="es-AR" sz="3200" b="1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Economica"/>
              </a:rPr>
              <a:t>Repaso de la regresión logística: Coste</a:t>
            </a:r>
            <a:endParaRPr lang="es-AR" sz="3200" b="1" cap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Google Shape;114;p21"/>
              <p:cNvSpPr txBox="1">
                <a:spLocks noGrp="1"/>
              </p:cNvSpPr>
              <p:nvPr>
                <p:ph idx="1"/>
              </p:nvPr>
            </p:nvSpPr>
            <p:spPr>
              <a:xfrm>
                <a:off x="316523" y="1594338"/>
                <a:ext cx="8688596" cy="3549162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>
                  <a:buNone/>
                </a:pPr>
                <a:r>
                  <a:rPr lang="es-AR" sz="1800" dirty="0"/>
                  <a:t>Se disponen de </a:t>
                </a:r>
                <a:r>
                  <a:rPr lang="es-AR" sz="1800" i="1" dirty="0"/>
                  <a:t>m</a:t>
                </a:r>
                <a:r>
                  <a:rPr lang="es-AR" sz="1800" dirty="0"/>
                  <a:t> instancias: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E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E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s-E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s-E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E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s-E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, …,</m:t>
                        </m:r>
                        <m:d>
                          <m:dPr>
                            <m:ctrlPr>
                              <a:rPr lang="es-E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E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s-E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ES" sz="18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s-AR" sz="1800" dirty="0"/>
              </a:p>
              <a:p>
                <a:pPr marL="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s-AR" sz="1800" dirty="0"/>
                  <a:t>Se pretende predecir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s-AR" sz="1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s-E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</m:oMath>
                </a14:m>
                <a:endParaRPr lang="es-AR" sz="1800" dirty="0"/>
              </a:p>
              <a:p>
                <a:pPr marL="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s-AR" sz="1800" dirty="0"/>
                  <a:t>Luego, buscamos minimizar (en regresión logística):</a:t>
                </a:r>
              </a:p>
              <a:p>
                <a:pPr marL="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E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func>
                            <m:funcPr>
                              <m:ctrlPr>
                                <a:rPr lang="es-E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ES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acc>
                                <m:accPr>
                                  <m:chr m:val="̂"/>
                                  <m:ctrlPr>
                                    <a:rPr lang="es-E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func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s-E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s-E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s-AR" sz="1800" dirty="0"/>
              </a:p>
              <a:p>
                <a:pPr marL="0" lvl="0" indent="0" algn="l" rtl="0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lang="es-AR" sz="1800" dirty="0"/>
                  <a:t>Siendo entonces la función de coste: </a:t>
                </a:r>
                <a14:m>
                  <m:oMath xmlns:m="http://schemas.openxmlformats.org/officeDocument/2006/math">
                    <m:r>
                      <a:rPr lang="es-A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𝒥</m:t>
                    </m:r>
                    <m:d>
                      <m:dPr>
                        <m:ctrlP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E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s-E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p>
                                <m:d>
                                  <m:d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s-E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</m:nary>
                  </m:oMath>
                </a14:m>
                <a:endParaRPr lang="es-AR" sz="1800" dirty="0"/>
              </a:p>
              <a:p>
                <a:pPr marL="0" lvl="0" indent="0" algn="l" rtl="0">
                  <a:spcBef>
                    <a:spcPts val="1600"/>
                  </a:spcBef>
                  <a:spcAft>
                    <a:spcPts val="1600"/>
                  </a:spcAft>
                  <a:buNone/>
                </a:pPr>
                <a:r>
                  <a:rPr lang="es-AR" sz="1800" dirty="0"/>
                  <a:t>Para minimizarla, usamos descenso por gradientes. Necesitaremos: </a:t>
                </a:r>
              </a:p>
              <a:p>
                <a:pPr marL="0" lvl="0" indent="0" algn="l" rtl="0">
                  <a:spcBef>
                    <a:spcPts val="1600"/>
                  </a:spcBef>
                  <a:spcAft>
                    <a:spcPts val="1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𝒥</m:t>
                      </m:r>
                      <m:d>
                        <m:dPr>
                          <m:ctrlP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s-E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f>
                            <m:fPr>
                              <m:ctrlPr>
                                <a:rPr lang="es-E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s-E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s-E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s-E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s-E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s-E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sz="1800" dirty="0"/>
              </a:p>
            </p:txBody>
          </p:sp>
        </mc:Choice>
        <mc:Fallback xmlns="">
          <p:sp>
            <p:nvSpPr>
              <p:cNvPr id="114" name="Google Shape;114;p2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6523" y="1594338"/>
                <a:ext cx="8688596" cy="3549162"/>
              </a:xfrm>
              <a:prstGeom prst="rect">
                <a:avLst/>
              </a:prstGeom>
              <a:blipFill>
                <a:blip r:embed="rId3"/>
                <a:stretch>
                  <a:fillRect l="-63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/>
        </p:nvSpPr>
        <p:spPr>
          <a:xfrm>
            <a:off x="1522391" y="593099"/>
            <a:ext cx="7351800" cy="779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lvl="0" indent="0"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Economica"/>
                <a:cs typeface="Economica"/>
              </a:defRPr>
            </a:lvl1pPr>
          </a:lstStyle>
          <a:p>
            <a:r>
              <a:rPr lang="en" dirty="0">
                <a:solidFill>
                  <a:schemeClr val="tx1"/>
                </a:solidFill>
                <a:sym typeface="Economica"/>
              </a:rPr>
              <a:t>Redes Neuronales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0039" y="1781907"/>
            <a:ext cx="6045838" cy="329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/>
        </p:nvSpPr>
        <p:spPr>
          <a:xfrm>
            <a:off x="562082" y="504091"/>
            <a:ext cx="7351800" cy="77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lvl="0" indent="0"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Economica"/>
                <a:cs typeface="Economica"/>
              </a:defRPr>
            </a:lvl1pPr>
          </a:lstStyle>
          <a:p>
            <a:r>
              <a:rPr lang="en" dirty="0">
                <a:solidFill>
                  <a:schemeClr val="tx1"/>
                </a:solidFill>
                <a:sym typeface="Economica"/>
              </a:rPr>
              <a:t>Redes Neuronales</a:t>
            </a:r>
            <a:endParaRPr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Google Shape;138;p2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52785" y="1652954"/>
                <a:ext cx="8179515" cy="3366721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AR" sz="1800" dirty="0"/>
                  <a:t>Funciones de Activación:</a:t>
                </a:r>
              </a:p>
              <a:p>
                <a:pPr lvl="0" algn="l" rtl="0">
                  <a:spcBef>
                    <a:spcPts val="1600"/>
                  </a:spcBef>
                  <a:spcAft>
                    <a:spcPts val="0"/>
                  </a:spcAft>
                  <a:buSzPts val="1800"/>
                  <a:buFont typeface="Arial" panose="020B0604020202020204" pitchFamily="34" charset="0"/>
                  <a:buChar char="•"/>
                </a:pPr>
                <a:r>
                  <a:rPr lang="es-AR" sz="1800" b="1" dirty="0"/>
                  <a:t>Sigmoid</a:t>
                </a:r>
                <a:r>
                  <a:rPr lang="es-AR" sz="1800" dirty="0"/>
                  <a:t> (como en la regresión logística)</a:t>
                </a:r>
              </a:p>
              <a:p>
                <a:pPr marL="114300" lvl="0" indent="0">
                  <a:spcBef>
                    <a:spcPts val="1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s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US" sz="18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E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ES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s-ES" sz="1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ES" sz="18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s-E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s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s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ES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p>
                                          <m:r>
                                            <a:rPr lang="es-US" sz="18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s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s-US" sz="1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s-US" sz="1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s-AR" sz="1800" dirty="0"/>
              </a:p>
              <a:p>
                <a:pPr lvl="0" algn="l" rtl="0">
                  <a:spcBef>
                    <a:spcPts val="0"/>
                  </a:spcBef>
                  <a:spcAft>
                    <a:spcPts val="0"/>
                  </a:spcAft>
                  <a:buSzPts val="1800"/>
                  <a:buFont typeface="Arial" panose="020B0604020202020204" pitchFamily="34" charset="0"/>
                  <a:buChar char="•"/>
                </a:pPr>
                <a:r>
                  <a:rPr lang="es-AR" sz="1800" b="1" dirty="0" err="1"/>
                  <a:t>tanh</a:t>
                </a:r>
                <a:r>
                  <a:rPr lang="es-AR" sz="1800" dirty="0"/>
                  <a:t>:</a:t>
                </a:r>
              </a:p>
              <a:p>
                <a:pPr marL="11430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s-US" sz="18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A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⁡(−</m:t>
                          </m:r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func>
                            <m:funcPr>
                              <m:ctrlP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⁡(−</m:t>
                          </m:r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AR" sz="1800" i="1" dirty="0"/>
              </a:p>
              <a:p>
                <a:pPr marL="114300" lvl="0" indent="0">
                  <a:buNone/>
                </a:pPr>
                <a:endParaRPr lang="es-AR" sz="1800" i="1" dirty="0"/>
              </a:p>
              <a:p>
                <a:pPr lvl="0" algn="l" rtl="0">
                  <a:spcBef>
                    <a:spcPts val="0"/>
                  </a:spcBef>
                  <a:spcAft>
                    <a:spcPts val="0"/>
                  </a:spcAft>
                  <a:buSzPts val="1800"/>
                  <a:buFont typeface="Arial" panose="020B0604020202020204" pitchFamily="34" charset="0"/>
                  <a:buChar char="•"/>
                </a:pPr>
                <a:r>
                  <a:rPr lang="es-AR" sz="1800" dirty="0"/>
                  <a:t>Rectified Linear Unit (</a:t>
                </a:r>
                <a:r>
                  <a:rPr lang="es-AR" sz="1800" b="1" dirty="0"/>
                  <a:t>ReLU</a:t>
                </a:r>
                <a:r>
                  <a:rPr lang="es-AR" sz="1800" dirty="0"/>
                  <a:t>): </a:t>
                </a:r>
              </a:p>
              <a:p>
                <a:pPr marL="11430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s-US" sz="1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ES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fName>
                        <m:e>
                          <m:d>
                            <m:dPr>
                              <m:ctrlP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br>
                  <a:rPr lang="es-AR" sz="1800" dirty="0"/>
                </a:br>
                <a:endParaRPr lang="es-AR" sz="1800" dirty="0"/>
              </a:p>
              <a:p>
                <a:pPr marL="0" lvl="0" indent="0" algn="l" rtl="0">
                  <a:spcBef>
                    <a:spcPts val="16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s-AR" sz="1800" dirty="0"/>
              </a:p>
              <a:p>
                <a:pPr marL="0" lvl="0" indent="0" algn="l" rtl="0">
                  <a:spcBef>
                    <a:spcPts val="1600"/>
                  </a:spcBef>
                  <a:spcAft>
                    <a:spcPts val="1600"/>
                  </a:spcAft>
                  <a:buNone/>
                </a:pPr>
                <a:endParaRPr sz="1800" dirty="0"/>
              </a:p>
            </p:txBody>
          </p:sp>
        </mc:Choice>
        <mc:Fallback xmlns="">
          <p:sp>
            <p:nvSpPr>
              <p:cNvPr id="138" name="Google Shape;138;p2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52785" y="1652954"/>
                <a:ext cx="8179515" cy="3366721"/>
              </a:xfrm>
              <a:prstGeom prst="rect">
                <a:avLst/>
              </a:prstGeom>
              <a:blipFill>
                <a:blip r:embed="rId3"/>
                <a:stretch>
                  <a:fillRect l="-59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: esquinas redondeadas 3">
            <a:hlinkClick r:id="rId4"/>
            <a:extLst>
              <a:ext uri="{FF2B5EF4-FFF2-40B4-BE49-F238E27FC236}">
                <a16:creationId xmlns:a16="http://schemas.microsoft.com/office/drawing/2014/main" id="{F52B7B4C-2145-E3D2-64F2-A77A71E82529}"/>
              </a:ext>
            </a:extLst>
          </p:cNvPr>
          <p:cNvSpPr/>
          <p:nvPr/>
        </p:nvSpPr>
        <p:spPr>
          <a:xfrm>
            <a:off x="7913882" y="4614863"/>
            <a:ext cx="887218" cy="40481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dirty="0"/>
              <a:t>Link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51;p26">
            <a:extLst>
              <a:ext uri="{FF2B5EF4-FFF2-40B4-BE49-F238E27FC236}">
                <a16:creationId xmlns:a16="http://schemas.microsoft.com/office/drawing/2014/main" id="{96D72933-8C26-D67F-702B-4CBC91103E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762" y="543599"/>
            <a:ext cx="7475435" cy="618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lvl="0" indent="0"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Economica"/>
                <a:cs typeface="Economica"/>
              </a:defRPr>
            </a:lvl1pPr>
          </a:lstStyle>
          <a:p>
            <a:r>
              <a:rPr lang="es-AR" cap="none" dirty="0">
                <a:solidFill>
                  <a:schemeClr val="tx1"/>
                </a:solidFill>
                <a:sym typeface="Economica"/>
              </a:rPr>
              <a:t>Regresión </a:t>
            </a:r>
            <a:r>
              <a:rPr lang="es-AR" cap="none" dirty="0" err="1">
                <a:solidFill>
                  <a:schemeClr val="tx1"/>
                </a:solidFill>
                <a:sym typeface="Economica"/>
              </a:rPr>
              <a:t>softmax</a:t>
            </a:r>
            <a:r>
              <a:rPr lang="es-AR" cap="none" dirty="0">
                <a:solidFill>
                  <a:schemeClr val="tx1"/>
                </a:solidFill>
                <a:sym typeface="Economica"/>
              </a:rPr>
              <a:t> (múltiples clases)</a:t>
            </a:r>
            <a:endParaRPr lang="es-AR" cap="none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Google Shape;150;p26"/>
              <p:cNvSpPr txBox="1">
                <a:spLocks noGrp="1"/>
              </p:cNvSpPr>
              <p:nvPr>
                <p:ph idx="1"/>
              </p:nvPr>
            </p:nvSpPr>
            <p:spPr>
              <a:xfrm>
                <a:off x="512762" y="1590575"/>
                <a:ext cx="7935897" cy="350896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MX" sz="1400" dirty="0">
                    <a:solidFill>
                      <a:schemeClr val="tx2">
                        <a:lumMod val="50000"/>
                      </a:schemeClr>
                    </a:solidFill>
                  </a:rPr>
                  <a:t>Buscamos predecir un vector de probabilidades (cada clase es una dimensión del vector).</a:t>
                </a:r>
              </a:p>
              <a:p>
                <a:pPr marL="0" lvl="0" indent="0" algn="l" rtl="0">
                  <a:spcBef>
                    <a:spcPts val="1600"/>
                  </a:spcBef>
                  <a:spcAft>
                    <a:spcPts val="1600"/>
                  </a:spcAft>
                  <a:buNone/>
                </a:pPr>
                <a:r>
                  <a:rPr lang="es-MX" sz="1400" dirty="0">
                    <a:solidFill>
                      <a:schemeClr val="tx2">
                        <a:lumMod val="50000"/>
                      </a:schemeClr>
                    </a:solidFill>
                  </a:rPr>
                  <a:t>Modificamos nuestra hipótesis:</a:t>
                </a:r>
              </a:p>
              <a:p>
                <a:pPr marL="0" lvl="0" indent="0">
                  <a:spcBef>
                    <a:spcPts val="1600"/>
                  </a:spcBef>
                  <a:spcAft>
                    <a:spcPts val="1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sz="1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ar-AE" sz="1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4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14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ar-AE" sz="14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ar-AE" sz="14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ar-AE" sz="14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ar-AE" sz="14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7"/>
                                  </m:rPr>
                                  <a:rPr lang="ar-AE" sz="14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 sz="14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ar-AE" sz="14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ar-AE" sz="14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ar-AE" sz="14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ar-AE" sz="14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140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1400" b="0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m:rPr>
                                    <m:brk m:alnAt="7"/>
                                  </m:rP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ar-AE" sz="14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ar-AE" sz="14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ar-AE" sz="14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sz="14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5"/>
                                </m:rPr>
                                <a:rPr lang="ar-AE" sz="14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sz="14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s-MX" sz="1400" b="0" i="0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s-MX" sz="14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p>
                                <m:sSupPr>
                                  <m:ctrlPr>
                                    <a:rPr lang="ar-AE" sz="1400" b="0" i="1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400" b="0" i="1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ar-AE" sz="1400" b="0" i="1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ar-AE" sz="1400" b="0" i="1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ar-AE" sz="1400" b="0" i="1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ar-AE" sz="14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nary>
                          <m:r>
                            <a:rPr lang="ar-AE" sz="1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1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</m:den>
                      </m:f>
                      <m:r>
                        <a:rPr lang="ar-AE" sz="14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4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14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ar-AE" sz="14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14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ar-AE" sz="14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sz="1400" i="1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r>
                                      <a:rPr lang="ar-AE" sz="1400" b="0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ar-AE" sz="1400" i="1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1400" i="1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ar-AE" sz="1400" i="1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sz="14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  <m:r>
                                      <a:rPr lang="ar-AE" sz="1400" i="1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ar-AE" sz="1400" i="1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1400" i="1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ar-AE" sz="1400" i="1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sz="1400" b="0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</m:d>
                                    <m:r>
                                      <a:rPr lang="ar-AE" sz="1400" i="1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ar-AE" sz="1400" i="1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1400" dirty="0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MX" sz="1400" dirty="0">
                    <a:solidFill>
                      <a:schemeClr val="tx2">
                        <a:lumMod val="50000"/>
                      </a:schemeClr>
                    </a:solidFill>
                  </a:rPr>
                  <a:t>Cambia la función de costo:</a:t>
                </a:r>
              </a:p>
              <a:p>
                <a:pPr marL="0" lvl="0" indent="0" algn="l" rtl="0">
                  <a:spcBef>
                    <a:spcPts val="16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4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ar-AE" sz="1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ar-AE" sz="1400" b="0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Pre>
                        <m:sPrePr>
                          <m:ctrlPr>
                            <a:rPr lang="ar-AE" sz="1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ar-AE" sz="1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sSup>
                            <m:sSupPr>
                              <m:ctrlPr>
                                <a:rPr lang="ar-AE" sz="14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400" b="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ar-AE" sz="1400" b="0" i="1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400" b="0" i="1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ar-AE" sz="1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1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14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ar-AE" sz="1400" i="1" smtClean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ar-AE" sz="1400" i="1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ar-AE" sz="1400" b="0" i="1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ar-AE" sz="1400" b="0" i="1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ar-AE" sz="1400" b="0" i="1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ar-AE" sz="1400" b="0" i="1" smtClean="0">
                                      <a:solidFill>
                                        <a:schemeClr val="tx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ar-AE" sz="1400" i="1" smtClean="0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ar-AE" sz="1400" b="0" i="1" smtClean="0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ar-AE" sz="1400" b="0" i="1" smtClean="0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ar-AE" sz="1400" b="0" i="1" smtClean="0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ar-AE" sz="1400" b="0" i="1" smtClean="0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p>
                                    <m:e>
                                      <m:r>
                                        <a:rPr lang="ar-AE" sz="1400" b="0" i="1" smtClean="0">
                                          <a:solidFill>
                                            <a:schemeClr val="tx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ar-AE" sz="1400" b="0" i="1" smtClean="0">
                                              <a:solidFill>
                                                <a:schemeClr val="tx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ar-AE" sz="1400" b="0" i="1" smtClean="0">
                                                  <a:solidFill>
                                                    <a:schemeClr val="tx2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ar-AE" sz="1400" b="0" i="1" smtClean="0">
                                                  <a:solidFill>
                                                    <a:schemeClr val="tx2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ar-AE" sz="1400" b="0" i="1" smtClean="0">
                                                      <a:solidFill>
                                                        <a:schemeClr val="tx2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ar-AE" sz="1400" b="0" i="1" smtClean="0">
                                                      <a:solidFill>
                                                        <a:schemeClr val="tx2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  <m:r>
                                            <a:rPr lang="ar-AE" sz="1400" b="0" i="1" smtClean="0">
                                              <a:solidFill>
                                                <a:schemeClr val="tx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ar-AE" sz="1400" b="0" i="1" smtClean="0">
                                              <a:solidFill>
                                                <a:schemeClr val="tx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  <m:func>
                                        <m:funcPr>
                                          <m:ctrlPr>
                                            <a:rPr lang="ar-AE" sz="1400" b="0" i="1" smtClean="0">
                                              <a:solidFill>
                                                <a:schemeClr val="tx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a:rPr lang="ar-AE" sz="1400" b="0" i="0" smtClean="0">
                                              <a:solidFill>
                                                <a:schemeClr val="tx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s-MX" sz="1400" b="0" i="0" smtClean="0">
                                              <a:solidFill>
                                                <a:schemeClr val="tx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fName>
                                        <m:e>
                                          <m:f>
                                            <m:fPr>
                                              <m:ctrlPr>
                                                <a:rPr lang="ar-AE" sz="1400" b="0" i="1" smtClean="0">
                                                  <a:solidFill>
                                                    <a:schemeClr val="tx2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func>
                                                <m:funcPr>
                                                  <m:ctrlPr>
                                                    <a:rPr lang="ar-AE" sz="1400" b="0" i="1" smtClean="0">
                                                      <a:solidFill>
                                                        <a:schemeClr val="tx2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s-MX" sz="1400" b="0" i="0" smtClean="0">
                                                      <a:solidFill>
                                                        <a:schemeClr val="tx2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exp</m:t>
                                                  </m:r>
                                                </m:fNam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ar-AE" sz="1400" b="0" i="1" smtClean="0">
                                                          <a:solidFill>
                                                            <a:schemeClr val="tx2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p>
                                                        <m:sSupPr>
                                                          <m:ctrlPr>
                                                            <a:rPr lang="ar-AE" sz="1400" b="0" i="1" smtClean="0">
                                                              <a:solidFill>
                                                                <a:schemeClr val="tx2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ar-AE" sz="1400" b="0" i="1" smtClean="0">
                                                              <a:solidFill>
                                                                <a:schemeClr val="tx2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𝜃</m:t>
                                                          </m:r>
                                                        </m:e>
                                                        <m:sup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ar-AE" sz="1400" b="0" i="1" smtClean="0">
                                                                  <a:solidFill>
                                                                    <a:schemeClr val="tx2">
                                                                      <a:lumMod val="50000"/>
                                                                    </a:schemeClr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ar-AE" sz="1400" b="0" i="1" smtClean="0">
                                                                  <a:solidFill>
                                                                    <a:schemeClr val="tx2">
                                                                      <a:lumMod val="50000"/>
                                                                    </a:schemeClr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𝑘</m:t>
                                                              </m:r>
                                                            </m:e>
                                                          </m:d>
                                                          <m:r>
                                                            <a:rPr lang="ar-AE" sz="1400" b="0" i="1" smtClean="0">
                                                              <a:solidFill>
                                                                <a:schemeClr val="tx2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𝑇</m:t>
                                                          </m:r>
                                                        </m:sup>
                                                      </m:sSup>
                                                      <m:sSup>
                                                        <m:sSupPr>
                                                          <m:ctrlPr>
                                                            <a:rPr lang="ar-AE" sz="1400" b="0" i="1" smtClean="0">
                                                              <a:solidFill>
                                                                <a:schemeClr val="tx2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ar-AE" sz="1400" b="0" i="1" smtClean="0">
                                                              <a:solidFill>
                                                                <a:schemeClr val="tx2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𝑥</m:t>
                                                          </m:r>
                                                        </m:e>
                                                        <m:sup>
                                                          <m:d>
                                                            <m:dPr>
                                                              <m:ctrlPr>
                                                                <a:rPr lang="ar-AE" sz="1400" b="0" i="1" smtClean="0">
                                                                  <a:solidFill>
                                                                    <a:schemeClr val="tx2">
                                                                      <a:lumMod val="50000"/>
                                                                    </a:schemeClr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dPr>
                                                            <m:e>
                                                              <m:r>
                                                                <a:rPr lang="ar-AE" sz="1400" b="0" i="1" smtClean="0">
                                                                  <a:solidFill>
                                                                    <a:schemeClr val="tx2">
                                                                      <a:lumMod val="50000"/>
                                                                    </a:schemeClr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e>
                                                          </m:d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</m:e>
                                              </m:func>
                                            </m:num>
                                            <m:den>
                                              <m:nary>
                                                <m:naryPr>
                                                  <m:chr m:val="∑"/>
                                                  <m:ctrlPr>
                                                    <a:rPr lang="ar-AE" sz="1400" b="0" i="1" smtClean="0">
                                                      <a:solidFill>
                                                        <a:schemeClr val="tx2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naryPr>
                                                <m:sub>
                                                  <m:r>
                                                    <m:rPr>
                                                      <m:brk m:alnAt="23"/>
                                                    </m:rPr>
                                                    <a:rPr lang="ar-AE" sz="1400" b="0" i="1" smtClean="0">
                                                      <a:solidFill>
                                                        <a:schemeClr val="tx2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ar-AE" sz="1400" b="0" i="1" smtClean="0">
                                                      <a:solidFill>
                                                        <a:schemeClr val="tx2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=</m:t>
                                                  </m:r>
                                                  <m:r>
                                                    <a:rPr lang="ar-AE" sz="1400" b="0" i="1" smtClean="0">
                                                      <a:solidFill>
                                                        <a:schemeClr val="tx2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ar-AE" sz="1400" b="0" i="1" smtClean="0">
                                                      <a:solidFill>
                                                        <a:schemeClr val="tx2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𝐾</m:t>
                                                  </m:r>
                                                </m:sup>
                                                <m:e>
                                                  <m:func>
                                                    <m:funcPr>
                                                      <m:ctrlPr>
                                                        <a:rPr lang="ar-AE" sz="1400" b="0" i="1" smtClean="0">
                                                          <a:solidFill>
                                                            <a:schemeClr val="tx2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uncPr>
                                                    <m:fNam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s-MX" sz="1400" b="0" i="0" smtClean="0">
                                                          <a:solidFill>
                                                            <a:schemeClr val="tx2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exp</m:t>
                                                      </m:r>
                                                    </m:fName>
                                                    <m:e>
                                                      <m:d>
                                                        <m:dPr>
                                                          <m:ctrlPr>
                                                            <a:rPr lang="ar-AE" sz="1400" b="0" i="1" smtClean="0">
                                                              <a:solidFill>
                                                                <a:schemeClr val="tx2">
                                                                  <a:lumMod val="5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p>
                                                            <m:sSupPr>
                                                              <m:ctrlPr>
                                                                <a:rPr lang="ar-AE" sz="1400" b="0" i="1" smtClean="0">
                                                                  <a:solidFill>
                                                                    <a:schemeClr val="tx2">
                                                                      <a:lumMod val="50000"/>
                                                                    </a:schemeClr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pPr>
                                                            <m:e>
                                                              <m:r>
                                                                <a:rPr lang="ar-AE" sz="1400" b="0" i="1" smtClean="0">
                                                                  <a:solidFill>
                                                                    <a:schemeClr val="tx2">
                                                                      <a:lumMod val="50000"/>
                                                                    </a:schemeClr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𝜃</m:t>
                                                              </m:r>
                                                            </m:e>
                                                            <m:sup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ar-AE" sz="1400" b="0" i="1" smtClean="0">
                                                                      <a:solidFill>
                                                                        <a:schemeClr val="tx2">
                                                                          <a:lumMod val="50000"/>
                                                                        </a:schemeClr>
                                                                      </a:solidFill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ar-AE" sz="1400" b="0" i="1" smtClean="0">
                                                                      <a:solidFill>
                                                                        <a:schemeClr val="tx2">
                                                                          <a:lumMod val="50000"/>
                                                                        </a:schemeClr>
                                                                      </a:solidFill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𝑗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  <m:r>
                                                                <a:rPr lang="ar-AE" sz="1400" b="0" i="1" smtClean="0">
                                                                  <a:solidFill>
                                                                    <a:schemeClr val="tx2">
                                                                      <a:lumMod val="50000"/>
                                                                    </a:schemeClr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𝑇</m:t>
                                                              </m:r>
                                                            </m:sup>
                                                          </m:sSup>
                                                          <m:sSup>
                                                            <m:sSupPr>
                                                              <m:ctrlPr>
                                                                <a:rPr lang="ar-AE" sz="1400" b="0" i="1" smtClean="0">
                                                                  <a:solidFill>
                                                                    <a:schemeClr val="tx2">
                                                                      <a:lumMod val="50000"/>
                                                                    </a:schemeClr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pPr>
                                                            <m:e>
                                                              <m:r>
                                                                <a:rPr lang="ar-AE" sz="1400" b="0" i="1" smtClean="0">
                                                                  <a:solidFill>
                                                                    <a:schemeClr val="tx2">
                                                                      <a:lumMod val="50000"/>
                                                                    </a:schemeClr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𝑥</m:t>
                                                              </m:r>
                                                            </m:e>
                                                            <m:sup>
                                                              <m:d>
                                                                <m:dPr>
                                                                  <m:ctrlPr>
                                                                    <a:rPr lang="ar-AE" sz="1400" b="0" i="1" smtClean="0">
                                                                      <a:solidFill>
                                                                        <a:schemeClr val="tx2">
                                                                          <a:lumMod val="50000"/>
                                                                        </a:schemeClr>
                                                                      </a:solidFill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dPr>
                                                                <m:e>
                                                                  <m:r>
                                                                    <a:rPr lang="ar-AE" sz="1400" b="0" i="1" smtClean="0">
                                                                      <a:solidFill>
                                                                        <a:schemeClr val="tx2">
                                                                          <a:lumMod val="50000"/>
                                                                        </a:schemeClr>
                                                                      </a:solidFill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  <m:t>𝑖</m:t>
                                                                  </m:r>
                                                                </m:e>
                                                              </m:d>
                                                            </m:sup>
                                                          </m:sSup>
                                                        </m:e>
                                                      </m:d>
                                                    </m:e>
                                                  </m:func>
                                                </m:e>
                                              </m:nary>
                                            </m:den>
                                          </m:f>
                                        </m:e>
                                      </m:func>
                                    </m:e>
                                  </m:nary>
                                </m:e>
                              </m:nary>
                            </m:e>
                          </m:d>
                        </m:e>
                      </m:sPre>
                    </m:oMath>
                  </m:oMathPara>
                </a14:m>
                <a:endParaRPr lang="ar-AE" sz="1400" dirty="0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 marL="0" lvl="0" indent="0">
                  <a:spcBef>
                    <a:spcPts val="1600"/>
                  </a:spcBef>
                  <a:spcAft>
                    <a:spcPts val="1600"/>
                  </a:spcAft>
                  <a:buNone/>
                </a:pPr>
                <a:r>
                  <a:rPr lang="es-MX" sz="1400" dirty="0">
                    <a:solidFill>
                      <a:schemeClr val="tx2">
                        <a:lumMod val="50000"/>
                      </a:schemeClr>
                    </a:solidFill>
                  </a:rPr>
                  <a:t>Donde el valor de </a:t>
                </a:r>
                <a14:m>
                  <m:oMath xmlns:m="http://schemas.openxmlformats.org/officeDocument/2006/math">
                    <m:r>
                      <a:rPr lang="es-MX" sz="140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s-MX" sz="140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sSupPr>
                        <m:ctrlPr>
                          <a:rPr lang="ar-AE" sz="1400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ar-AE" sz="1400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ar-AE" sz="140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40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 sz="1400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ar-AE" sz="1400" dirty="0">
                    <a:solidFill>
                      <a:schemeClr val="tx2">
                        <a:lumMod val="50000"/>
                      </a:schemeClr>
                    </a:solidFill>
                  </a:rPr>
                  <a:t> </a:t>
                </a:r>
                <a:r>
                  <a:rPr lang="es-MX" sz="1400" dirty="0">
                    <a:solidFill>
                      <a:schemeClr val="tx2">
                        <a:lumMod val="50000"/>
                      </a:schemeClr>
                    </a:solidFill>
                  </a:rPr>
                  <a:t>es igual a 1 si la condición entre {} se cumple y 0 en caso contrario. </a:t>
                </a:r>
              </a:p>
            </p:txBody>
          </p:sp>
        </mc:Choice>
        <mc:Fallback xmlns="">
          <p:sp>
            <p:nvSpPr>
              <p:cNvPr id="150" name="Google Shape;150;p2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2762" y="1590575"/>
                <a:ext cx="7935897" cy="3508964"/>
              </a:xfrm>
              <a:prstGeom prst="rect">
                <a:avLst/>
              </a:prstGeom>
              <a:blipFill>
                <a:blip r:embed="rId3"/>
                <a:stretch>
                  <a:fillRect l="-230" b="-243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65;p28">
            <a:extLst>
              <a:ext uri="{FF2B5EF4-FFF2-40B4-BE49-F238E27FC236}">
                <a16:creationId xmlns:a16="http://schemas.microsoft.com/office/drawing/2014/main" id="{94B124FD-C705-4B33-79AF-62D802827B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3881" y="921133"/>
            <a:ext cx="2621784" cy="160519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>
            <a:defPPr>
              <a:defRPr lang="en-US"/>
            </a:defPPr>
            <a:lvl1pPr lvl="0" indent="0"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Economica"/>
                <a:cs typeface="Economica"/>
              </a:defRPr>
            </a:lvl1pPr>
          </a:lstStyle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i="0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Economica"/>
              </a:rPr>
              <a:t>Redes </a:t>
            </a:r>
            <a:r>
              <a:rPr lang="en-US" i="0" kern="1200" cap="none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Economica"/>
              </a:rPr>
              <a:t>neuronales</a:t>
            </a:r>
            <a:r>
              <a:rPr lang="en-US" i="0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  <a:sym typeface="Economica"/>
              </a:rPr>
              <a:t> </a:t>
            </a:r>
            <a:r>
              <a:rPr lang="en-US" i="0" kern="1200" cap="none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Economica"/>
              </a:rPr>
              <a:t>multiclases</a:t>
            </a:r>
            <a:endParaRPr lang="en-US" i="0" kern="1200" cap="none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Google Shape;166;p28" descr="Diagrama&#10;&#10;Descripción generada automáticamente">
            <a:extLst>
              <a:ext uri="{FF2B5EF4-FFF2-40B4-BE49-F238E27FC236}">
                <a16:creationId xmlns:a16="http://schemas.microsoft.com/office/drawing/2014/main" id="{292048B2-6467-7015-AE85-BB5920CBEF2D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05118" y="340145"/>
            <a:ext cx="5183563" cy="449674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1;p29">
            <a:extLst>
              <a:ext uri="{FF2B5EF4-FFF2-40B4-BE49-F238E27FC236}">
                <a16:creationId xmlns:a16="http://schemas.microsoft.com/office/drawing/2014/main" id="{526F8FFE-841D-011F-0E7B-1B104B7536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0701" y="560693"/>
            <a:ext cx="8082597" cy="581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lvl="0" indent="0"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Economica"/>
                <a:cs typeface="Economica"/>
              </a:defRPr>
            </a:lvl1pPr>
          </a:lstStyle>
          <a:p>
            <a:r>
              <a:rPr lang="es-AR" cap="none" dirty="0">
                <a:solidFill>
                  <a:schemeClr val="tx1"/>
                </a:solidFill>
                <a:sym typeface="Economica"/>
              </a:rPr>
              <a:t>Redes neuronales profundas (</a:t>
            </a:r>
            <a:r>
              <a:rPr lang="es-AR" cap="none" dirty="0" err="1">
                <a:solidFill>
                  <a:schemeClr val="tx1"/>
                </a:solidFill>
                <a:sym typeface="Economica"/>
              </a:rPr>
              <a:t>deep</a:t>
            </a:r>
            <a:r>
              <a:rPr lang="es-AR" cap="none" dirty="0">
                <a:solidFill>
                  <a:schemeClr val="tx1"/>
                </a:solidFill>
                <a:sym typeface="Economica"/>
              </a:rPr>
              <a:t> learning)</a:t>
            </a:r>
            <a:endParaRPr lang="es-AR" cap="none" dirty="0">
              <a:solidFill>
                <a:schemeClr val="tx1"/>
              </a:solidFill>
            </a:endParaRPr>
          </a:p>
        </p:txBody>
      </p:sp>
      <p:pic>
        <p:nvPicPr>
          <p:cNvPr id="6" name="Google Shape;172;p29">
            <a:extLst>
              <a:ext uri="{FF2B5EF4-FFF2-40B4-BE49-F238E27FC236}">
                <a16:creationId xmlns:a16="http://schemas.microsoft.com/office/drawing/2014/main" id="{4DA0182B-70A0-C2D2-D47F-1B143066266C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tretch/>
        </p:blipFill>
        <p:spPr>
          <a:xfrm>
            <a:off x="1675636" y="2491887"/>
            <a:ext cx="4273002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78;p30">
            <a:extLst>
              <a:ext uri="{FF2B5EF4-FFF2-40B4-BE49-F238E27FC236}">
                <a16:creationId xmlns:a16="http://schemas.microsoft.com/office/drawing/2014/main" id="{1B302E65-5B4C-97D7-044A-F2453D378C1B}"/>
              </a:ext>
            </a:extLst>
          </p:cNvPr>
          <p:cNvPicPr preferRelativeResize="0"/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2186"/>
          <a:stretch/>
        </p:blipFill>
        <p:spPr>
          <a:xfrm>
            <a:off x="395104" y="1484064"/>
            <a:ext cx="1499313" cy="1292723"/>
          </a:xfrm>
          <a:prstGeom prst="rect">
            <a:avLst/>
          </a:prstGeom>
        </p:spPr>
      </p:pic>
      <p:pic>
        <p:nvPicPr>
          <p:cNvPr id="9" name="Google Shape;178;p30">
            <a:extLst>
              <a:ext uri="{FF2B5EF4-FFF2-40B4-BE49-F238E27FC236}">
                <a16:creationId xmlns:a16="http://schemas.microsoft.com/office/drawing/2014/main" id="{380E8C8F-D7FE-6ADB-3341-043467D07D88}"/>
              </a:ext>
            </a:extLst>
          </p:cNvPr>
          <p:cNvPicPr preferRelativeResize="0"/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945" r="35008"/>
          <a:stretch/>
        </p:blipFill>
        <p:spPr>
          <a:xfrm>
            <a:off x="4689092" y="1636570"/>
            <a:ext cx="1943100" cy="1292723"/>
          </a:xfrm>
          <a:prstGeom prst="rect">
            <a:avLst/>
          </a:prstGeom>
        </p:spPr>
      </p:pic>
      <p:pic>
        <p:nvPicPr>
          <p:cNvPr id="10" name="Google Shape;178;p30">
            <a:extLst>
              <a:ext uri="{FF2B5EF4-FFF2-40B4-BE49-F238E27FC236}">
                <a16:creationId xmlns:a16="http://schemas.microsoft.com/office/drawing/2014/main" id="{7C2C58EF-3DDB-D1FC-EA89-563DF2AD1AE4}"/>
              </a:ext>
            </a:extLst>
          </p:cNvPr>
          <p:cNvPicPr preferRelativeResize="0"/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5699"/>
          <a:stretch/>
        </p:blipFill>
        <p:spPr>
          <a:xfrm>
            <a:off x="7014657" y="1693467"/>
            <a:ext cx="1848971" cy="1292723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42027816-3B39-5416-4823-95C2074CF00D}"/>
              </a:ext>
            </a:extLst>
          </p:cNvPr>
          <p:cNvCxnSpPr>
            <a:cxnSpLocks/>
            <a:endCxn id="8" idx="2"/>
          </p:cNvCxnSpPr>
          <p:nvPr/>
        </p:nvCxnSpPr>
        <p:spPr>
          <a:xfrm flipH="1" flipV="1">
            <a:off x="1144761" y="2776787"/>
            <a:ext cx="1815675" cy="6463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3C6D62A8-5C76-B1C3-2941-465A36B93D30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4292440" y="2929293"/>
            <a:ext cx="1368202" cy="3972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04C552BC-276B-74FE-6810-CB955293D11B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5613577" y="2986190"/>
            <a:ext cx="2325566" cy="7183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>
            <a:spLocks noGrp="1"/>
          </p:cNvSpPr>
          <p:nvPr>
            <p:ph type="body" idx="1"/>
          </p:nvPr>
        </p:nvSpPr>
        <p:spPr>
          <a:xfrm>
            <a:off x="548340" y="1423038"/>
            <a:ext cx="7674060" cy="35258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2">
                    <a:lumMod val="50000"/>
                  </a:schemeClr>
                </a:solidFill>
              </a:rPr>
              <a:t>Dataset:</a:t>
            </a:r>
            <a:endParaRPr sz="1600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2">
                    <a:lumMod val="50000"/>
                  </a:schemeClr>
                </a:solidFill>
              </a:rPr>
              <a:t>Train/Test/Validation</a:t>
            </a:r>
          </a:p>
          <a:p>
            <a:pPr marL="114300" indent="0">
              <a:spcBef>
                <a:spcPts val="1600"/>
              </a:spcBef>
              <a:buNone/>
            </a:pPr>
            <a:br>
              <a:rPr lang="en" sz="1600" dirty="0">
                <a:solidFill>
                  <a:schemeClr val="tx2">
                    <a:lumMod val="50000"/>
                  </a:schemeClr>
                </a:solidFill>
              </a:rPr>
            </a:br>
            <a:endParaRPr sz="1600" dirty="0">
              <a:solidFill>
                <a:schemeClr val="tx2">
                  <a:lumMod val="50000"/>
                </a:schemeClr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2">
                    <a:lumMod val="50000"/>
                  </a:schemeClr>
                </a:solidFill>
              </a:rPr>
              <a:t>Ahora?</a:t>
            </a:r>
            <a:endParaRPr sz="1600" dirty="0">
              <a:solidFill>
                <a:schemeClr val="tx2">
                  <a:lumMod val="50000"/>
                </a:schemeClr>
              </a:solidFill>
            </a:endParaRPr>
          </a:p>
          <a:p>
            <a:pPr lvl="1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" sz="1600" dirty="0">
                <a:solidFill>
                  <a:schemeClr val="tx2">
                    <a:lumMod val="50000"/>
                  </a:schemeClr>
                </a:solidFill>
              </a:rPr>
              <a:t>Muchísimos datos (&gt;&gt; 10.000.000 registros)</a:t>
            </a:r>
            <a:endParaRPr sz="1600" dirty="0">
              <a:solidFill>
                <a:schemeClr val="tx2">
                  <a:lumMod val="50000"/>
                </a:schemeClr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91" name="Google Shape;191;p32"/>
          <p:cNvSpPr txBox="1"/>
          <p:nvPr/>
        </p:nvSpPr>
        <p:spPr>
          <a:xfrm>
            <a:off x="727189" y="508827"/>
            <a:ext cx="7351800" cy="9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lvl="0" indent="0"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Economica"/>
                <a:cs typeface="Economica"/>
              </a:defRPr>
            </a:lvl1pPr>
          </a:lstStyle>
          <a:p>
            <a:r>
              <a:rPr lang="en" dirty="0">
                <a:solidFill>
                  <a:schemeClr val="tx1"/>
                </a:solidFill>
                <a:sym typeface="Economica"/>
              </a:rPr>
              <a:t>Redes Neuronales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E6848E0C-EDD3-267F-657D-4AF090F7CC3F}"/>
              </a:ext>
            </a:extLst>
          </p:cNvPr>
          <p:cNvGrpSpPr/>
          <p:nvPr/>
        </p:nvGrpSpPr>
        <p:grpSpPr>
          <a:xfrm>
            <a:off x="2217000" y="2319694"/>
            <a:ext cx="6005400" cy="380112"/>
            <a:chOff x="1569300" y="1993624"/>
            <a:chExt cx="6005400" cy="380112"/>
          </a:xfrm>
        </p:grpSpPr>
        <p:sp>
          <p:nvSpPr>
            <p:cNvPr id="192" name="Google Shape;192;p32"/>
            <p:cNvSpPr/>
            <p:nvPr/>
          </p:nvSpPr>
          <p:spPr>
            <a:xfrm>
              <a:off x="1569300" y="1993636"/>
              <a:ext cx="3633000" cy="380100"/>
            </a:xfrm>
            <a:prstGeom prst="rect">
              <a:avLst/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dirty="0"/>
                <a:t>Entrenamiento</a:t>
              </a:r>
              <a:endParaRPr dirty="0"/>
            </a:p>
          </p:txBody>
        </p:sp>
        <p:sp>
          <p:nvSpPr>
            <p:cNvPr id="193" name="Google Shape;193;p32"/>
            <p:cNvSpPr/>
            <p:nvPr/>
          </p:nvSpPr>
          <p:spPr>
            <a:xfrm>
              <a:off x="6388500" y="1993636"/>
              <a:ext cx="1186200" cy="380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dirty="0">
                  <a:solidFill>
                    <a:schemeClr val="accent2">
                      <a:lumMod val="50000"/>
                    </a:schemeClr>
                  </a:solidFill>
                </a:rPr>
                <a:t>Validación</a:t>
              </a:r>
              <a:endParaRPr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194" name="Google Shape;194;p32"/>
            <p:cNvSpPr/>
            <p:nvPr/>
          </p:nvSpPr>
          <p:spPr>
            <a:xfrm>
              <a:off x="5202300" y="1993624"/>
              <a:ext cx="1186200" cy="380100"/>
            </a:xfrm>
            <a:prstGeom prst="rect">
              <a:avLst/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dirty="0"/>
                <a:t>Test</a:t>
              </a:r>
              <a:endParaRPr dirty="0"/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730DEBCB-D87B-4C30-C818-067580E9A084}"/>
              </a:ext>
            </a:extLst>
          </p:cNvPr>
          <p:cNvGrpSpPr/>
          <p:nvPr/>
        </p:nvGrpSpPr>
        <p:grpSpPr>
          <a:xfrm>
            <a:off x="2221361" y="3444228"/>
            <a:ext cx="6001039" cy="380100"/>
            <a:chOff x="1569300" y="3245764"/>
            <a:chExt cx="6001039" cy="380100"/>
          </a:xfrm>
        </p:grpSpPr>
        <p:sp>
          <p:nvSpPr>
            <p:cNvPr id="195" name="Google Shape;195;p32"/>
            <p:cNvSpPr/>
            <p:nvPr/>
          </p:nvSpPr>
          <p:spPr>
            <a:xfrm>
              <a:off x="1569300" y="3245764"/>
              <a:ext cx="5811278" cy="380100"/>
            </a:xfrm>
            <a:prstGeom prst="rect">
              <a:avLst/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dirty="0"/>
                <a:t>Entrenamiento</a:t>
              </a:r>
              <a:endParaRPr dirty="0"/>
            </a:p>
          </p:txBody>
        </p:sp>
        <p:sp>
          <p:nvSpPr>
            <p:cNvPr id="196" name="Google Shape;196;p32"/>
            <p:cNvSpPr/>
            <p:nvPr/>
          </p:nvSpPr>
          <p:spPr>
            <a:xfrm>
              <a:off x="7477639" y="3245764"/>
              <a:ext cx="92700" cy="380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2"/>
            <p:cNvSpPr/>
            <p:nvPr/>
          </p:nvSpPr>
          <p:spPr>
            <a:xfrm>
              <a:off x="7380578" y="3245764"/>
              <a:ext cx="92700" cy="380100"/>
            </a:xfrm>
            <a:prstGeom prst="rect">
              <a:avLst/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" name="Google Shape;198;p32"/>
          <p:cNvSpPr/>
          <p:nvPr/>
        </p:nvSpPr>
        <p:spPr>
          <a:xfrm>
            <a:off x="304292" y="3976574"/>
            <a:ext cx="5264170" cy="972300"/>
          </a:xfrm>
          <a:prstGeom prst="foldedCorner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Asegurarse que test / validation vienen de la misma distribución</a:t>
            </a:r>
            <a:endParaRPr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" grpId="0" uiExpand="1" build="p"/>
      <p:bldP spid="19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04;p33">
            <a:extLst>
              <a:ext uri="{FF2B5EF4-FFF2-40B4-BE49-F238E27FC236}">
                <a16:creationId xmlns:a16="http://schemas.microsoft.com/office/drawing/2014/main" id="{C755903E-9C48-02C8-D0F9-F3D123A233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6711" y="559592"/>
            <a:ext cx="7014578" cy="702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lvl="0" indent="0"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Economica"/>
                <a:cs typeface="Economica"/>
              </a:defRPr>
            </a:lvl1pPr>
          </a:lstStyle>
          <a:p>
            <a:r>
              <a:rPr lang="es-MX" cap="none" dirty="0">
                <a:solidFill>
                  <a:schemeClr val="tx1"/>
                </a:solidFill>
                <a:sym typeface="Economica"/>
              </a:rPr>
              <a:t>Redes neuronales: sesgo y varianza</a:t>
            </a:r>
            <a:endParaRPr lang="es-MX" cap="none" dirty="0">
              <a:solidFill>
                <a:schemeClr val="tx1"/>
              </a:solidFill>
            </a:endParaRPr>
          </a:p>
        </p:txBody>
      </p:sp>
      <p:sp>
        <p:nvSpPr>
          <p:cNvPr id="203" name="Google Shape;203;p33"/>
          <p:cNvSpPr txBox="1">
            <a:spLocks noGrp="1"/>
          </p:cNvSpPr>
          <p:nvPr>
            <p:ph sz="half" idx="1"/>
          </p:nvPr>
        </p:nvSpPr>
        <p:spPr>
          <a:xfrm>
            <a:off x="138021" y="1725092"/>
            <a:ext cx="3703241" cy="30208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i="1" dirty="0">
                <a:solidFill>
                  <a:schemeClr val="bg2">
                    <a:lumMod val="10000"/>
                  </a:schemeClr>
                </a:solidFill>
              </a:rPr>
              <a:t>Underfitting (high bias):</a:t>
            </a:r>
            <a:endParaRPr sz="1800" b="1" i="1" dirty="0">
              <a:solidFill>
                <a:schemeClr val="bg2">
                  <a:lumMod val="10000"/>
                </a:schemeClr>
              </a:solidFill>
            </a:endParaRPr>
          </a:p>
          <a:p>
            <a:pPr lvl="0" algn="l" rtl="0">
              <a:spcBef>
                <a:spcPts val="16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bg2">
                    <a:lumMod val="10000"/>
                  </a:schemeClr>
                </a:solidFill>
              </a:rPr>
              <a:t>Ampliar la red</a:t>
            </a:r>
            <a:endParaRPr sz="1800" dirty="0">
              <a:solidFill>
                <a:schemeClr val="bg2">
                  <a:lumMod val="10000"/>
                </a:schemeClr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bg2">
                    <a:lumMod val="10000"/>
                  </a:schemeClr>
                </a:solidFill>
              </a:rPr>
              <a:t>Cambiar la arquitectura de la red</a:t>
            </a:r>
            <a:endParaRPr sz="1800" dirty="0">
              <a:solidFill>
                <a:schemeClr val="bg2">
                  <a:lumMod val="10000"/>
                </a:schemeClr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i="1" dirty="0">
                <a:solidFill>
                  <a:schemeClr val="bg2">
                    <a:lumMod val="10000"/>
                  </a:schemeClr>
                </a:solidFill>
              </a:rPr>
              <a:t>Overfitting (high variance):</a:t>
            </a:r>
            <a:endParaRPr sz="1800" b="1" i="1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bg2">
                    <a:lumMod val="10000"/>
                  </a:schemeClr>
                </a:solidFill>
              </a:rPr>
              <a:t>Agregar más datos</a:t>
            </a:r>
            <a:endParaRPr sz="18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bg2">
                    <a:lumMod val="10000"/>
                  </a:schemeClr>
                </a:solidFill>
              </a:rPr>
              <a:t>Regularización</a:t>
            </a:r>
            <a:endParaRPr sz="18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bg2">
                    <a:lumMod val="10000"/>
                  </a:schemeClr>
                </a:solidFill>
              </a:rPr>
              <a:t>Cambiar la arquitectura de la red</a:t>
            </a:r>
            <a:endParaRPr sz="1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Google Shape;210;p34">
            <a:extLst>
              <a:ext uri="{FF2B5EF4-FFF2-40B4-BE49-F238E27FC236}">
                <a16:creationId xmlns:a16="http://schemas.microsoft.com/office/drawing/2014/main" id="{D668B3DD-D0DC-6668-B3C2-22867C09D7B0}"/>
              </a:ext>
            </a:extLst>
          </p:cNvPr>
          <p:cNvSpPr txBox="1">
            <a:spLocks noGrp="1"/>
          </p:cNvSpPr>
          <p:nvPr>
            <p:ph sz="half" idx="2"/>
          </p:nvPr>
        </p:nvSpPr>
        <p:spPr>
          <a:xfrm>
            <a:off x="3440327" y="1725092"/>
            <a:ext cx="4797779" cy="225290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457200" lvl="0" indent="-342900" algn="l" defTabSz="3429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 3" panose="05040102010807070707" pitchFamily="18" charset="2"/>
              <a:buChar char="●"/>
              <a:defRPr sz="15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914400" lvl="1" indent="-317500" algn="l" defTabSz="342900" rtl="0" eaLnBrk="1" latinLnBrk="0" hangingPunct="1">
              <a:spcBef>
                <a:spcPts val="160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Wingdings 3" panose="05040102010807070707" pitchFamily="18" charset="2"/>
              <a:buChar char="○"/>
              <a:defRPr sz="13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371600" lvl="2" indent="-317500" algn="l" defTabSz="342900" rtl="0" eaLnBrk="1" latinLnBrk="0" hangingPunct="1">
              <a:spcBef>
                <a:spcPts val="160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Wingdings 3" panose="05040102010807070707" pitchFamily="18" charset="2"/>
              <a:buChar char="■"/>
              <a:defRPr sz="12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828800" lvl="3" indent="-317500" algn="l" defTabSz="342900" rtl="0" eaLnBrk="1" latinLnBrk="0" hangingPunct="1">
              <a:spcBef>
                <a:spcPts val="160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Wingdings 3" panose="05040102010807070707" pitchFamily="18" charset="2"/>
              <a:buChar char="●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286000" lvl="4" indent="-317500" algn="l" defTabSz="342900" rtl="0" eaLnBrk="1" latinLnBrk="0" hangingPunct="1">
              <a:spcBef>
                <a:spcPts val="160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Wingdings 3" panose="05040102010807070707" pitchFamily="18" charset="2"/>
              <a:buChar char="○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743200" lvl="5" indent="-317500" algn="l" defTabSz="342900" rtl="0" eaLnBrk="1" latinLnBrk="0" hangingPunct="1">
              <a:spcBef>
                <a:spcPts val="160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Wingdings 3" panose="05040102010807070707" pitchFamily="18" charset="2"/>
              <a:buChar char="■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3200400" lvl="6" indent="-317500" algn="l" defTabSz="342900" rtl="0" eaLnBrk="1" latinLnBrk="0" hangingPunct="1">
              <a:spcBef>
                <a:spcPts val="160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Wingdings 3" panose="05040102010807070707" pitchFamily="18" charset="2"/>
              <a:buChar char="●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657600" lvl="7" indent="-317500" algn="l" defTabSz="342900" rtl="0" eaLnBrk="1" latinLnBrk="0" hangingPunct="1">
              <a:spcBef>
                <a:spcPts val="160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Wingdings 3" panose="05040102010807070707" pitchFamily="18" charset="2"/>
              <a:buChar char="○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4114800" lvl="8" indent="-317500" algn="l" defTabSz="342900" rtl="0" eaLnBrk="1" latinLnBrk="0" hangingPunct="1">
              <a:spcBef>
                <a:spcPts val="1600"/>
              </a:spcBef>
              <a:spcAft>
                <a:spcPts val="1600"/>
              </a:spcAft>
              <a:buClr>
                <a:schemeClr val="tx1"/>
              </a:buClr>
              <a:buSzPts val="1400"/>
              <a:buFont typeface="Wingdings 3" panose="05040102010807070707" pitchFamily="18" charset="2"/>
              <a:buChar char="■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s-MX" sz="1800" b="1" i="1" dirty="0">
                <a:solidFill>
                  <a:schemeClr val="bg2">
                    <a:lumMod val="10000"/>
                  </a:schemeClr>
                </a:solidFill>
              </a:rPr>
              <a:t>¿Cómo se determinan …</a:t>
            </a:r>
          </a:p>
          <a:p>
            <a:pPr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chemeClr val="bg2">
                    <a:lumMod val="10000"/>
                  </a:schemeClr>
                </a:solidFill>
              </a:rPr>
              <a:t>el número de capas ocultas (</a:t>
            </a:r>
            <a:r>
              <a:rPr lang="es-MX" sz="1800" dirty="0" err="1">
                <a:solidFill>
                  <a:schemeClr val="bg2">
                    <a:lumMod val="10000"/>
                  </a:schemeClr>
                </a:solidFill>
              </a:rPr>
              <a:t>hidden</a:t>
            </a:r>
            <a:r>
              <a:rPr lang="es-MX" sz="18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s-MX" sz="1800" dirty="0" err="1">
                <a:solidFill>
                  <a:schemeClr val="bg2">
                    <a:lumMod val="10000"/>
                  </a:schemeClr>
                </a:solidFill>
              </a:rPr>
              <a:t>layers</a:t>
            </a:r>
            <a:r>
              <a:rPr lang="es-MX" sz="1800" dirty="0">
                <a:solidFill>
                  <a:schemeClr val="bg2">
                    <a:lumMod val="10000"/>
                  </a:schemeClr>
                </a:solidFill>
              </a:rPr>
              <a:t>)?</a:t>
            </a:r>
            <a:br>
              <a:rPr lang="es-MX" sz="1800" dirty="0">
                <a:solidFill>
                  <a:schemeClr val="bg2">
                    <a:lumMod val="10000"/>
                  </a:schemeClr>
                </a:solidFill>
              </a:rPr>
            </a:br>
            <a:endParaRPr lang="es-MX" sz="18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chemeClr val="bg2">
                    <a:lumMod val="10000"/>
                  </a:schemeClr>
                </a:solidFill>
              </a:rPr>
              <a:t>el número de unidades (</a:t>
            </a:r>
            <a:r>
              <a:rPr lang="es-MX" sz="1800" dirty="0" err="1">
                <a:solidFill>
                  <a:schemeClr val="bg2">
                    <a:lumMod val="10000"/>
                  </a:schemeClr>
                </a:solidFill>
              </a:rPr>
              <a:t>units</a:t>
            </a:r>
            <a:r>
              <a:rPr lang="es-MX" sz="1800" dirty="0">
                <a:solidFill>
                  <a:schemeClr val="bg2">
                    <a:lumMod val="10000"/>
                  </a:schemeClr>
                </a:solidFill>
              </a:rPr>
              <a:t>)?</a:t>
            </a:r>
            <a:br>
              <a:rPr lang="es-MX" sz="1800" dirty="0">
                <a:solidFill>
                  <a:schemeClr val="bg2">
                    <a:lumMod val="10000"/>
                  </a:schemeClr>
                </a:solidFill>
              </a:rPr>
            </a:br>
            <a:endParaRPr lang="es-MX" sz="18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800" dirty="0">
                <a:solidFill>
                  <a:schemeClr val="bg2">
                    <a:lumMod val="10000"/>
                  </a:schemeClr>
                </a:solidFill>
              </a:rPr>
              <a:t>qué función de activación </a:t>
            </a:r>
            <a:br>
              <a:rPr lang="es-MX" sz="1800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s-MX" sz="1800" dirty="0">
                <a:solidFill>
                  <a:schemeClr val="bg2">
                    <a:lumMod val="10000"/>
                  </a:schemeClr>
                </a:solidFill>
              </a:rPr>
              <a:t>usar?</a:t>
            </a:r>
          </a:p>
          <a:p>
            <a:pPr marL="0" indent="0">
              <a:spcBef>
                <a:spcPts val="1600"/>
              </a:spcBef>
              <a:spcAft>
                <a:spcPts val="1600"/>
              </a:spcAft>
              <a:buFont typeface="Wingdings 3" panose="05040102010807070707" pitchFamily="18" charset="2"/>
              <a:buNone/>
            </a:pPr>
            <a:endParaRPr lang="es-MX" sz="1800" dirty="0">
              <a:solidFill>
                <a:schemeClr val="bg2">
                  <a:lumMod val="10000"/>
                </a:schemeClr>
              </a:solidFill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6A535380-15E4-1A7C-58F6-6F77F9B7F6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7404560"/>
              </p:ext>
            </p:extLst>
          </p:nvPr>
        </p:nvGraphicFramePr>
        <p:xfrm>
          <a:off x="5839217" y="2788006"/>
          <a:ext cx="3972154" cy="2355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DEF62C-69F0-4063-8901-4345D606FA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21DFCCC-227A-4F57-9516-B413362B5B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DE38788-DD53-4C22-91F7-6BC9F2A32F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BAF1465-B55D-4448-A045-813D250A2F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5D89779-B52D-439B-85AB-44F441B29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82419AD-D8ED-4AFE-88B1-0023D640BF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D401E60-8870-4E33-8A8F-E089D0D0AE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F474F2D-CB6F-4350-A63A-2744EF7D27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" grpId="0" uiExpand="1" build="p"/>
      <p:bldP spid="7" grpId="0" uiExpand="1" build="p"/>
      <p:bldGraphic spid="5" grpId="0" uiExpand="1">
        <p:bldSub>
          <a:bldDgm bld="one"/>
        </p:bldSub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16;p35">
            <a:extLst>
              <a:ext uri="{FF2B5EF4-FFF2-40B4-BE49-F238E27FC236}">
                <a16:creationId xmlns:a16="http://schemas.microsoft.com/office/drawing/2014/main" id="{0C35BA8D-9154-CAE9-EAA6-792A44EA66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4430" y="565084"/>
            <a:ext cx="7748234" cy="65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lvl="0" indent="0"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Economica"/>
                <a:cs typeface="Economica"/>
              </a:defRPr>
            </a:lvl1pPr>
          </a:lstStyle>
          <a:p>
            <a:r>
              <a:rPr lang="es-AR" cap="none" dirty="0">
                <a:solidFill>
                  <a:schemeClr val="tx1"/>
                </a:solidFill>
                <a:sym typeface="Economica"/>
              </a:rPr>
              <a:t>Redes neuronales: regularización</a:t>
            </a:r>
            <a:endParaRPr lang="es-AR" cap="none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E357CF2-D638-F65B-E899-C23DCF05BC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8954" y="1781908"/>
                <a:ext cx="9015046" cy="3223846"/>
              </a:xfrm>
            </p:spPr>
            <p:txBody>
              <a:bodyPr anchor="t">
                <a:normAutofit/>
              </a:bodyPr>
              <a:lstStyle/>
              <a:p>
                <a:r>
                  <a:rPr lang="es-AR" sz="1600" dirty="0">
                    <a:solidFill>
                      <a:schemeClr val="bg2">
                        <a:lumMod val="10000"/>
                      </a:schemeClr>
                    </a:solidFill>
                  </a:rPr>
                  <a:t>Penalización de pesos grandes</a:t>
                </a:r>
              </a:p>
              <a:p>
                <a:r>
                  <a:rPr lang="es-AR" sz="1600" dirty="0">
                    <a:solidFill>
                      <a:schemeClr val="bg2">
                        <a:lumMod val="10000"/>
                      </a:schemeClr>
                    </a:solidFill>
                  </a:rPr>
                  <a:t>Ej. Regresión Logística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6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s-AR" sz="16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s-AR" sz="16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AR" sz="16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func>
                                <m:funcPr>
                                  <m:ctrlP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AR" sz="1600" b="0" i="0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s-AR" sz="16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16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s-AR" sz="16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AR" sz="16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s-AR" sz="1600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AR" sz="1600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s-AR" sz="1600" b="0" i="1" smtClean="0">
                                                  <a:solidFill>
                                                    <a:schemeClr val="bg2">
                                                      <a:lumMod val="1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s-AR" sz="1600" b="0" i="1" smtClean="0">
                                                  <a:solidFill>
                                                    <a:schemeClr val="bg2">
                                                      <a:lumMod val="1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</m:e>
                          </m:nary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s-AR" sz="16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AR" sz="16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  <m:func>
                            <m:funcPr>
                              <m:ctrlP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AR" sz="1600" b="0" i="0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AR" sz="16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16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s-AR" sz="16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AR" sz="16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s-AR" sz="1600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AR" sz="1600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s-AR" sz="1600" b="0" i="1" smtClean="0">
                                                  <a:solidFill>
                                                    <a:schemeClr val="bg2">
                                                      <a:lumMod val="1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s-AR" sz="1600" b="0" i="1" smtClean="0">
                                                  <a:solidFill>
                                                    <a:schemeClr val="bg2">
                                                      <a:lumMod val="1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r>
                        <a:rPr lang="es-AR" sz="16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s-AR" sz="16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s-AR" sz="16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s-AR" sz="1600" dirty="0">
                    <a:solidFill>
                      <a:schemeClr val="bg2">
                        <a:lumMod val="10000"/>
                      </a:schemeClr>
                    </a:solidFill>
                  </a:rPr>
                  <a:t>En la red neuronal: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AR" sz="1600" b="0" i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AR" sz="16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  <m:r>
                        <a:rPr lang="es-AR" sz="16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AR" sz="1600" b="0" i="0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Θ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AR" sz="16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  <m:r>
                        <a:rPr lang="es-AR" sz="16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AR" sz="16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𝑠𝑎𝑙𝑖𝑑𝑎</m:t>
                      </m:r>
                    </m:oMath>
                  </m:oMathPara>
                </a14:m>
                <a:endParaRPr lang="es-AR" sz="16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6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s-AR" sz="16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s-AR" sz="16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sz="1600" i="1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AR" sz="16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s-AR" sz="1600" i="1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AR" sz="1600" i="1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bSup>
                                  <m:func>
                                    <m:funcPr>
                                      <m:ctrlPr>
                                        <a:rPr lang="es-AR" sz="1600" i="1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s-AR" sz="160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s-AR" sz="1600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d>
                                            <m:dPr>
                                              <m:ctrlPr>
                                                <a:rPr lang="es-AR" sz="1600" b="0" i="1" smtClean="0">
                                                  <a:solidFill>
                                                    <a:schemeClr val="bg2">
                                                      <a:lumMod val="1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s-AR" sz="1600" i="1">
                                                      <a:solidFill>
                                                        <a:schemeClr val="bg2">
                                                          <a:lumMod val="1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s-AR" sz="1600" i="1">
                                                      <a:solidFill>
                                                        <a:schemeClr val="bg2">
                                                          <a:lumMod val="1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s-AR" sz="1600" b="0" i="0" smtClean="0">
                                                      <a:solidFill>
                                                        <a:schemeClr val="bg2">
                                                          <a:lumMod val="1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Θ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s-AR" sz="1600" i="1">
                                                      <a:solidFill>
                                                        <a:schemeClr val="bg2">
                                                          <a:lumMod val="1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es-AR" sz="1600" i="1">
                                                          <a:solidFill>
                                                            <a:schemeClr val="bg2">
                                                              <a:lumMod val="1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s-AR" sz="1600" i="1">
                                                          <a:solidFill>
                                                            <a:schemeClr val="bg2">
                                                              <a:lumMod val="1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p>
                                                      <m:d>
                                                        <m:dPr>
                                                          <m:ctrlPr>
                                                            <a:rPr lang="es-AR" sz="1600" i="1">
                                                              <a:solidFill>
                                                                <a:schemeClr val="bg2">
                                                                  <a:lumMod val="1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s-AR" sz="1600" i="1">
                                                              <a:solidFill>
                                                                <a:schemeClr val="bg2">
                                                                  <a:lumMod val="10000"/>
                                                                </a:schemeClr>
                                                              </a:solidFill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e>
                                                      </m:d>
                                                    </m:sup>
                                                  </m:sSup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  <m:sub>
                                          <m:r>
                                            <a:rPr lang="es-AR" sz="1600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nary>
                            </m:e>
                          </m:nary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s-AR" sz="16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AR" sz="16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  <m:func>
                            <m:funcPr>
                              <m:ctrlP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AR" sz="1600" b="0" i="0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AR" sz="1600" i="1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1600" i="1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s-AR" sz="160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Θ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AR" sz="1600" i="1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s-AR" sz="1600" i="1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AR" sz="1600" i="1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s-AR" sz="1600" i="1">
                                                  <a:solidFill>
                                                    <a:schemeClr val="bg2">
                                                      <a:lumMod val="1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s-AR" sz="1600" i="1">
                                                  <a:solidFill>
                                                    <a:schemeClr val="bg2">
                                                      <a:lumMod val="1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  <m:r>
                        <a:rPr lang="es-AR" sz="16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s-AR" sz="16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AR" sz="16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s-AR" sz="16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s-AR" sz="16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16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s-AR" sz="16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s-AR" sz="16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AR" sz="16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s-AR" sz="16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s-AR" sz="1600" i="1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s-AR" sz="16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16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s-AR" sz="16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s-AR" sz="16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s-AR" sz="16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AR" sz="1600" b="0" i="1" smtClean="0">
                                              <a:solidFill>
                                                <a:schemeClr val="bg2">
                                                  <a:lumMod val="1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s-AR" sz="1600" i="1">
                                                  <a:solidFill>
                                                    <a:schemeClr val="bg2">
                                                      <a:lumMod val="1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s-AR" sz="1600" b="0" i="0" smtClean="0">
                                                  <a:solidFill>
                                                    <a:schemeClr val="bg2">
                                                      <a:lumMod val="1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Θ</m:t>
                                              </m:r>
                                            </m:e>
                                            <m:sub>
                                              <m:r>
                                                <a:rPr lang="es-AR" sz="1600" b="0" i="1" smtClean="0">
                                                  <a:solidFill>
                                                    <a:schemeClr val="bg2">
                                                      <a:lumMod val="1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s-AR" sz="1600" i="1">
                                                  <a:solidFill>
                                                    <a:schemeClr val="bg2">
                                                      <a:lumMod val="1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s-AR" sz="1600" b="0" i="1" smtClean="0">
                                                      <a:solidFill>
                                                        <a:schemeClr val="bg2">
                                                          <a:lumMod val="1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s-AR" sz="1600" b="0" i="1" smtClean="0">
                                                      <a:solidFill>
                                                        <a:schemeClr val="bg2">
                                                          <a:lumMod val="1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𝑙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AR" sz="16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s-AR" sz="16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E357CF2-D638-F65B-E899-C23DCF05BC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954" y="1781908"/>
                <a:ext cx="9015046" cy="3223846"/>
              </a:xfrm>
              <a:blipFill>
                <a:blip r:embed="rId3"/>
                <a:stretch>
                  <a:fillRect l="-338" t="-5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/>
        </p:nvSpPr>
        <p:spPr>
          <a:xfrm>
            <a:off x="482990" y="406777"/>
            <a:ext cx="6776715" cy="9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n-US"/>
            </a:defPPr>
            <a:lvl1pPr lvl="0" indent="0"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Economica"/>
                <a:cs typeface="Economica"/>
              </a:defRPr>
            </a:lvl1pPr>
          </a:lstStyle>
          <a:p>
            <a:r>
              <a:rPr lang="en" dirty="0">
                <a:solidFill>
                  <a:schemeClr val="tx1"/>
                </a:solidFill>
                <a:sym typeface="Economica"/>
              </a:rPr>
              <a:t>Redes Neuronales: Dropout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223" name="Google Shape;22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3642" y="1649212"/>
            <a:ext cx="6776715" cy="3375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title"/>
          </p:nvPr>
        </p:nvSpPr>
        <p:spPr>
          <a:xfrm>
            <a:off x="513696" y="2026905"/>
            <a:ext cx="7400950" cy="22989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600" b="1" cap="none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 time (demo_6_neural_networks)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"/>
          <p:cNvSpPr txBox="1">
            <a:spLocks noGrp="1"/>
          </p:cNvSpPr>
          <p:nvPr>
            <p:ph type="title"/>
          </p:nvPr>
        </p:nvSpPr>
        <p:spPr>
          <a:xfrm>
            <a:off x="829380" y="1508395"/>
            <a:ext cx="7927524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  <a:endParaRPr sz="4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>
            <a:spLocks noGrp="1"/>
          </p:cNvSpPr>
          <p:nvPr>
            <p:ph type="title"/>
          </p:nvPr>
        </p:nvSpPr>
        <p:spPr>
          <a:xfrm>
            <a:off x="572086" y="644172"/>
            <a:ext cx="7674060" cy="5370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  <a:endParaRPr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5A6DE354-EBF0-EACB-FB71-C76B9EB76C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6410643"/>
              </p:ext>
            </p:extLst>
          </p:nvPr>
        </p:nvGraphicFramePr>
        <p:xfrm>
          <a:off x="327660" y="1737360"/>
          <a:ext cx="8610600" cy="3284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8B0A7C6-3085-4C72-8F54-99025EDFC9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BC1086B-5711-4BA1-A177-83FCF583E7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14E5972-78EB-4719-9F1D-71547D7576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CB24399-859C-453E-BC4F-5B1B6ACA63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2696AC8-E4D8-4097-910D-DB932214D0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2DDC7AB-8548-4F14-810B-D3FC2A8017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CE50C04-CE5D-4E0A-9716-5DF7B4B8CC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97BBDD5-DA44-48DA-8446-E8A2CA5367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3158C90-181A-4BDE-9AE3-1BBC75CABB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23E5436-8CD9-4CF2-A1EA-41C04F68AE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3BBC7D4-E7D9-4B32-A74D-B8F26E3845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3"/>
          <p:cNvSpPr txBox="1">
            <a:spLocks noGrp="1"/>
          </p:cNvSpPr>
          <p:nvPr>
            <p:ph type="title"/>
          </p:nvPr>
        </p:nvSpPr>
        <p:spPr>
          <a:xfrm>
            <a:off x="498231" y="546923"/>
            <a:ext cx="7689300" cy="6783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Teorema de Bayes</a:t>
            </a:r>
            <a:endParaRPr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Google Shape;270;p43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28429" y="1711568"/>
                <a:ext cx="8499048" cy="325451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A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 algoritmo de “</a:t>
                </a:r>
                <a:r>
                  <a:rPr lang="es-AR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Naive Bayes</a:t>
                </a:r>
                <a:r>
                  <a:rPr lang="es-A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  está fuertemente ligado al teorema de Bayes.</a:t>
                </a:r>
              </a:p>
              <a:p>
                <a:pPr marL="0" lvl="0" indent="0" algn="l" rtl="0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lang="es-AR" sz="2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 Teorema de Bayes establece</a:t>
                </a:r>
                <a:r>
                  <a:rPr lang="es-A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lvl="0" indent="0" algn="l" rtl="0">
                  <a:spcBef>
                    <a:spcPts val="16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d>
                        <m:dPr>
                          <m:ctrlPr>
                            <a:rPr lang="es-US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US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e>
                          <m:r>
                            <a:rPr lang="es-US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𝑩</m:t>
                          </m:r>
                        </m:e>
                      </m:d>
                      <m:r>
                        <a:rPr lang="es-US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US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US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s-US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US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</m:e>
                            <m:e>
                              <m:r>
                                <a:rPr lang="es-US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</m:e>
                          </m:d>
                          <m:r>
                            <a:rPr lang="es-US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s-US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s-US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s-US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lang="es-US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US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s-US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s-US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𝑩</m:t>
                          </m:r>
                          <m:r>
                            <a:rPr lang="es-US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AR" sz="2000" b="1" i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spcBef>
                    <a:spcPts val="1600"/>
                  </a:spcBef>
                  <a:spcAft>
                    <a:spcPts val="1600"/>
                  </a:spcAft>
                  <a:buNone/>
                </a:pPr>
                <a:r>
                  <a:rPr lang="es-A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 teorema establece que se puede encontrar la probabilidad de </a:t>
                </a:r>
                <a:r>
                  <a:rPr lang="es-A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s-A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(e.g. una clase objetivo) dada la ocurrencia de </a:t>
                </a:r>
                <a:r>
                  <a:rPr lang="es-A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s-A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(e.g. un conjunto de features). Es decir, </a:t>
                </a:r>
                <a:r>
                  <a:rPr lang="es-A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s-A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la evidencia y </a:t>
                </a:r>
                <a:r>
                  <a:rPr lang="es-A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s-A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 la hipótesis.</a:t>
                </a:r>
                <a:endParaRPr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0" name="Google Shape;270;p4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8429" y="1711568"/>
                <a:ext cx="8499048" cy="3254517"/>
              </a:xfrm>
              <a:prstGeom prst="rect">
                <a:avLst/>
              </a:prstGeom>
              <a:blipFill>
                <a:blip r:embed="rId3"/>
                <a:stretch>
                  <a:fillRect l="-78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4"/>
          <p:cNvSpPr txBox="1">
            <a:spLocks noGrp="1"/>
          </p:cNvSpPr>
          <p:nvPr>
            <p:ph type="title"/>
          </p:nvPr>
        </p:nvSpPr>
        <p:spPr>
          <a:xfrm>
            <a:off x="565638" y="539262"/>
            <a:ext cx="7727400" cy="6079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Naive Bayes: Asunciones </a:t>
            </a:r>
            <a:endParaRPr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7" name="Google Shape;277;p44"/>
          <p:cNvSpPr txBox="1">
            <a:spLocks noGrp="1"/>
          </p:cNvSpPr>
          <p:nvPr>
            <p:ph type="body" idx="1"/>
          </p:nvPr>
        </p:nvSpPr>
        <p:spPr>
          <a:xfrm>
            <a:off x="386862" y="1828799"/>
            <a:ext cx="8445438" cy="29987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Bajo el teorema de Bayes, la principal asunción es que los atributos son independientes entre sí. Esto significa que la presencia de una característica no afecta a las otras. Esta asunción es “</a:t>
            </a:r>
            <a:r>
              <a:rPr lang="en" sz="2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</a:t>
            </a:r>
            <a:r>
              <a:rPr lang="e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 por eso el nombre del algoritmo.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457200" algn="l" rtl="0">
              <a:spcBef>
                <a:spcPts val="1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 segunda asunción, es que todos los atributos tienen el mismo efecto en la salida del algoritmo.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5"/>
          <p:cNvSpPr txBox="1">
            <a:spLocks noGrp="1"/>
          </p:cNvSpPr>
          <p:nvPr>
            <p:ph type="title"/>
          </p:nvPr>
        </p:nvSpPr>
        <p:spPr>
          <a:xfrm>
            <a:off x="516546" y="363415"/>
            <a:ext cx="8088191" cy="11371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Naive Bayes: Utilizando el Teorema de Bayes</a:t>
            </a:r>
            <a:endParaRPr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Google Shape;283;p4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64147" y="1776210"/>
                <a:ext cx="8468153" cy="3135759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A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 base a lo establecido, se puede utilizar el teorema de Bayes para calcular la probabilidad de una </a:t>
                </a:r>
                <a:r>
                  <a:rPr lang="es-AR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clase </a:t>
                </a:r>
                <a:r>
                  <a:rPr lang="es-AR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Spectral"/>
                    <a:cs typeface="Times New Roman" panose="02020603050405020304" pitchFamily="18" charset="0"/>
                    <a:sym typeface="Spectral"/>
                  </a:rPr>
                  <a:t>y</a:t>
                </a:r>
                <a:r>
                  <a:rPr lang="es-A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la siguiente manera: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A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spcBef>
                    <a:spcPts val="16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d>
                        <m:dPr>
                          <m:ctrlPr>
                            <a:rPr lang="es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e>
                          <m:r>
                            <a:rPr lang="es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</m:d>
                      <m:r>
                        <a:rPr lang="es-US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s-US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US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𝑿</m:t>
                              </m:r>
                            </m:e>
                            <m:e>
                              <m:r>
                                <a:rPr lang="es-US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s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s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s-US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US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𝒚</m:t>
                              </m:r>
                            </m:e>
                          </m:d>
                        </m:num>
                        <m:den>
                          <m:r>
                            <a:rPr lang="es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s-US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US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𝑿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A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lang="es-A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Donde </a:t>
                </a:r>
                <a:r>
                  <a:rPr lang="es-AR" sz="2000" b="1" i="1" dirty="0">
                    <a:latin typeface="Times New Roman" panose="02020603050405020304" pitchFamily="18" charset="0"/>
                    <a:ea typeface="Spectral"/>
                    <a:cs typeface="Times New Roman" panose="02020603050405020304" pitchFamily="18" charset="0"/>
                    <a:sym typeface="Spectral"/>
                  </a:rPr>
                  <a:t>y</a:t>
                </a:r>
                <a:r>
                  <a:rPr lang="es-AR" sz="2000" i="1" dirty="0">
                    <a:latin typeface="Times New Roman" panose="02020603050405020304" pitchFamily="18" charset="0"/>
                    <a:ea typeface="Spectral"/>
                    <a:cs typeface="Times New Roman" panose="02020603050405020304" pitchFamily="18" charset="0"/>
                    <a:sym typeface="Spectral"/>
                  </a:rPr>
                  <a:t> </a:t>
                </a:r>
                <a:r>
                  <a:rPr lang="es-A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representa la clase y </a:t>
                </a:r>
                <a:r>
                  <a:rPr lang="es-AR" sz="2000" b="1" i="1" dirty="0">
                    <a:latin typeface="Times New Roman" panose="02020603050405020304" pitchFamily="18" charset="0"/>
                    <a:ea typeface="Spectral"/>
                    <a:cs typeface="Times New Roman" panose="02020603050405020304" pitchFamily="18" charset="0"/>
                    <a:sym typeface="Spectral"/>
                  </a:rPr>
                  <a:t>X</a:t>
                </a:r>
                <a:r>
                  <a:rPr lang="es-A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representa el vector de atributos:</a:t>
                </a:r>
              </a:p>
              <a:p>
                <a:pPr marL="0" lvl="0" indent="0" algn="l" rtl="0">
                  <a:spcBef>
                    <a:spcPts val="1600"/>
                  </a:spcBef>
                  <a:spcAft>
                    <a:spcPts val="1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𝑿</m:t>
                      </m:r>
                      <m:r>
                        <a:rPr lang="es-US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s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US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US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US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s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US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US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US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s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US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US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US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3" name="Google Shape;283;p4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64147" y="1776210"/>
                <a:ext cx="8468153" cy="3135759"/>
              </a:xfrm>
              <a:prstGeom prst="rect">
                <a:avLst/>
              </a:prstGeom>
              <a:blipFill>
                <a:blip r:embed="rId3"/>
                <a:stretch>
                  <a:fillRect l="-79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6"/>
          <p:cNvSpPr txBox="1">
            <a:spLocks noGrp="1"/>
          </p:cNvSpPr>
          <p:nvPr>
            <p:ph type="title"/>
          </p:nvPr>
        </p:nvSpPr>
        <p:spPr>
          <a:xfrm>
            <a:off x="457200" y="556614"/>
            <a:ext cx="8253046" cy="7329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Naive Bayes: Utilizando el Teorema de Bayes</a:t>
            </a:r>
            <a:endParaRPr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1" name="Google Shape;291;p4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51692" y="1629507"/>
                <a:ext cx="8480607" cy="3174621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AR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Utilizando sustitución en la fórmula anterior obtenemos:</a:t>
                </a:r>
              </a:p>
              <a:p>
                <a:pPr marL="0" lvl="0" indent="0" algn="l" rtl="0">
                  <a:spcBef>
                    <a:spcPts val="16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e>
                          <m:sSub>
                            <m:sSubPr>
                              <m:ctrlP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ar-A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…</m:t>
                          </m:r>
                          <m: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…</m:t>
                          </m:r>
                          <m: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ar-AE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spcBef>
                    <a:spcPts val="1600"/>
                  </a:spcBef>
                  <a:spcAft>
                    <a:spcPts val="0"/>
                  </a:spcAft>
                  <a:buNone/>
                </a:pPr>
                <a:r>
                  <a:rPr lang="es-AR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Dado que el denominador es estático para todas las entradas del conjunto de datos se puede ignorar y se establece una proporcionalidad:</a:t>
                </a:r>
              </a:p>
              <a:p>
                <a:pPr marL="0" lvl="0" indent="0" algn="l" rtl="0">
                  <a:spcBef>
                    <a:spcPts val="1600"/>
                  </a:spcBef>
                  <a:spcAft>
                    <a:spcPts val="1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e>
                          <m:sSub>
                            <m:sSubPr>
                              <m:ctrlP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ar-A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ar-A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r>
                        <a:rPr lang="ar-A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ar-A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nary>
                        <m:naryPr>
                          <m:chr m:val="∏"/>
                          <m:ctrlP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ar-A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r>
                                <a:rPr lang="ar-AE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  <m:r>
                        <a:rPr lang="ar-A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s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>
                  <a:spcAft>
                    <a:spcPts val="1600"/>
                  </a:spcAft>
                  <a:buNone/>
                </a:pPr>
                <a:r>
                  <a:rPr lang="e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 base a lo visto previamente, la predicción de la clase objetivo es sencillamente aquella con mayor probabilidad: </a:t>
                </a:r>
                <a14:m>
                  <m:oMath xmlns:m="http://schemas.openxmlformats.org/officeDocument/2006/math">
                    <m:r>
                      <a:rPr lang="es-US" sz="18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s-US" sz="18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US" sz="18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𝒂𝒓𝒈𝒎𝒂</m:t>
                    </m:r>
                    <m:sSub>
                      <m:sSubPr>
                        <m:ctrlPr>
                          <a:rPr lang="es-US" sz="18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US" sz="18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s-US" sz="18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sub>
                    </m:sSub>
                    <m:r>
                      <a:rPr lang="es-US" sz="1800" b="1" i="1">
                        <a:solidFill>
                          <a:schemeClr val="accent2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US" sz="1800" b="1" i="1">
                        <a:solidFill>
                          <a:schemeClr val="accent2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lang="es-US" sz="18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US" sz="18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</m:d>
                    <m:r>
                      <a:rPr lang="es-US" sz="1800" b="1" i="1">
                        <a:solidFill>
                          <a:schemeClr val="accent2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nary>
                      <m:naryPr>
                        <m:chr m:val="∏"/>
                        <m:ctrlPr>
                          <a:rPr lang="es-US" sz="18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US" sz="18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s-US" sz="18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s-US" sz="18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s-US" sz="18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p>
                      <m:e>
                        <m:r>
                          <a:rPr lang="es-US" sz="18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s-US" sz="18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US" sz="18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US" sz="18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s-US" sz="18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  <m:e>
                            <m:r>
                              <a:rPr lang="es-US" sz="18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</m:d>
                      </m:e>
                    </m:nary>
                  </m:oMath>
                </a14:m>
                <a:endParaRPr lang="ar-AE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1" name="Google Shape;291;p4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51692" y="1629507"/>
                <a:ext cx="8480607" cy="3174621"/>
              </a:xfrm>
              <a:prstGeom prst="rect">
                <a:avLst/>
              </a:prstGeom>
              <a:blipFill>
                <a:blip r:embed="rId3"/>
                <a:stretch>
                  <a:fillRect l="-647" r="-72" b="-2476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8"/>
          <p:cNvSpPr txBox="1">
            <a:spLocks noGrp="1"/>
          </p:cNvSpPr>
          <p:nvPr>
            <p:ph type="title"/>
          </p:nvPr>
        </p:nvSpPr>
        <p:spPr>
          <a:xfrm>
            <a:off x="584901" y="474356"/>
            <a:ext cx="7514035" cy="5238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Naive Bayes: Algoritmo </a:t>
            </a:r>
            <a:endParaRPr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Marcador de contenido 2">
                <a:extLst>
                  <a:ext uri="{FF2B5EF4-FFF2-40B4-BE49-F238E27FC236}">
                    <a16:creationId xmlns:a16="http://schemas.microsoft.com/office/drawing/2014/main" id="{3158DC6A-999F-6B56-F33A-DED57E1E6E3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632891479"/>
                  </p:ext>
                </p:extLst>
              </p:nvPr>
            </p:nvGraphicFramePr>
            <p:xfrm>
              <a:off x="815181" y="1143562"/>
              <a:ext cx="7513637" cy="39999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3" name="Marcador de contenido 2">
                <a:extLst>
                  <a:ext uri="{FF2B5EF4-FFF2-40B4-BE49-F238E27FC236}">
                    <a16:creationId xmlns:a16="http://schemas.microsoft.com/office/drawing/2014/main" id="{3158DC6A-999F-6B56-F33A-DED57E1E6E3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632891479"/>
                  </p:ext>
                </p:extLst>
              </p:nvPr>
            </p:nvGraphicFramePr>
            <p:xfrm>
              <a:off x="815181" y="1143562"/>
              <a:ext cx="7513637" cy="39999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9985DAC-68E7-4AB5-8FAF-D89AF7E465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0AE3E8F-0B29-492E-AF51-EE27F06557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426D745-DA68-4283-9474-C37AE4339E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4903C97-0E03-4239-8C78-F826C8A3F7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66E0AAD-AF2C-4967-85B4-DBBA498D00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B883A2D-9414-42DD-96B3-C9FB5DEA51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8E293B4-30C2-4A4C-8347-C20E24E207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EA64E3B-A046-40FA-A0A4-B8DCE44E7D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5127098-C293-4E98-B778-909C98AAD8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6BA438C-F1CA-42A0-8AAA-34953FDD17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207187-9D83-995E-BA19-F6219E6B9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06" y="479181"/>
            <a:ext cx="8170069" cy="716572"/>
          </a:xfrm>
        </p:spPr>
        <p:txBody>
          <a:bodyPr>
            <a:normAutofit/>
          </a:bodyPr>
          <a:lstStyle/>
          <a:p>
            <a:r>
              <a:rPr lang="es-A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Puntos fuertes y débiles de </a:t>
            </a:r>
            <a:r>
              <a:rPr lang="es-AR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Naive</a:t>
            </a:r>
            <a:r>
              <a:rPr lang="es-A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Bayes</a:t>
            </a:r>
            <a:endParaRPr lang="es-AR" sz="3200" dirty="0"/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78D8F90F-56F7-1133-52B6-983385635A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3655320"/>
              </p:ext>
            </p:extLst>
          </p:nvPr>
        </p:nvGraphicFramePr>
        <p:xfrm>
          <a:off x="1112838" y="1111044"/>
          <a:ext cx="7513637" cy="3941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994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5E52FCE-E124-49CB-84F0-087D8808F3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275ED01-1204-4CE0-835F-B27902CE94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C53F4CD-4926-48A8-BD22-BB739EC7A9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4F67E9D-CA6D-4E21-B16B-76F5A993E9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4C687F7-BE97-4E07-A45C-F66C97B33B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ACAC5C6-23B3-40FA-BF38-F211BE9927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68E5B69-1AF5-42A5-9056-66721E5573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79F5FAB-86C7-4366-9DC6-C4B679CC02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5259783-B8E1-420A-9E22-1887F52E27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6B9D693-5ABD-47C3-AA8B-676C77CE48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lvlOne"/>
        </p:bldSub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9"/>
          <p:cNvSpPr txBox="1">
            <a:spLocks noGrp="1"/>
          </p:cNvSpPr>
          <p:nvPr>
            <p:ph type="title"/>
          </p:nvPr>
        </p:nvSpPr>
        <p:spPr>
          <a:xfrm>
            <a:off x="570582" y="589659"/>
            <a:ext cx="7710732" cy="5913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Naive Bayes: Tipos de algoritmos</a:t>
            </a:r>
            <a:endParaRPr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2" name="Google Shape;312;p49"/>
          <p:cNvSpPr txBox="1">
            <a:spLocks noGrp="1"/>
          </p:cNvSpPr>
          <p:nvPr>
            <p:ph type="body" idx="1"/>
          </p:nvPr>
        </p:nvSpPr>
        <p:spPr>
          <a:xfrm>
            <a:off x="394737" y="1647256"/>
            <a:ext cx="7710731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Bernoulli Naive Bayes: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casos donde los atributos son variables binarias (e.g. si una palabra ocurre o no en un documento).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Multinomial Naive Bayes: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casos donde los atributos representan frecuencias (e.g. la cantidad de veces que una palabra ocurre en un documento).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Naive Bayes: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casos donde los atributos toman valores continuos, se asume que los valores son muestras de una distribución gaussiana (esto se usa para calcular las probabilidades condicionales en el algoritmo).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0"/>
          <p:cNvSpPr txBox="1">
            <a:spLocks noGrp="1"/>
          </p:cNvSpPr>
          <p:nvPr>
            <p:ph type="title"/>
          </p:nvPr>
        </p:nvSpPr>
        <p:spPr>
          <a:xfrm>
            <a:off x="452804" y="444879"/>
            <a:ext cx="8339503" cy="102050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Naive Bayes: Relación con Regresión Logística</a:t>
            </a:r>
            <a:endParaRPr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" name="Google Shape;317;p50"/>
          <p:cNvSpPr txBox="1">
            <a:spLocks noGrp="1"/>
          </p:cNvSpPr>
          <p:nvPr>
            <p:ph type="body" idx="1"/>
          </p:nvPr>
        </p:nvSpPr>
        <p:spPr>
          <a:xfrm>
            <a:off x="452804" y="1723292"/>
            <a:ext cx="8339504" cy="32545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Naive Bayes 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un modelo </a:t>
            </a:r>
            <a:r>
              <a:rPr lang="e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generativo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 decir, que intenta modelar la probabilidad 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p(y|</a:t>
            </a:r>
            <a:r>
              <a:rPr lang="e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donde "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representa la etiqueta y "</a:t>
            </a:r>
            <a:r>
              <a:rPr lang="e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representa los atributos. A grandes rasgos, trata de generar los atributos del modelo dada la etiqueta.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Regresión Logística 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un modelo </a:t>
            </a:r>
            <a:r>
              <a:rPr lang="e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discriminativo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 decir, que intenta modelar la probabilidad 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p(y|</a:t>
            </a:r>
            <a:r>
              <a:rPr lang="e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grandes rasgos, determina la etiqueta "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a partir del vector de atributos "</a:t>
            </a:r>
            <a:r>
              <a:rPr lang="e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 Esto quiere decir que no le hace falta hacer ninguna asunción sobre 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 que no es necesaria para modelar.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1"/>
          <p:cNvSpPr txBox="1">
            <a:spLocks noGrp="1"/>
          </p:cNvSpPr>
          <p:nvPr>
            <p:ph type="title"/>
          </p:nvPr>
        </p:nvSpPr>
        <p:spPr>
          <a:xfrm>
            <a:off x="490249" y="450150"/>
            <a:ext cx="7608721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Demo Time (demo_7_naive_bayes)</a:t>
            </a:r>
            <a:endParaRPr sz="40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3"/>
          <p:cNvSpPr txBox="1">
            <a:spLocks noGrp="1"/>
          </p:cNvSpPr>
          <p:nvPr>
            <p:ph type="title"/>
          </p:nvPr>
        </p:nvSpPr>
        <p:spPr>
          <a:xfrm>
            <a:off x="773700" y="2310542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Dudas … Consultas</a:t>
            </a:r>
            <a:endParaRPr sz="40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71F7791E01134DAF65125A22D32673" ma:contentTypeVersion="4" ma:contentTypeDescription="Create a new document." ma:contentTypeScope="" ma:versionID="9f8a3494356b222708e120e9ff5e61cb">
  <xsd:schema xmlns:xsd="http://www.w3.org/2001/XMLSchema" xmlns:xs="http://www.w3.org/2001/XMLSchema" xmlns:p="http://schemas.microsoft.com/office/2006/metadata/properties" xmlns:ns3="4ee2e667-2c3c-4145-92d0-24adcf62d1a3" targetNamespace="http://schemas.microsoft.com/office/2006/metadata/properties" ma:root="true" ma:fieldsID="c55aa115f6d9a54e90cdb8b7e0c7d0aa" ns3:_="">
    <xsd:import namespace="4ee2e667-2c3c-4145-92d0-24adcf62d1a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e2e667-2c3c-4145-92d0-24adcf62d1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C5EE858-6D08-4DEA-8895-8541237003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4548CB-087C-4281-A2F3-4AD4B61976BE}">
  <ds:schemaRefs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metadata/properties"/>
    <ds:schemaRef ds:uri="4ee2e667-2c3c-4145-92d0-24adcf62d1a3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1560CF3F-E8B8-4464-BFBC-D8F0643C60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ee2e667-2c3c-4145-92d0-24adcf62d1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1892</TotalTime>
  <Words>1973</Words>
  <Application>Microsoft Office PowerPoint</Application>
  <PresentationFormat>Presentación en pantalla (16:9)</PresentationFormat>
  <Paragraphs>230</Paragraphs>
  <Slides>43</Slides>
  <Notes>37</Notes>
  <HiddenSlides>1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54" baseType="lpstr">
      <vt:lpstr>Calibri Light</vt:lpstr>
      <vt:lpstr>Wingdings 3</vt:lpstr>
      <vt:lpstr>Cambria Math</vt:lpstr>
      <vt:lpstr>Times New Roman</vt:lpstr>
      <vt:lpstr>Economica</vt:lpstr>
      <vt:lpstr>Open Sans</vt:lpstr>
      <vt:lpstr>Arial</vt:lpstr>
      <vt:lpstr>Calibri</vt:lpstr>
      <vt:lpstr>Gill Sans MT</vt:lpstr>
      <vt:lpstr>Wingdings</vt:lpstr>
      <vt:lpstr>Tema de Office</vt:lpstr>
      <vt:lpstr>Aprendizaje Supervisado  </vt:lpstr>
      <vt:lpstr>Segunda Clase</vt:lpstr>
      <vt:lpstr>Contenido de la Segunda Clase</vt:lpstr>
      <vt:lpstr>SVM con datos no linealmente separables</vt:lpstr>
      <vt:lpstr>¿Qué hacer con datos no linealmente separables?</vt:lpstr>
      <vt:lpstr>Definición de espacios transformados</vt:lpstr>
      <vt:lpstr>¿Cómo se ve el plano proyectado?</vt:lpstr>
      <vt:lpstr>¿Cómo se ve el plano proyectado?</vt:lpstr>
      <vt:lpstr>¿Y en el espacio de entradas?</vt:lpstr>
      <vt:lpstr>SVM: Kernels</vt:lpstr>
      <vt:lpstr> ¿Cómo elegir el kernel?</vt:lpstr>
      <vt:lpstr>Support Vector Regression</vt:lpstr>
      <vt:lpstr>Demo Time (demo_5_kernels)</vt:lpstr>
      <vt:lpstr>Redes Neuronales Artificiales (Introducción)</vt:lpstr>
      <vt:lpstr>Redes Neuronales Artificiales</vt:lpstr>
      <vt:lpstr>Partes de una red neuronal artificial</vt:lpstr>
      <vt:lpstr>Tipos de redes neuronales artificiales</vt:lpstr>
      <vt:lpstr>Tipos  aprendizajes en redes neuronales artificiales</vt:lpstr>
      <vt:lpstr>¿En qué se aplican las redes neuronales artificiales?</vt:lpstr>
      <vt:lpstr>Repaso de la Regresión Logística </vt:lpstr>
      <vt:lpstr>Repaso de la regresión logística: Coste</vt:lpstr>
      <vt:lpstr>Presentación de PowerPoint</vt:lpstr>
      <vt:lpstr>Presentación de PowerPoint</vt:lpstr>
      <vt:lpstr>Regresión softmax (múltiples clases)</vt:lpstr>
      <vt:lpstr>Redes neuronales multiclases</vt:lpstr>
      <vt:lpstr>Redes neuronales profundas (deep learning)</vt:lpstr>
      <vt:lpstr>Presentación de PowerPoint</vt:lpstr>
      <vt:lpstr>Redes neuronales: sesgo y varianza</vt:lpstr>
      <vt:lpstr>Redes neuronales: regularización</vt:lpstr>
      <vt:lpstr>Presentación de PowerPoint</vt:lpstr>
      <vt:lpstr>Demo time (demo_6_neural_networks)</vt:lpstr>
      <vt:lpstr>Naive Bayes</vt:lpstr>
      <vt:lpstr>Naive Bayes</vt:lpstr>
      <vt:lpstr>Teorema de Bayes</vt:lpstr>
      <vt:lpstr>Naive Bayes: Asunciones </vt:lpstr>
      <vt:lpstr>Naive Bayes: Utilizando el Teorema de Bayes</vt:lpstr>
      <vt:lpstr>Naive Bayes: Utilizando el Teorema de Bayes</vt:lpstr>
      <vt:lpstr>Naive Bayes: Algoritmo </vt:lpstr>
      <vt:lpstr>Puntos fuertes y débiles de Naive Bayes</vt:lpstr>
      <vt:lpstr>Naive Bayes: Tipos de algoritmos</vt:lpstr>
      <vt:lpstr>Naive Bayes: Relación con Regresión Logística</vt:lpstr>
      <vt:lpstr>Demo Time (demo_7_naive_bayes)</vt:lpstr>
      <vt:lpstr>Dudas … Consultas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Aprendizaje Supervisado</dc:title>
  <dc:creator>José Ramón Iglesias</dc:creator>
  <cp:lastModifiedBy>José Ramon Iglesias Gamarra</cp:lastModifiedBy>
  <cp:revision>42</cp:revision>
  <dcterms:modified xsi:type="dcterms:W3CDTF">2026-04-25T15:30:34Z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0x0101001171F7791E01134DAF65125A22D32673</vt:lpwstr>
  </property>
</Properties>
</file>