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50.xml" ContentType="application/vnd.openxmlformats-officedocument.drawingml.diagramData+xml"/>
  <Override PartName="/ppt/diagrams/data8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6" r:id="rId4"/>
  </p:sldMasterIdLst>
  <p:notesMasterIdLst>
    <p:notesMasterId r:id="rId44"/>
  </p:notesMasterIdLst>
  <p:sldIdLst>
    <p:sldId id="256" r:id="rId5"/>
    <p:sldId id="314" r:id="rId6"/>
    <p:sldId id="261" r:id="rId7"/>
    <p:sldId id="315" r:id="rId8"/>
    <p:sldId id="317" r:id="rId9"/>
    <p:sldId id="318" r:id="rId10"/>
    <p:sldId id="321" r:id="rId11"/>
    <p:sldId id="32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5" r:id="rId30"/>
    <p:sldId id="296" r:id="rId31"/>
    <p:sldId id="297" r:id="rId32"/>
    <p:sldId id="299" r:id="rId33"/>
    <p:sldId id="308" r:id="rId34"/>
    <p:sldId id="309" r:id="rId35"/>
    <p:sldId id="310" r:id="rId36"/>
    <p:sldId id="311" r:id="rId37"/>
    <p:sldId id="312" r:id="rId38"/>
    <p:sldId id="259" r:id="rId39"/>
    <p:sldId id="319" r:id="rId40"/>
    <p:sldId id="262" r:id="rId41"/>
    <p:sldId id="320" r:id="rId42"/>
    <p:sldId id="313" r:id="rId4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Calibri Light" panose="020F0302020204030204" pitchFamily="34" charset="0"/>
      <p:regular r:id="rId49"/>
      <p:italic r:id="rId50"/>
    </p:embeddedFont>
    <p:embeddedFont>
      <p:font typeface="Cambria Math" panose="02040503050406030204" pitchFamily="18" charset="0"/>
      <p:regular r:id="rId51"/>
    </p:embeddedFont>
    <p:embeddedFont>
      <p:font typeface="Economica" panose="020B0604020202020204" charset="0"/>
      <p:regular r:id="rId52"/>
      <p:bold r:id="rId53"/>
      <p:italic r:id="rId54"/>
      <p:boldItalic r:id="rId55"/>
    </p:embeddedFont>
    <p:embeddedFont>
      <p:font typeface="Gill Sans MT" panose="020B0502020104020203" pitchFamily="34" charset="0"/>
      <p:regular r:id="rId56"/>
      <p:bold r:id="rId57"/>
      <p:italic r:id="rId58"/>
      <p:boldItalic r:id="rId59"/>
    </p:embeddedFont>
    <p:embeddedFont>
      <p:font typeface="Open Sans" panose="020B0606030504020204" pitchFamily="34" charset="0"/>
      <p:regular r:id="rId60"/>
      <p:bold r:id="rId61"/>
      <p:italic r:id="rId62"/>
      <p:boldItalic r:id="rId6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9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font" Target="fonts/font1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17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image" Target="../media/image151.pn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image" Target="../media/image7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AE6333-6ED1-45AC-B91C-0E26D9B84CB3}" type="doc">
      <dgm:prSet loTypeId="urn:microsoft.com/office/officeart/2005/8/layout/venn2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26C39BB2-1F36-4708-BB6F-0A9597D35AC2}">
      <dgm:prSet phldrT="[Texto]" custT="1"/>
      <dgm:spPr/>
      <dgm:t>
        <a:bodyPr lIns="36000" rIns="36000"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Inteligencia Artificial</a:t>
          </a:r>
        </a:p>
      </dgm:t>
    </dgm:pt>
    <dgm:pt modelId="{2F0D6537-7BFB-4EC6-866F-AC8B47BB107D}" type="parTrans" cxnId="{7E8952D7-24B5-4776-ADD7-1473F61DE585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22DD1E2-5894-4013-9DF9-1F5FB68D23E5}" type="sibTrans" cxnId="{7E8952D7-24B5-4776-ADD7-1473F61DE585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4319F7B-676E-408C-B1D7-F256B4072996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Métodos</a:t>
          </a:r>
        </a:p>
      </dgm:t>
    </dgm:pt>
    <dgm:pt modelId="{DB991141-CCC5-458A-9209-E264902778A7}" type="parTrans" cxnId="{E6E48D5C-8C65-4B7C-9FDA-BF350E82519C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DA9F534-D4D7-43D3-9A7C-19E63C442E3B}" type="sibTrans" cxnId="{E6E48D5C-8C65-4B7C-9FDA-BF350E82519C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EF839F-025C-46A4-816D-91487BFC32F0}">
      <dgm:prSet phldrT="[Texto]" custT="1"/>
      <dgm:spPr/>
      <dgm:t>
        <a:bodyPr lIns="72000"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Tecnologías</a:t>
          </a:r>
        </a:p>
      </dgm:t>
    </dgm:pt>
    <dgm:pt modelId="{F33A2F91-CD20-4FF7-B1DB-CB34E20D24ED}" type="parTrans" cxnId="{AC55A72C-5B66-4BE7-BBA0-52D49FDF2C7F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11E281C-4515-41CD-B4C5-6D85E5622918}" type="sibTrans" cxnId="{AC55A72C-5B66-4BE7-BBA0-52D49FDF2C7F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D1F0A87-C230-4AFC-A7EC-46C6C7175674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Machine Learning</a:t>
          </a:r>
        </a:p>
      </dgm:t>
    </dgm:pt>
    <dgm:pt modelId="{2B13D589-8660-472F-A719-F44ED017A91B}" type="parTrans" cxnId="{4F69EA38-5F64-4F92-BCB7-B193BB475599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FE3420-4347-433D-B127-FFD27582ABFC}" type="sibTrans" cxnId="{4F69EA38-5F64-4F92-BCB7-B193BB475599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97265F3-F1F7-40ED-BB83-671C083A3ADF}" type="pres">
      <dgm:prSet presAssocID="{87AE6333-6ED1-45AC-B91C-0E26D9B84CB3}" presName="Name0" presStyleCnt="0">
        <dgm:presLayoutVars>
          <dgm:chMax val="7"/>
          <dgm:resizeHandles val="exact"/>
        </dgm:presLayoutVars>
      </dgm:prSet>
      <dgm:spPr/>
    </dgm:pt>
    <dgm:pt modelId="{C57F8BC8-93AC-497B-B081-F8A222C0221C}" type="pres">
      <dgm:prSet presAssocID="{87AE6333-6ED1-45AC-B91C-0E26D9B84CB3}" presName="comp1" presStyleCnt="0"/>
      <dgm:spPr/>
    </dgm:pt>
    <dgm:pt modelId="{CAE017D8-C5E4-4AF6-A3F2-8F364DF1380D}" type="pres">
      <dgm:prSet presAssocID="{87AE6333-6ED1-45AC-B91C-0E26D9B84CB3}" presName="circle1" presStyleLbl="node1" presStyleIdx="0" presStyleCnt="4"/>
      <dgm:spPr/>
    </dgm:pt>
    <dgm:pt modelId="{15ED250D-AC7E-42CF-9602-7BE798514655}" type="pres">
      <dgm:prSet presAssocID="{87AE6333-6ED1-45AC-B91C-0E26D9B84CB3}" presName="c1text" presStyleLbl="node1" presStyleIdx="0" presStyleCnt="4">
        <dgm:presLayoutVars>
          <dgm:bulletEnabled val="1"/>
        </dgm:presLayoutVars>
      </dgm:prSet>
      <dgm:spPr/>
    </dgm:pt>
    <dgm:pt modelId="{C7C4CA2F-DFCA-4940-BD01-52447E6F1CF9}" type="pres">
      <dgm:prSet presAssocID="{87AE6333-6ED1-45AC-B91C-0E26D9B84CB3}" presName="comp2" presStyleCnt="0"/>
      <dgm:spPr/>
    </dgm:pt>
    <dgm:pt modelId="{E71EB937-CC97-4F8F-A28D-24157CAEF9BD}" type="pres">
      <dgm:prSet presAssocID="{87AE6333-6ED1-45AC-B91C-0E26D9B84CB3}" presName="circle2" presStyleLbl="node1" presStyleIdx="1" presStyleCnt="4"/>
      <dgm:spPr/>
    </dgm:pt>
    <dgm:pt modelId="{00F335CC-8012-4FD7-8645-BAB6582691E3}" type="pres">
      <dgm:prSet presAssocID="{87AE6333-6ED1-45AC-B91C-0E26D9B84CB3}" presName="c2text" presStyleLbl="node1" presStyleIdx="1" presStyleCnt="4">
        <dgm:presLayoutVars>
          <dgm:bulletEnabled val="1"/>
        </dgm:presLayoutVars>
      </dgm:prSet>
      <dgm:spPr/>
    </dgm:pt>
    <dgm:pt modelId="{0C1EB780-8DB9-479E-8B7C-07BE8952362A}" type="pres">
      <dgm:prSet presAssocID="{87AE6333-6ED1-45AC-B91C-0E26D9B84CB3}" presName="comp3" presStyleCnt="0"/>
      <dgm:spPr/>
    </dgm:pt>
    <dgm:pt modelId="{1AD4C761-3FCB-4F46-ACFA-A3B8B5D00370}" type="pres">
      <dgm:prSet presAssocID="{87AE6333-6ED1-45AC-B91C-0E26D9B84CB3}" presName="circle3" presStyleLbl="node1" presStyleIdx="2" presStyleCnt="4"/>
      <dgm:spPr/>
    </dgm:pt>
    <dgm:pt modelId="{555696C0-A68D-40CC-B357-8FDDF6D2C8DB}" type="pres">
      <dgm:prSet presAssocID="{87AE6333-6ED1-45AC-B91C-0E26D9B84CB3}" presName="c3text" presStyleLbl="node1" presStyleIdx="2" presStyleCnt="4">
        <dgm:presLayoutVars>
          <dgm:bulletEnabled val="1"/>
        </dgm:presLayoutVars>
      </dgm:prSet>
      <dgm:spPr/>
    </dgm:pt>
    <dgm:pt modelId="{FBBEC7BC-3733-4C20-AA33-DD8F953BF91D}" type="pres">
      <dgm:prSet presAssocID="{87AE6333-6ED1-45AC-B91C-0E26D9B84CB3}" presName="comp4" presStyleCnt="0"/>
      <dgm:spPr/>
    </dgm:pt>
    <dgm:pt modelId="{C3B9BD37-53CF-46DA-808F-A414C4A68FEA}" type="pres">
      <dgm:prSet presAssocID="{87AE6333-6ED1-45AC-B91C-0E26D9B84CB3}" presName="circle4" presStyleLbl="node1" presStyleIdx="3" presStyleCnt="4"/>
      <dgm:spPr/>
    </dgm:pt>
    <dgm:pt modelId="{D45D736F-C8E7-42DE-87B7-BFB68EC63B4D}" type="pres">
      <dgm:prSet presAssocID="{87AE6333-6ED1-45AC-B91C-0E26D9B84CB3}" presName="c4text" presStyleLbl="node1" presStyleIdx="3" presStyleCnt="4">
        <dgm:presLayoutVars>
          <dgm:bulletEnabled val="1"/>
        </dgm:presLayoutVars>
      </dgm:prSet>
      <dgm:spPr/>
    </dgm:pt>
  </dgm:ptLst>
  <dgm:cxnLst>
    <dgm:cxn modelId="{AC55A72C-5B66-4BE7-BBA0-52D49FDF2C7F}" srcId="{87AE6333-6ED1-45AC-B91C-0E26D9B84CB3}" destId="{E8EF839F-025C-46A4-816D-91487BFC32F0}" srcOrd="3" destOrd="0" parTransId="{F33A2F91-CD20-4FF7-B1DB-CB34E20D24ED}" sibTransId="{C11E281C-4515-41CD-B4C5-6D85E5622918}"/>
    <dgm:cxn modelId="{4A160538-85E8-4A6A-A9ED-51CF21C912D7}" type="presOf" srcId="{24319F7B-676E-408C-B1D7-F256B4072996}" destId="{555696C0-A68D-40CC-B357-8FDDF6D2C8DB}" srcOrd="1" destOrd="0" presId="urn:microsoft.com/office/officeart/2005/8/layout/venn2"/>
    <dgm:cxn modelId="{4F69EA38-5F64-4F92-BCB7-B193BB475599}" srcId="{87AE6333-6ED1-45AC-B91C-0E26D9B84CB3}" destId="{DD1F0A87-C230-4AFC-A7EC-46C6C7175674}" srcOrd="1" destOrd="0" parTransId="{2B13D589-8660-472F-A719-F44ED017A91B}" sibTransId="{72FE3420-4347-433D-B127-FFD27582ABFC}"/>
    <dgm:cxn modelId="{E6E48D5C-8C65-4B7C-9FDA-BF350E82519C}" srcId="{87AE6333-6ED1-45AC-B91C-0E26D9B84CB3}" destId="{24319F7B-676E-408C-B1D7-F256B4072996}" srcOrd="2" destOrd="0" parTransId="{DB991141-CCC5-458A-9209-E264902778A7}" sibTransId="{9DA9F534-D4D7-43D3-9A7C-19E63C442E3B}"/>
    <dgm:cxn modelId="{81EC1B43-AADD-4840-B85B-87AF263F4870}" type="presOf" srcId="{DD1F0A87-C230-4AFC-A7EC-46C6C7175674}" destId="{E71EB937-CC97-4F8F-A28D-24157CAEF9BD}" srcOrd="0" destOrd="0" presId="urn:microsoft.com/office/officeart/2005/8/layout/venn2"/>
    <dgm:cxn modelId="{48EF2C67-8044-4608-89C8-1F92B86B87F8}" type="presOf" srcId="{26C39BB2-1F36-4708-BB6F-0A9597D35AC2}" destId="{15ED250D-AC7E-42CF-9602-7BE798514655}" srcOrd="1" destOrd="0" presId="urn:microsoft.com/office/officeart/2005/8/layout/venn2"/>
    <dgm:cxn modelId="{EB9FFC97-53D9-4616-AF4B-1C1F7E8B3659}" type="presOf" srcId="{26C39BB2-1F36-4708-BB6F-0A9597D35AC2}" destId="{CAE017D8-C5E4-4AF6-A3F2-8F364DF1380D}" srcOrd="0" destOrd="0" presId="urn:microsoft.com/office/officeart/2005/8/layout/venn2"/>
    <dgm:cxn modelId="{790D78AD-88FE-4EAA-AB26-F50050FA2A89}" type="presOf" srcId="{DD1F0A87-C230-4AFC-A7EC-46C6C7175674}" destId="{00F335CC-8012-4FD7-8645-BAB6582691E3}" srcOrd="1" destOrd="0" presId="urn:microsoft.com/office/officeart/2005/8/layout/venn2"/>
    <dgm:cxn modelId="{C83202B9-F6B0-4F15-8DB9-735C33833C02}" type="presOf" srcId="{87AE6333-6ED1-45AC-B91C-0E26D9B84CB3}" destId="{E97265F3-F1F7-40ED-BB83-671C083A3ADF}" srcOrd="0" destOrd="0" presId="urn:microsoft.com/office/officeart/2005/8/layout/venn2"/>
    <dgm:cxn modelId="{E108BBC2-3B09-43E5-BB94-426F4CC18D26}" type="presOf" srcId="{24319F7B-676E-408C-B1D7-F256B4072996}" destId="{1AD4C761-3FCB-4F46-ACFA-A3B8B5D00370}" srcOrd="0" destOrd="0" presId="urn:microsoft.com/office/officeart/2005/8/layout/venn2"/>
    <dgm:cxn modelId="{7E8952D7-24B5-4776-ADD7-1473F61DE585}" srcId="{87AE6333-6ED1-45AC-B91C-0E26D9B84CB3}" destId="{26C39BB2-1F36-4708-BB6F-0A9597D35AC2}" srcOrd="0" destOrd="0" parTransId="{2F0D6537-7BFB-4EC6-866F-AC8B47BB107D}" sibTransId="{522DD1E2-5894-4013-9DF9-1F5FB68D23E5}"/>
    <dgm:cxn modelId="{1B2803E3-C757-4E5A-A511-09B36ECB4679}" type="presOf" srcId="{E8EF839F-025C-46A4-816D-91487BFC32F0}" destId="{C3B9BD37-53CF-46DA-808F-A414C4A68FEA}" srcOrd="0" destOrd="0" presId="urn:microsoft.com/office/officeart/2005/8/layout/venn2"/>
    <dgm:cxn modelId="{5D1D0EE5-F9B8-4451-A0B7-983465513E14}" type="presOf" srcId="{E8EF839F-025C-46A4-816D-91487BFC32F0}" destId="{D45D736F-C8E7-42DE-87B7-BFB68EC63B4D}" srcOrd="1" destOrd="0" presId="urn:microsoft.com/office/officeart/2005/8/layout/venn2"/>
    <dgm:cxn modelId="{FE3A5C87-EB12-4F8C-9696-59928F4CB19E}" type="presParOf" srcId="{E97265F3-F1F7-40ED-BB83-671C083A3ADF}" destId="{C57F8BC8-93AC-497B-B081-F8A222C0221C}" srcOrd="0" destOrd="0" presId="urn:microsoft.com/office/officeart/2005/8/layout/venn2"/>
    <dgm:cxn modelId="{55D7D44C-746B-4972-B957-1BE6DCECFC52}" type="presParOf" srcId="{C57F8BC8-93AC-497B-B081-F8A222C0221C}" destId="{CAE017D8-C5E4-4AF6-A3F2-8F364DF1380D}" srcOrd="0" destOrd="0" presId="urn:microsoft.com/office/officeart/2005/8/layout/venn2"/>
    <dgm:cxn modelId="{14F7D9BE-00D8-4C00-881F-1BDB875BEAD1}" type="presParOf" srcId="{C57F8BC8-93AC-497B-B081-F8A222C0221C}" destId="{15ED250D-AC7E-42CF-9602-7BE798514655}" srcOrd="1" destOrd="0" presId="urn:microsoft.com/office/officeart/2005/8/layout/venn2"/>
    <dgm:cxn modelId="{C20A7AE6-92B8-415B-B4FD-72F0C7AE6D12}" type="presParOf" srcId="{E97265F3-F1F7-40ED-BB83-671C083A3ADF}" destId="{C7C4CA2F-DFCA-4940-BD01-52447E6F1CF9}" srcOrd="1" destOrd="0" presId="urn:microsoft.com/office/officeart/2005/8/layout/venn2"/>
    <dgm:cxn modelId="{13C34F14-E3BB-4320-ADFF-A93585F2C803}" type="presParOf" srcId="{C7C4CA2F-DFCA-4940-BD01-52447E6F1CF9}" destId="{E71EB937-CC97-4F8F-A28D-24157CAEF9BD}" srcOrd="0" destOrd="0" presId="urn:microsoft.com/office/officeart/2005/8/layout/venn2"/>
    <dgm:cxn modelId="{E99D16A5-B035-46E7-8557-828CA8EB5D24}" type="presParOf" srcId="{C7C4CA2F-DFCA-4940-BD01-52447E6F1CF9}" destId="{00F335CC-8012-4FD7-8645-BAB6582691E3}" srcOrd="1" destOrd="0" presId="urn:microsoft.com/office/officeart/2005/8/layout/venn2"/>
    <dgm:cxn modelId="{01575F07-7E55-44BB-89BA-A5FD63EF78BC}" type="presParOf" srcId="{E97265F3-F1F7-40ED-BB83-671C083A3ADF}" destId="{0C1EB780-8DB9-479E-8B7C-07BE8952362A}" srcOrd="2" destOrd="0" presId="urn:microsoft.com/office/officeart/2005/8/layout/venn2"/>
    <dgm:cxn modelId="{C4806A89-189A-43FB-B223-3A09DD7DA7BE}" type="presParOf" srcId="{0C1EB780-8DB9-479E-8B7C-07BE8952362A}" destId="{1AD4C761-3FCB-4F46-ACFA-A3B8B5D00370}" srcOrd="0" destOrd="0" presId="urn:microsoft.com/office/officeart/2005/8/layout/venn2"/>
    <dgm:cxn modelId="{FCA64E5F-8078-4DEA-8828-56167896C554}" type="presParOf" srcId="{0C1EB780-8DB9-479E-8B7C-07BE8952362A}" destId="{555696C0-A68D-40CC-B357-8FDDF6D2C8DB}" srcOrd="1" destOrd="0" presId="urn:microsoft.com/office/officeart/2005/8/layout/venn2"/>
    <dgm:cxn modelId="{D9C40D47-7C0B-480A-9206-ACB5AE775EF3}" type="presParOf" srcId="{E97265F3-F1F7-40ED-BB83-671C083A3ADF}" destId="{FBBEC7BC-3733-4C20-AA33-DD8F953BF91D}" srcOrd="3" destOrd="0" presId="urn:microsoft.com/office/officeart/2005/8/layout/venn2"/>
    <dgm:cxn modelId="{F17BEE73-7B08-4791-8067-A630DB3F42E1}" type="presParOf" srcId="{FBBEC7BC-3733-4C20-AA33-DD8F953BF91D}" destId="{C3B9BD37-53CF-46DA-808F-A414C4A68FEA}" srcOrd="0" destOrd="0" presId="urn:microsoft.com/office/officeart/2005/8/layout/venn2"/>
    <dgm:cxn modelId="{95CACE14-A17D-49DC-A800-10F5FB14AE91}" type="presParOf" srcId="{FBBEC7BC-3733-4C20-AA33-DD8F953BF91D}" destId="{D45D736F-C8E7-42DE-87B7-BFB68EC63B4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B085F1-F1D3-4574-A8BD-675A0BB70CB2}" type="doc">
      <dgm:prSet loTypeId="urn:microsoft.com/office/officeart/2008/layout/RadialCluster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s-AR"/>
        </a:p>
      </dgm:t>
    </dgm:pt>
    <dgm:pt modelId="{46FF8770-BC6C-426D-BC74-B977DB9F11CF}">
      <dgm:prSet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b="1" dirty="0">
              <a:solidFill>
                <a:schemeClr val="tx1"/>
              </a:solidFill>
            </a:rPr>
            <a:t>Aprendizaje supervisado</a:t>
          </a:r>
          <a:endParaRPr lang="es-AR" dirty="0">
            <a:solidFill>
              <a:schemeClr val="tx1"/>
            </a:solidFill>
          </a:endParaRPr>
        </a:p>
      </dgm:t>
    </dgm:pt>
    <dgm:pt modelId="{80FCB5B7-C160-4B0D-AF14-D758C8454326}" type="parTrans" cxnId="{76C1E170-66C9-45FB-B5D6-AD01A2F3DAD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47E3FAD-7F5E-464A-B8C7-7854946D6557}" type="sibTrans" cxnId="{76C1E170-66C9-45FB-B5D6-AD01A2F3DAD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F091D51-3FC0-4209-BC31-256020D3F3E9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800" b="1" dirty="0">
              <a:solidFill>
                <a:schemeClr val="tx1"/>
              </a:solidFill>
            </a:rPr>
            <a:t>Clasificación</a:t>
          </a:r>
          <a:endParaRPr lang="es-AR" sz="1800" dirty="0">
            <a:solidFill>
              <a:schemeClr val="tx1"/>
            </a:solidFill>
          </a:endParaRPr>
        </a:p>
      </dgm:t>
    </dgm:pt>
    <dgm:pt modelId="{422D3C30-D9F8-494E-BD16-8CA434700570}" type="parTrans" cxnId="{1F80B0E5-4E2A-4665-90DF-F90D7C8B590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D559A70-F17F-4EFE-944E-023381323571}" type="sibTrans" cxnId="{1F80B0E5-4E2A-4665-90DF-F90D7C8B590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60E3DC0A-BA22-4CEE-B583-93BA8E97A4D4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Identificación de fraudes</a:t>
          </a:r>
          <a:endParaRPr lang="es-AR" sz="1400" dirty="0">
            <a:solidFill>
              <a:schemeClr val="tx1"/>
            </a:solidFill>
          </a:endParaRPr>
        </a:p>
      </dgm:t>
    </dgm:pt>
    <dgm:pt modelId="{D1BD78DE-C90B-4AF8-B7C0-EAC48393934A}" type="parTrans" cxnId="{7EA2582D-0C46-4407-B2D6-D64C6F24987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7AD03436-9560-41A6-9C3F-1F6582C04C73}" type="sibTrans" cxnId="{7EA2582D-0C46-4407-B2D6-D64C6F24987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2B8454F3-BFD7-4A99-9AEA-A44AA49CC00E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Retención de clientes</a:t>
          </a:r>
          <a:endParaRPr lang="es-AR" sz="1400">
            <a:solidFill>
              <a:schemeClr val="tx1"/>
            </a:solidFill>
          </a:endParaRPr>
        </a:p>
      </dgm:t>
    </dgm:pt>
    <dgm:pt modelId="{37DAA24D-026C-4A83-9AC3-C9556C779F17}" type="parTrans" cxnId="{B632611B-6410-401E-ABC9-5A776A85694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E8BC60CE-D876-4C60-B4EE-7C783FEA58CD}" type="sibTrans" cxnId="{B632611B-6410-401E-ABC9-5A776A85694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D65CBC2-2C17-4876-B324-B0F43B5F3A06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Clasificación de imágenes</a:t>
          </a:r>
          <a:endParaRPr lang="es-AR" sz="1400" dirty="0">
            <a:solidFill>
              <a:schemeClr val="tx1"/>
            </a:solidFill>
          </a:endParaRPr>
        </a:p>
      </dgm:t>
    </dgm:pt>
    <dgm:pt modelId="{E3B301FD-7DBB-4DF8-B72D-939C9F9A6D31}" type="parTrans" cxnId="{FEE10015-D212-4399-BB48-3FF2FF5FA825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F73D6C96-B066-48E7-9556-4ACAA7517E12}" type="sibTrans" cxnId="{FEE10015-D212-4399-BB48-3FF2FF5FA825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53FEE35C-4A40-4453-B3BE-24BCB9EC5DEC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Diagnósticos médicos y/o técnicos</a:t>
          </a:r>
          <a:endParaRPr lang="es-AR" sz="1400">
            <a:solidFill>
              <a:schemeClr val="tx1"/>
            </a:solidFill>
          </a:endParaRPr>
        </a:p>
      </dgm:t>
    </dgm:pt>
    <dgm:pt modelId="{3577D164-7456-4AB7-A058-768CD5C85579}" type="parTrans" cxnId="{EB3B90DD-EB4A-4263-8348-A9FD6CCD37B3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41C9170-9A2C-4F90-BEE1-234A10A2D662}" type="sibTrans" cxnId="{EB3B90DD-EB4A-4263-8348-A9FD6CCD37B3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DB49E8E-DDCB-4BB9-946D-9247EE0D31A7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800" b="1" dirty="0">
              <a:solidFill>
                <a:schemeClr val="tx1"/>
              </a:solidFill>
            </a:rPr>
            <a:t>Regresión</a:t>
          </a:r>
          <a:endParaRPr lang="es-AR" sz="1800" dirty="0">
            <a:solidFill>
              <a:schemeClr val="tx1"/>
            </a:solidFill>
          </a:endParaRPr>
        </a:p>
      </dgm:t>
    </dgm:pt>
    <dgm:pt modelId="{27EA7216-9461-4A2D-80B6-C4AB239B6A26}" type="parTrans" cxnId="{A12DCD33-5FFE-42AE-9B3F-950E8CA220D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B409D6D-EC88-40F8-A202-BBA6B9684BD0}" type="sibTrans" cxnId="{A12DCD33-5FFE-42AE-9B3F-950E8CA220DA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32C31CA9-0BE2-405D-B08E-961C6530EEDC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Predicción de aceptación de publicidad</a:t>
          </a:r>
          <a:endParaRPr lang="es-AR" sz="1400">
            <a:solidFill>
              <a:schemeClr val="tx1"/>
            </a:solidFill>
          </a:endParaRPr>
        </a:p>
      </dgm:t>
    </dgm:pt>
    <dgm:pt modelId="{F0D2D91A-7779-47C7-BEFB-7839987AD734}" type="parTrans" cxnId="{7C073619-8A79-40C5-B90C-E067F64870AD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DE332649-3132-467C-BF5F-98EF56912050}" type="sibTrans" cxnId="{7C073619-8A79-40C5-B90C-E067F64870AD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9163AD2-A1EA-4186-8D35-F88213BC9C51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Predicción del clima</a:t>
          </a:r>
          <a:endParaRPr lang="es-AR" sz="1400" dirty="0">
            <a:solidFill>
              <a:schemeClr val="tx1"/>
            </a:solidFill>
          </a:endParaRPr>
        </a:p>
      </dgm:t>
    </dgm:pt>
    <dgm:pt modelId="{890A86A9-6AF8-4CC1-BBD3-0103A259F3F9}" type="parTrans" cxnId="{8455CCE5-D250-4218-BB9A-19BFAACE033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19837AF0-C482-4702-9E33-236D3C619102}" type="sibTrans" cxnId="{8455CCE5-D250-4218-BB9A-19BFAACE033B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A0873A69-5784-404A-9E43-193D1CF0CB23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>
              <a:solidFill>
                <a:schemeClr val="tx1"/>
              </a:solidFill>
            </a:rPr>
            <a:t>Predicciones económicas</a:t>
          </a:r>
          <a:endParaRPr lang="es-AR" sz="1400">
            <a:solidFill>
              <a:schemeClr val="tx1"/>
            </a:solidFill>
          </a:endParaRPr>
        </a:p>
      </dgm:t>
    </dgm:pt>
    <dgm:pt modelId="{63E27ACC-6E05-412C-8D66-5B04676E4151}" type="parTrans" cxnId="{FBC4F4A5-2EE9-4E4E-9486-9B72A120E451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E01E2B2A-1AE0-48A5-A19A-7F6C06101B6C}" type="sibTrans" cxnId="{FBC4F4A5-2EE9-4E4E-9486-9B72A120E451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ADA4D5E1-430C-4115-8869-A2D68B98BE97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Estimación de la esperanza de vida</a:t>
          </a:r>
          <a:endParaRPr lang="es-AR" sz="1400" dirty="0">
            <a:solidFill>
              <a:schemeClr val="tx1"/>
            </a:solidFill>
          </a:endParaRPr>
        </a:p>
      </dgm:t>
    </dgm:pt>
    <dgm:pt modelId="{F70D0158-7527-4818-B7F6-6A4C8B6C5D02}" type="parTrans" cxnId="{730BD7E9-B878-4F4E-9A39-A05357471A7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846741FA-1CAE-4226-9D97-31679754C1CC}" type="sibTrans" cxnId="{730BD7E9-B878-4F4E-9A39-A05357471A7E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EBD5A001-BA8A-448C-B91F-4D7049EA3324}">
      <dgm:prSet custT="1"/>
      <dgm:spPr/>
      <dgm:t>
        <a:bodyPr/>
        <a:lstStyle/>
        <a:p>
          <a:pPr>
            <a:buFont typeface="Times New Roman" panose="02020603050405020304" pitchFamily="18" charset="0"/>
            <a:buChar char="•"/>
          </a:pPr>
          <a:r>
            <a:rPr lang="es-AR" sz="1400" b="1" dirty="0">
              <a:solidFill>
                <a:schemeClr val="tx1"/>
              </a:solidFill>
            </a:rPr>
            <a:t>Crecimiento poblacional</a:t>
          </a:r>
          <a:endParaRPr lang="es-AR" sz="1400" dirty="0">
            <a:solidFill>
              <a:schemeClr val="tx1"/>
            </a:solidFill>
          </a:endParaRPr>
        </a:p>
      </dgm:t>
    </dgm:pt>
    <dgm:pt modelId="{06566033-56A8-432D-BF4E-D8B1BC18BB6B}" type="parTrans" cxnId="{9B2E1FC0-AE9E-471E-90CB-40B538CF879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BEA99E12-0FC1-4EEA-8AD2-1075C8421BA3}" type="sibTrans" cxnId="{9B2E1FC0-AE9E-471E-90CB-40B538CF8797}">
      <dgm:prSet/>
      <dgm:spPr/>
      <dgm:t>
        <a:bodyPr/>
        <a:lstStyle/>
        <a:p>
          <a:endParaRPr lang="es-AR">
            <a:solidFill>
              <a:schemeClr val="tx1"/>
            </a:solidFill>
          </a:endParaRPr>
        </a:p>
      </dgm:t>
    </dgm:pt>
    <dgm:pt modelId="{C9B677E8-2897-4269-B5B6-B3CE6D7FD68A}" type="pres">
      <dgm:prSet presAssocID="{09B085F1-F1D3-4574-A8BD-675A0BB70CB2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916DFCF-4089-4B51-B10F-24011CB8B94C}" type="pres">
      <dgm:prSet presAssocID="{46FF8770-BC6C-426D-BC74-B977DB9F11CF}" presName="textCenter" presStyleLbl="node1" presStyleIdx="0" presStyleCnt="12" custScaleX="173462" custScaleY="135544" custLinFactNeighborX="-12807" custLinFactNeighborY="6111"/>
      <dgm:spPr/>
    </dgm:pt>
    <dgm:pt modelId="{7DC8B0BB-4D32-4417-8C7C-03640A550C96}" type="pres">
      <dgm:prSet presAssocID="{46FF8770-BC6C-426D-BC74-B977DB9F11CF}" presName="cycle_1" presStyleCnt="0"/>
      <dgm:spPr/>
    </dgm:pt>
    <dgm:pt modelId="{A859F330-6BE9-4CFA-BAC1-F0B39E99AE32}" type="pres">
      <dgm:prSet presAssocID="{8F091D51-3FC0-4209-BC31-256020D3F3E9}" presName="childCenter1" presStyleLbl="node1" presStyleIdx="1" presStyleCnt="12" custScaleX="307763" custScaleY="200919" custLinFactX="-5776" custLinFactNeighborX="-100000" custLinFactNeighborY="49459"/>
      <dgm:spPr/>
    </dgm:pt>
    <dgm:pt modelId="{5462DB5F-D90B-4A80-8DF7-9A7BAD4703FF}" type="pres">
      <dgm:prSet presAssocID="{D1BD78DE-C90B-4AF8-B7C0-EAC48393934A}" presName="Name141" presStyleLbl="parChTrans1D3" presStyleIdx="0" presStyleCnt="9"/>
      <dgm:spPr/>
    </dgm:pt>
    <dgm:pt modelId="{3C0E79A8-9CF2-4287-9AD8-33D914614240}" type="pres">
      <dgm:prSet presAssocID="{60E3DC0A-BA22-4CEE-B583-93BA8E97A4D4}" presName="text1" presStyleLbl="node1" presStyleIdx="2" presStyleCnt="12" custScaleX="266226" custScaleY="200919" custRadScaleRad="216110" custRadScaleInc="32287">
        <dgm:presLayoutVars>
          <dgm:bulletEnabled val="1"/>
        </dgm:presLayoutVars>
      </dgm:prSet>
      <dgm:spPr/>
    </dgm:pt>
    <dgm:pt modelId="{D87786F7-3C4D-4AA1-ADA2-92251A5B13FC}" type="pres">
      <dgm:prSet presAssocID="{37DAA24D-026C-4A83-9AC3-C9556C779F17}" presName="Name141" presStyleLbl="parChTrans1D3" presStyleIdx="1" presStyleCnt="9"/>
      <dgm:spPr/>
    </dgm:pt>
    <dgm:pt modelId="{473B76A8-9DB6-4E17-BCCB-ACECBC2B7FD3}" type="pres">
      <dgm:prSet presAssocID="{2B8454F3-BFD7-4A99-9AEA-A44AA49CC00E}" presName="text1" presStyleLbl="node1" presStyleIdx="3" presStyleCnt="12" custScaleX="266226" custScaleY="200919" custRadScaleRad="436491" custRadScaleInc="-186933">
        <dgm:presLayoutVars>
          <dgm:bulletEnabled val="1"/>
        </dgm:presLayoutVars>
      </dgm:prSet>
      <dgm:spPr/>
    </dgm:pt>
    <dgm:pt modelId="{6AF6EB88-D453-4298-A13F-16A3F4C056E7}" type="pres">
      <dgm:prSet presAssocID="{E3B301FD-7DBB-4DF8-B72D-939C9F9A6D31}" presName="Name141" presStyleLbl="parChTrans1D3" presStyleIdx="2" presStyleCnt="9"/>
      <dgm:spPr/>
    </dgm:pt>
    <dgm:pt modelId="{372E9319-C347-46D8-9078-1A9D97248AB4}" type="pres">
      <dgm:prSet presAssocID="{1D65CBC2-2C17-4876-B324-B0F43B5F3A06}" presName="text1" presStyleLbl="node1" presStyleIdx="4" presStyleCnt="12" custScaleX="266226" custScaleY="200919" custRadScaleRad="396774" custRadScaleInc="-272718">
        <dgm:presLayoutVars>
          <dgm:bulletEnabled val="1"/>
        </dgm:presLayoutVars>
      </dgm:prSet>
      <dgm:spPr/>
    </dgm:pt>
    <dgm:pt modelId="{46717DBC-68AE-4952-AC56-664D4A30D91A}" type="pres">
      <dgm:prSet presAssocID="{3577D164-7456-4AB7-A058-768CD5C85579}" presName="Name141" presStyleLbl="parChTrans1D3" presStyleIdx="3" presStyleCnt="9"/>
      <dgm:spPr/>
    </dgm:pt>
    <dgm:pt modelId="{3EF54E06-5A35-425A-9041-DACB48782F80}" type="pres">
      <dgm:prSet presAssocID="{53FEE35C-4A40-4453-B3BE-24BCB9EC5DEC}" presName="text1" presStyleLbl="node1" presStyleIdx="5" presStyleCnt="12" custScaleX="266226" custScaleY="200919" custRadScaleRad="325265" custRadScaleInc="291747">
        <dgm:presLayoutVars>
          <dgm:bulletEnabled val="1"/>
        </dgm:presLayoutVars>
      </dgm:prSet>
      <dgm:spPr/>
    </dgm:pt>
    <dgm:pt modelId="{39AE99CF-9A9B-4359-971B-982B3D9D703A}" type="pres">
      <dgm:prSet presAssocID="{422D3C30-D9F8-494E-BD16-8CA434700570}" presName="Name144" presStyleLbl="parChTrans1D2" presStyleIdx="0" presStyleCnt="2"/>
      <dgm:spPr/>
    </dgm:pt>
    <dgm:pt modelId="{D94C4254-3F8C-4331-9AE5-485B1D24847D}" type="pres">
      <dgm:prSet presAssocID="{46FF8770-BC6C-426D-BC74-B977DB9F11CF}" presName="cycle_2" presStyleCnt="0"/>
      <dgm:spPr/>
    </dgm:pt>
    <dgm:pt modelId="{4EADC877-53E0-49ED-88A4-C1911627B292}" type="pres">
      <dgm:prSet presAssocID="{DDB49E8E-DDCB-4BB9-946D-9247EE0D31A7}" presName="childCenter2" presStyleLbl="node1" presStyleIdx="6" presStyleCnt="12" custScaleX="380768" custScaleY="200919" custLinFactNeighborX="99696" custLinFactNeighborY="-48050"/>
      <dgm:spPr/>
    </dgm:pt>
    <dgm:pt modelId="{489A78F6-2615-457E-84EA-DDA0563FE2B4}" type="pres">
      <dgm:prSet presAssocID="{F0D2D91A-7779-47C7-BEFB-7839987AD734}" presName="Name218" presStyleLbl="parChTrans1D3" presStyleIdx="4" presStyleCnt="9"/>
      <dgm:spPr/>
    </dgm:pt>
    <dgm:pt modelId="{0A67150C-9164-4AD1-9639-DC1AE8FB1942}" type="pres">
      <dgm:prSet presAssocID="{32C31CA9-0BE2-405D-B08E-961C6530EEDC}" presName="text2" presStyleLbl="node1" presStyleIdx="7" presStyleCnt="12" custScaleX="329378" custScaleY="200919" custRadScaleRad="450208" custRadScaleInc="-85904">
        <dgm:presLayoutVars>
          <dgm:bulletEnabled val="1"/>
        </dgm:presLayoutVars>
      </dgm:prSet>
      <dgm:spPr/>
    </dgm:pt>
    <dgm:pt modelId="{78FFD143-FF48-46C9-9086-A7824D230FB7}" type="pres">
      <dgm:prSet presAssocID="{890A86A9-6AF8-4CC1-BBD3-0103A259F3F9}" presName="Name218" presStyleLbl="parChTrans1D3" presStyleIdx="5" presStyleCnt="9"/>
      <dgm:spPr/>
    </dgm:pt>
    <dgm:pt modelId="{16A23AE9-2FFC-41CB-B933-AFAD6C886971}" type="pres">
      <dgm:prSet presAssocID="{19163AD2-A1EA-4186-8D35-F88213BC9C51}" presName="text2" presStyleLbl="node1" presStyleIdx="8" presStyleCnt="12" custScaleX="329378" custScaleY="200919" custRadScaleRad="326974" custRadScaleInc="-270607">
        <dgm:presLayoutVars>
          <dgm:bulletEnabled val="1"/>
        </dgm:presLayoutVars>
      </dgm:prSet>
      <dgm:spPr/>
    </dgm:pt>
    <dgm:pt modelId="{6D4AC51E-EA98-4913-87A4-FAAEF51FB99D}" type="pres">
      <dgm:prSet presAssocID="{63E27ACC-6E05-412C-8D66-5B04676E4151}" presName="Name218" presStyleLbl="parChTrans1D3" presStyleIdx="6" presStyleCnt="9"/>
      <dgm:spPr/>
    </dgm:pt>
    <dgm:pt modelId="{E158F6AE-4812-4010-9882-BE16A6EB729E}" type="pres">
      <dgm:prSet presAssocID="{A0873A69-5784-404A-9E43-193D1CF0CB23}" presName="text2" presStyleLbl="node1" presStyleIdx="9" presStyleCnt="12" custScaleX="329378" custScaleY="200919" custRadScaleRad="411639" custRadScaleInc="-283424">
        <dgm:presLayoutVars>
          <dgm:bulletEnabled val="1"/>
        </dgm:presLayoutVars>
      </dgm:prSet>
      <dgm:spPr/>
    </dgm:pt>
    <dgm:pt modelId="{AC599A9B-1145-4C2B-AE93-935AB28C0B12}" type="pres">
      <dgm:prSet presAssocID="{F70D0158-7527-4818-B7F6-6A4C8B6C5D02}" presName="Name218" presStyleLbl="parChTrans1D3" presStyleIdx="7" presStyleCnt="9"/>
      <dgm:spPr/>
    </dgm:pt>
    <dgm:pt modelId="{7A378992-87D6-49F0-8F1B-FFBDADE06B22}" type="pres">
      <dgm:prSet presAssocID="{ADA4D5E1-430C-4115-8869-A2D68B98BE97}" presName="text2" presStyleLbl="node1" presStyleIdx="10" presStyleCnt="12" custScaleX="329378" custScaleY="200919" custRadScaleRad="383619" custRadScaleInc="-354007">
        <dgm:presLayoutVars>
          <dgm:bulletEnabled val="1"/>
        </dgm:presLayoutVars>
      </dgm:prSet>
      <dgm:spPr/>
    </dgm:pt>
    <dgm:pt modelId="{5DA43AC1-AA8B-466C-BB0E-7AE8453A5E5E}" type="pres">
      <dgm:prSet presAssocID="{06566033-56A8-432D-BF4E-D8B1BC18BB6B}" presName="Name218" presStyleLbl="parChTrans1D3" presStyleIdx="8" presStyleCnt="9"/>
      <dgm:spPr/>
    </dgm:pt>
    <dgm:pt modelId="{E092F8DB-3E97-494D-8FCF-5AA1F5252D72}" type="pres">
      <dgm:prSet presAssocID="{EBD5A001-BA8A-448C-B91F-4D7049EA3324}" presName="text2" presStyleLbl="node1" presStyleIdx="11" presStyleCnt="12" custScaleX="329378" custScaleY="200919" custRadScaleRad="207293" custRadScaleInc="-450634">
        <dgm:presLayoutVars>
          <dgm:bulletEnabled val="1"/>
        </dgm:presLayoutVars>
      </dgm:prSet>
      <dgm:spPr/>
    </dgm:pt>
    <dgm:pt modelId="{98FE3E71-09A1-4018-8CF6-709A20C7D2C3}" type="pres">
      <dgm:prSet presAssocID="{27EA7216-9461-4A2D-80B6-C4AB239B6A26}" presName="Name221" presStyleLbl="parChTrans1D2" presStyleIdx="1" presStyleCnt="2"/>
      <dgm:spPr/>
    </dgm:pt>
  </dgm:ptLst>
  <dgm:cxnLst>
    <dgm:cxn modelId="{00A2D203-84DB-4F7C-AA5E-537914C1F2C6}" type="presOf" srcId="{27EA7216-9461-4A2D-80B6-C4AB239B6A26}" destId="{98FE3E71-09A1-4018-8CF6-709A20C7D2C3}" srcOrd="0" destOrd="0" presId="urn:microsoft.com/office/officeart/2008/layout/RadialCluster"/>
    <dgm:cxn modelId="{4C2A3414-3444-4668-A815-3311647D2045}" type="presOf" srcId="{D1BD78DE-C90B-4AF8-B7C0-EAC48393934A}" destId="{5462DB5F-D90B-4A80-8DF7-9A7BAD4703FF}" srcOrd="0" destOrd="0" presId="urn:microsoft.com/office/officeart/2008/layout/RadialCluster"/>
    <dgm:cxn modelId="{FEE10015-D212-4399-BB48-3FF2FF5FA825}" srcId="{8F091D51-3FC0-4209-BC31-256020D3F3E9}" destId="{1D65CBC2-2C17-4876-B324-B0F43B5F3A06}" srcOrd="2" destOrd="0" parTransId="{E3B301FD-7DBB-4DF8-B72D-939C9F9A6D31}" sibTransId="{F73D6C96-B066-48E7-9556-4ACAA7517E12}"/>
    <dgm:cxn modelId="{CA5BBD15-E8CE-446C-8FF1-9B51DCEA2CE2}" type="presOf" srcId="{19163AD2-A1EA-4186-8D35-F88213BC9C51}" destId="{16A23AE9-2FFC-41CB-B933-AFAD6C886971}" srcOrd="0" destOrd="0" presId="urn:microsoft.com/office/officeart/2008/layout/RadialCluster"/>
    <dgm:cxn modelId="{0B977716-3763-447E-A0F6-E9E1FF09EE5E}" type="presOf" srcId="{F70D0158-7527-4818-B7F6-6A4C8B6C5D02}" destId="{AC599A9B-1145-4C2B-AE93-935AB28C0B12}" srcOrd="0" destOrd="0" presId="urn:microsoft.com/office/officeart/2008/layout/RadialCluster"/>
    <dgm:cxn modelId="{7C073619-8A79-40C5-B90C-E067F64870AD}" srcId="{DDB49E8E-DDCB-4BB9-946D-9247EE0D31A7}" destId="{32C31CA9-0BE2-405D-B08E-961C6530EEDC}" srcOrd="0" destOrd="0" parTransId="{F0D2D91A-7779-47C7-BEFB-7839987AD734}" sibTransId="{DE332649-3132-467C-BF5F-98EF56912050}"/>
    <dgm:cxn modelId="{B632611B-6410-401E-ABC9-5A776A856947}" srcId="{8F091D51-3FC0-4209-BC31-256020D3F3E9}" destId="{2B8454F3-BFD7-4A99-9AEA-A44AA49CC00E}" srcOrd="1" destOrd="0" parTransId="{37DAA24D-026C-4A83-9AC3-C9556C779F17}" sibTransId="{E8BC60CE-D876-4C60-B4EE-7C783FEA58CD}"/>
    <dgm:cxn modelId="{F0646B29-2575-447B-B780-60195C5DEF08}" type="presOf" srcId="{37DAA24D-026C-4A83-9AC3-C9556C779F17}" destId="{D87786F7-3C4D-4AA1-ADA2-92251A5B13FC}" srcOrd="0" destOrd="0" presId="urn:microsoft.com/office/officeart/2008/layout/RadialCluster"/>
    <dgm:cxn modelId="{4F1E5A2B-31FA-4AC3-AD61-7DD1BB1E9713}" type="presOf" srcId="{46FF8770-BC6C-426D-BC74-B977DB9F11CF}" destId="{7916DFCF-4089-4B51-B10F-24011CB8B94C}" srcOrd="0" destOrd="0" presId="urn:microsoft.com/office/officeart/2008/layout/RadialCluster"/>
    <dgm:cxn modelId="{7EA2582D-0C46-4407-B2D6-D64C6F24987A}" srcId="{8F091D51-3FC0-4209-BC31-256020D3F3E9}" destId="{60E3DC0A-BA22-4CEE-B583-93BA8E97A4D4}" srcOrd="0" destOrd="0" parTransId="{D1BD78DE-C90B-4AF8-B7C0-EAC48393934A}" sibTransId="{7AD03436-9560-41A6-9C3F-1F6582C04C73}"/>
    <dgm:cxn modelId="{A12DCD33-5FFE-42AE-9B3F-950E8CA220DA}" srcId="{46FF8770-BC6C-426D-BC74-B977DB9F11CF}" destId="{DDB49E8E-DDCB-4BB9-946D-9247EE0D31A7}" srcOrd="1" destOrd="0" parTransId="{27EA7216-9461-4A2D-80B6-C4AB239B6A26}" sibTransId="{DB409D6D-EC88-40F8-A202-BBA6B9684BD0}"/>
    <dgm:cxn modelId="{3CCDC265-9776-4024-B852-7E955B15D9C4}" type="presOf" srcId="{2B8454F3-BFD7-4A99-9AEA-A44AA49CC00E}" destId="{473B76A8-9DB6-4E17-BCCB-ACECBC2B7FD3}" srcOrd="0" destOrd="0" presId="urn:microsoft.com/office/officeart/2008/layout/RadialCluster"/>
    <dgm:cxn modelId="{0AFBDA66-ADB6-4F31-BBEB-B64F09D1EF8F}" type="presOf" srcId="{32C31CA9-0BE2-405D-B08E-961C6530EEDC}" destId="{0A67150C-9164-4AD1-9639-DC1AE8FB1942}" srcOrd="0" destOrd="0" presId="urn:microsoft.com/office/officeart/2008/layout/RadialCluster"/>
    <dgm:cxn modelId="{02FCB86E-70ED-4520-A6DF-071322CB41BB}" type="presOf" srcId="{06566033-56A8-432D-BF4E-D8B1BC18BB6B}" destId="{5DA43AC1-AA8B-466C-BB0E-7AE8453A5E5E}" srcOrd="0" destOrd="0" presId="urn:microsoft.com/office/officeart/2008/layout/RadialCluster"/>
    <dgm:cxn modelId="{1E73836F-C3CF-430C-8E0B-9507525FECD4}" type="presOf" srcId="{53FEE35C-4A40-4453-B3BE-24BCB9EC5DEC}" destId="{3EF54E06-5A35-425A-9041-DACB48782F80}" srcOrd="0" destOrd="0" presId="urn:microsoft.com/office/officeart/2008/layout/RadialCluster"/>
    <dgm:cxn modelId="{76C1E170-66C9-45FB-B5D6-AD01A2F3DADB}" srcId="{09B085F1-F1D3-4574-A8BD-675A0BB70CB2}" destId="{46FF8770-BC6C-426D-BC74-B977DB9F11CF}" srcOrd="0" destOrd="0" parTransId="{80FCB5B7-C160-4B0D-AF14-D758C8454326}" sibTransId="{D47E3FAD-7F5E-464A-B8C7-7854946D6557}"/>
    <dgm:cxn modelId="{9421C084-8C6B-4EF5-900B-442E34DC6960}" type="presOf" srcId="{3577D164-7456-4AB7-A058-768CD5C85579}" destId="{46717DBC-68AE-4952-AC56-664D4A30D91A}" srcOrd="0" destOrd="0" presId="urn:microsoft.com/office/officeart/2008/layout/RadialCluster"/>
    <dgm:cxn modelId="{1971B98E-A3D5-4384-8F13-ECA54A11AFD4}" type="presOf" srcId="{1D65CBC2-2C17-4876-B324-B0F43B5F3A06}" destId="{372E9319-C347-46D8-9078-1A9D97248AB4}" srcOrd="0" destOrd="0" presId="urn:microsoft.com/office/officeart/2008/layout/RadialCluster"/>
    <dgm:cxn modelId="{E7D5EDA5-BB90-4673-8766-F11D5FCFB6AE}" type="presOf" srcId="{8F091D51-3FC0-4209-BC31-256020D3F3E9}" destId="{A859F330-6BE9-4CFA-BAC1-F0B39E99AE32}" srcOrd="0" destOrd="0" presId="urn:microsoft.com/office/officeart/2008/layout/RadialCluster"/>
    <dgm:cxn modelId="{FBC4F4A5-2EE9-4E4E-9486-9B72A120E451}" srcId="{DDB49E8E-DDCB-4BB9-946D-9247EE0D31A7}" destId="{A0873A69-5784-404A-9E43-193D1CF0CB23}" srcOrd="2" destOrd="0" parTransId="{63E27ACC-6E05-412C-8D66-5B04676E4151}" sibTransId="{E01E2B2A-1AE0-48A5-A19A-7F6C06101B6C}"/>
    <dgm:cxn modelId="{73F7B8B6-C6FE-4B08-9FD7-93A9CD135251}" type="presOf" srcId="{422D3C30-D9F8-494E-BD16-8CA434700570}" destId="{39AE99CF-9A9B-4359-971B-982B3D9D703A}" srcOrd="0" destOrd="0" presId="urn:microsoft.com/office/officeart/2008/layout/RadialCluster"/>
    <dgm:cxn modelId="{1ED493B7-C0E9-4094-B9F2-BE7D15C8EB22}" type="presOf" srcId="{60E3DC0A-BA22-4CEE-B583-93BA8E97A4D4}" destId="{3C0E79A8-9CF2-4287-9AD8-33D914614240}" srcOrd="0" destOrd="0" presId="urn:microsoft.com/office/officeart/2008/layout/RadialCluster"/>
    <dgm:cxn modelId="{2FAFD9BB-31A3-4381-818D-7CCE775DE955}" type="presOf" srcId="{E3B301FD-7DBB-4DF8-B72D-939C9F9A6D31}" destId="{6AF6EB88-D453-4298-A13F-16A3F4C056E7}" srcOrd="0" destOrd="0" presId="urn:microsoft.com/office/officeart/2008/layout/RadialCluster"/>
    <dgm:cxn modelId="{9B2E1FC0-AE9E-471E-90CB-40B538CF8797}" srcId="{DDB49E8E-DDCB-4BB9-946D-9247EE0D31A7}" destId="{EBD5A001-BA8A-448C-B91F-4D7049EA3324}" srcOrd="4" destOrd="0" parTransId="{06566033-56A8-432D-BF4E-D8B1BC18BB6B}" sibTransId="{BEA99E12-0FC1-4EEA-8AD2-1075C8421BA3}"/>
    <dgm:cxn modelId="{B3FA59C1-6A17-4DF5-80AB-F0426EA4B01B}" type="presOf" srcId="{DDB49E8E-DDCB-4BB9-946D-9247EE0D31A7}" destId="{4EADC877-53E0-49ED-88A4-C1911627B292}" srcOrd="0" destOrd="0" presId="urn:microsoft.com/office/officeart/2008/layout/RadialCluster"/>
    <dgm:cxn modelId="{E20387C3-B26D-4534-A9E3-E0D35CB9D304}" type="presOf" srcId="{ADA4D5E1-430C-4115-8869-A2D68B98BE97}" destId="{7A378992-87D6-49F0-8F1B-FFBDADE06B22}" srcOrd="0" destOrd="0" presId="urn:microsoft.com/office/officeart/2008/layout/RadialCluster"/>
    <dgm:cxn modelId="{3F6F39CA-36CE-4FD0-9B98-6D35EA91CBD4}" type="presOf" srcId="{EBD5A001-BA8A-448C-B91F-4D7049EA3324}" destId="{E092F8DB-3E97-494D-8FCF-5AA1F5252D72}" srcOrd="0" destOrd="0" presId="urn:microsoft.com/office/officeart/2008/layout/RadialCluster"/>
    <dgm:cxn modelId="{EB3B90DD-EB4A-4263-8348-A9FD6CCD37B3}" srcId="{8F091D51-3FC0-4209-BC31-256020D3F3E9}" destId="{53FEE35C-4A40-4453-B3BE-24BCB9EC5DEC}" srcOrd="3" destOrd="0" parTransId="{3577D164-7456-4AB7-A058-768CD5C85579}" sibTransId="{841C9170-9A2C-4F90-BEE1-234A10A2D662}"/>
    <dgm:cxn modelId="{50F288DE-4487-47D0-837B-4DD244482891}" type="presOf" srcId="{63E27ACC-6E05-412C-8D66-5B04676E4151}" destId="{6D4AC51E-EA98-4913-87A4-FAAEF51FB99D}" srcOrd="0" destOrd="0" presId="urn:microsoft.com/office/officeart/2008/layout/RadialCluster"/>
    <dgm:cxn modelId="{1F80B0E5-4E2A-4665-90DF-F90D7C8B590E}" srcId="{46FF8770-BC6C-426D-BC74-B977DB9F11CF}" destId="{8F091D51-3FC0-4209-BC31-256020D3F3E9}" srcOrd="0" destOrd="0" parTransId="{422D3C30-D9F8-494E-BD16-8CA434700570}" sibTransId="{8D559A70-F17F-4EFE-944E-023381323571}"/>
    <dgm:cxn modelId="{8455CCE5-D250-4218-BB9A-19BFAACE033B}" srcId="{DDB49E8E-DDCB-4BB9-946D-9247EE0D31A7}" destId="{19163AD2-A1EA-4186-8D35-F88213BC9C51}" srcOrd="1" destOrd="0" parTransId="{890A86A9-6AF8-4CC1-BBD3-0103A259F3F9}" sibTransId="{19837AF0-C482-4702-9E33-236D3C619102}"/>
    <dgm:cxn modelId="{730BD7E9-B878-4F4E-9A39-A05357471A7E}" srcId="{DDB49E8E-DDCB-4BB9-946D-9247EE0D31A7}" destId="{ADA4D5E1-430C-4115-8869-A2D68B98BE97}" srcOrd="3" destOrd="0" parTransId="{F70D0158-7527-4818-B7F6-6A4C8B6C5D02}" sibTransId="{846741FA-1CAE-4226-9D97-31679754C1CC}"/>
    <dgm:cxn modelId="{92B33FEB-2F51-4E3D-9F3F-439C8C749240}" type="presOf" srcId="{890A86A9-6AF8-4CC1-BBD3-0103A259F3F9}" destId="{78FFD143-FF48-46C9-9086-A7824D230FB7}" srcOrd="0" destOrd="0" presId="urn:microsoft.com/office/officeart/2008/layout/RadialCluster"/>
    <dgm:cxn modelId="{2CA5CAEE-44EA-41CE-AFD9-C5A37D92714B}" type="presOf" srcId="{09B085F1-F1D3-4574-A8BD-675A0BB70CB2}" destId="{C9B677E8-2897-4269-B5B6-B3CE6D7FD68A}" srcOrd="0" destOrd="0" presId="urn:microsoft.com/office/officeart/2008/layout/RadialCluster"/>
    <dgm:cxn modelId="{B800DAFA-6155-4C2A-A2B2-9926AEB085A0}" type="presOf" srcId="{F0D2D91A-7779-47C7-BEFB-7839987AD734}" destId="{489A78F6-2615-457E-84EA-DDA0563FE2B4}" srcOrd="0" destOrd="0" presId="urn:microsoft.com/office/officeart/2008/layout/RadialCluster"/>
    <dgm:cxn modelId="{D6D6FDFD-0657-4B9C-8619-FD9250D465F5}" type="presOf" srcId="{A0873A69-5784-404A-9E43-193D1CF0CB23}" destId="{E158F6AE-4812-4010-9882-BE16A6EB729E}" srcOrd="0" destOrd="0" presId="urn:microsoft.com/office/officeart/2008/layout/RadialCluster"/>
    <dgm:cxn modelId="{5DBB33F3-1BA9-4CC4-82E5-FDCAA322E991}" type="presParOf" srcId="{C9B677E8-2897-4269-B5B6-B3CE6D7FD68A}" destId="{7916DFCF-4089-4B51-B10F-24011CB8B94C}" srcOrd="0" destOrd="0" presId="urn:microsoft.com/office/officeart/2008/layout/RadialCluster"/>
    <dgm:cxn modelId="{ED680E4B-53D8-4213-93C7-5D5221720773}" type="presParOf" srcId="{C9B677E8-2897-4269-B5B6-B3CE6D7FD68A}" destId="{7DC8B0BB-4D32-4417-8C7C-03640A550C96}" srcOrd="1" destOrd="0" presId="urn:microsoft.com/office/officeart/2008/layout/RadialCluster"/>
    <dgm:cxn modelId="{6FD6E3E0-6212-4A72-855C-38E76959D4EE}" type="presParOf" srcId="{7DC8B0BB-4D32-4417-8C7C-03640A550C96}" destId="{A859F330-6BE9-4CFA-BAC1-F0B39E99AE32}" srcOrd="0" destOrd="0" presId="urn:microsoft.com/office/officeart/2008/layout/RadialCluster"/>
    <dgm:cxn modelId="{0783E0BE-38CB-4692-9DC3-24CB3EF7217E}" type="presParOf" srcId="{7DC8B0BB-4D32-4417-8C7C-03640A550C96}" destId="{5462DB5F-D90B-4A80-8DF7-9A7BAD4703FF}" srcOrd="1" destOrd="0" presId="urn:microsoft.com/office/officeart/2008/layout/RadialCluster"/>
    <dgm:cxn modelId="{4CE11D71-122E-4470-9947-8561F08EE656}" type="presParOf" srcId="{7DC8B0BB-4D32-4417-8C7C-03640A550C96}" destId="{3C0E79A8-9CF2-4287-9AD8-33D914614240}" srcOrd="2" destOrd="0" presId="urn:microsoft.com/office/officeart/2008/layout/RadialCluster"/>
    <dgm:cxn modelId="{E621C4E9-A348-44BF-992A-963426BA2D2B}" type="presParOf" srcId="{7DC8B0BB-4D32-4417-8C7C-03640A550C96}" destId="{D87786F7-3C4D-4AA1-ADA2-92251A5B13FC}" srcOrd="3" destOrd="0" presId="urn:microsoft.com/office/officeart/2008/layout/RadialCluster"/>
    <dgm:cxn modelId="{7ECB736B-E5FA-43E1-AAB0-E28C1B0DECA7}" type="presParOf" srcId="{7DC8B0BB-4D32-4417-8C7C-03640A550C96}" destId="{473B76A8-9DB6-4E17-BCCB-ACECBC2B7FD3}" srcOrd="4" destOrd="0" presId="urn:microsoft.com/office/officeart/2008/layout/RadialCluster"/>
    <dgm:cxn modelId="{9FD0ACAC-7C8F-4F36-845C-52706C89144C}" type="presParOf" srcId="{7DC8B0BB-4D32-4417-8C7C-03640A550C96}" destId="{6AF6EB88-D453-4298-A13F-16A3F4C056E7}" srcOrd="5" destOrd="0" presId="urn:microsoft.com/office/officeart/2008/layout/RadialCluster"/>
    <dgm:cxn modelId="{6B411CE6-705A-4B34-A12A-0A7E8B6DD900}" type="presParOf" srcId="{7DC8B0BB-4D32-4417-8C7C-03640A550C96}" destId="{372E9319-C347-46D8-9078-1A9D97248AB4}" srcOrd="6" destOrd="0" presId="urn:microsoft.com/office/officeart/2008/layout/RadialCluster"/>
    <dgm:cxn modelId="{632285CC-85A7-4DE0-8F66-B39AD3DF58BA}" type="presParOf" srcId="{7DC8B0BB-4D32-4417-8C7C-03640A550C96}" destId="{46717DBC-68AE-4952-AC56-664D4A30D91A}" srcOrd="7" destOrd="0" presId="urn:microsoft.com/office/officeart/2008/layout/RadialCluster"/>
    <dgm:cxn modelId="{130104C2-5385-4FDB-8B14-EB7A3950764E}" type="presParOf" srcId="{7DC8B0BB-4D32-4417-8C7C-03640A550C96}" destId="{3EF54E06-5A35-425A-9041-DACB48782F80}" srcOrd="8" destOrd="0" presId="urn:microsoft.com/office/officeart/2008/layout/RadialCluster"/>
    <dgm:cxn modelId="{23D39D3C-D855-4166-974A-5880601A31E4}" type="presParOf" srcId="{C9B677E8-2897-4269-B5B6-B3CE6D7FD68A}" destId="{39AE99CF-9A9B-4359-971B-982B3D9D703A}" srcOrd="2" destOrd="0" presId="urn:microsoft.com/office/officeart/2008/layout/RadialCluster"/>
    <dgm:cxn modelId="{B3AC3C08-BD92-4BF9-9117-E99BE67652E4}" type="presParOf" srcId="{C9B677E8-2897-4269-B5B6-B3CE6D7FD68A}" destId="{D94C4254-3F8C-4331-9AE5-485B1D24847D}" srcOrd="3" destOrd="0" presId="urn:microsoft.com/office/officeart/2008/layout/RadialCluster"/>
    <dgm:cxn modelId="{09AEB533-E6E3-44E7-8EB4-E90245D9F890}" type="presParOf" srcId="{D94C4254-3F8C-4331-9AE5-485B1D24847D}" destId="{4EADC877-53E0-49ED-88A4-C1911627B292}" srcOrd="0" destOrd="0" presId="urn:microsoft.com/office/officeart/2008/layout/RadialCluster"/>
    <dgm:cxn modelId="{042449AC-10AB-4D46-AE2D-310E0C20C714}" type="presParOf" srcId="{D94C4254-3F8C-4331-9AE5-485B1D24847D}" destId="{489A78F6-2615-457E-84EA-DDA0563FE2B4}" srcOrd="1" destOrd="0" presId="urn:microsoft.com/office/officeart/2008/layout/RadialCluster"/>
    <dgm:cxn modelId="{3685A6B5-710B-45F4-80B8-037D12660C3A}" type="presParOf" srcId="{D94C4254-3F8C-4331-9AE5-485B1D24847D}" destId="{0A67150C-9164-4AD1-9639-DC1AE8FB1942}" srcOrd="2" destOrd="0" presId="urn:microsoft.com/office/officeart/2008/layout/RadialCluster"/>
    <dgm:cxn modelId="{762A6C07-53C7-447D-8DB3-2B9F0833AFA3}" type="presParOf" srcId="{D94C4254-3F8C-4331-9AE5-485B1D24847D}" destId="{78FFD143-FF48-46C9-9086-A7824D230FB7}" srcOrd="3" destOrd="0" presId="urn:microsoft.com/office/officeart/2008/layout/RadialCluster"/>
    <dgm:cxn modelId="{AA902CE2-1013-4414-8A96-025286FD01E2}" type="presParOf" srcId="{D94C4254-3F8C-4331-9AE5-485B1D24847D}" destId="{16A23AE9-2FFC-41CB-B933-AFAD6C886971}" srcOrd="4" destOrd="0" presId="urn:microsoft.com/office/officeart/2008/layout/RadialCluster"/>
    <dgm:cxn modelId="{A666EF1E-461E-484A-A4FF-8E579BC0FD4F}" type="presParOf" srcId="{D94C4254-3F8C-4331-9AE5-485B1D24847D}" destId="{6D4AC51E-EA98-4913-87A4-FAAEF51FB99D}" srcOrd="5" destOrd="0" presId="urn:microsoft.com/office/officeart/2008/layout/RadialCluster"/>
    <dgm:cxn modelId="{C39C979B-87BE-4F03-81B2-B053805B2EAB}" type="presParOf" srcId="{D94C4254-3F8C-4331-9AE5-485B1D24847D}" destId="{E158F6AE-4812-4010-9882-BE16A6EB729E}" srcOrd="6" destOrd="0" presId="urn:microsoft.com/office/officeart/2008/layout/RadialCluster"/>
    <dgm:cxn modelId="{976BCAC2-A26E-494E-BE27-0F5080C1F315}" type="presParOf" srcId="{D94C4254-3F8C-4331-9AE5-485B1D24847D}" destId="{AC599A9B-1145-4C2B-AE93-935AB28C0B12}" srcOrd="7" destOrd="0" presId="urn:microsoft.com/office/officeart/2008/layout/RadialCluster"/>
    <dgm:cxn modelId="{4418E03D-79FF-4ADB-BC2C-45A37C96C59A}" type="presParOf" srcId="{D94C4254-3F8C-4331-9AE5-485B1D24847D}" destId="{7A378992-87D6-49F0-8F1B-FFBDADE06B22}" srcOrd="8" destOrd="0" presId="urn:microsoft.com/office/officeart/2008/layout/RadialCluster"/>
    <dgm:cxn modelId="{CAA7E9B1-F0DA-434A-8B1D-29268B75D900}" type="presParOf" srcId="{D94C4254-3F8C-4331-9AE5-485B1D24847D}" destId="{5DA43AC1-AA8B-466C-BB0E-7AE8453A5E5E}" srcOrd="9" destOrd="0" presId="urn:microsoft.com/office/officeart/2008/layout/RadialCluster"/>
    <dgm:cxn modelId="{BE4F191E-5E30-4FBC-B659-A01E037F7879}" type="presParOf" srcId="{D94C4254-3F8C-4331-9AE5-485B1D24847D}" destId="{E092F8DB-3E97-494D-8FCF-5AA1F5252D72}" srcOrd="10" destOrd="0" presId="urn:microsoft.com/office/officeart/2008/layout/RadialCluster"/>
    <dgm:cxn modelId="{7C1F0A64-DCBD-48C4-A0AC-E2D8EDDFD296}" type="presParOf" srcId="{C9B677E8-2897-4269-B5B6-B3CE6D7FD68A}" destId="{98FE3E71-09A1-4018-8CF6-709A20C7D2C3}" srcOrd="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E0939E-A4C2-43EA-9493-59C450005960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42477FA0-DE4E-41DE-BCD0-CCEA18D13D7A}">
      <dgm:prSet phldrT="[Texto]"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del problema </a:t>
          </a:r>
          <a:endParaRPr lang="es-AR" b="1" dirty="0">
            <a:solidFill>
              <a:schemeClr val="tx1"/>
            </a:solidFill>
          </a:endParaRPr>
        </a:p>
      </dgm:t>
    </dgm:pt>
    <dgm:pt modelId="{E5A6E804-7800-4634-B270-797649A433CF}" type="parTrans" cxnId="{53884A5C-175F-4B36-BFA9-B39CF96A8C0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C339E7B1-6AFF-4687-94D7-A3C9C8C62885}" type="sibTrans" cxnId="{53884A5C-175F-4B36-BFA9-B39CF96A8C0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725705E1-E674-4B14-9CC5-1B21A729B4C0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Análisis detallado de los datos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6ABEE1-9169-493D-A5B4-48F15DB61500}" type="parTrans" cxnId="{DA17C0EA-9BAC-4C32-8AF5-140189BF1700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60A740E-2A89-4172-AC84-D63A3DB008F9}" type="sibTrans" cxnId="{DA17C0EA-9BAC-4C32-8AF5-140189BF1700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5FF3060D-324B-414E-A40C-FD793A812160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 métricas de éxito y fracaso </a:t>
          </a:r>
        </a:p>
      </dgm:t>
    </dgm:pt>
    <dgm:pt modelId="{3F6626D9-54A1-410B-A7B3-6D60E480F8AB}" type="parTrans" cxnId="{448D535A-2A74-4806-B559-261B0C7AE65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FE7BB1E2-1127-43C7-9BC6-7250EC3F3FA9}" type="sibTrans" cxnId="{448D535A-2A74-4806-B559-261B0C7AE65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F1088242-1142-47EC-8145-FF8ACA37B09D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División del conjunto de datos (entrenamiento y test) </a:t>
          </a:r>
        </a:p>
      </dgm:t>
    </dgm:pt>
    <dgm:pt modelId="{1725F7D5-CBBC-4CFF-A80C-3203A7E99CB3}" type="parTrans" cxnId="{A6145C6A-BBB8-40E3-9D70-23FF1CC4704E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F10B4CCC-4498-410C-A803-1499297E838B}" type="sibTrans" cxnId="{A6145C6A-BBB8-40E3-9D70-23FF1CC4704E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63723963-8153-4FEE-89C8-1ADC1B06CA0B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Procesar los datos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A12B2D-6880-4E0D-AF3B-8021C9562F76}" type="parTrans" cxnId="{72A9F07C-AC9F-4383-BAEE-83F7C47FB63F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0FD14E07-8391-4241-A3E2-F027A7482FEB}" type="sibTrans" cxnId="{72A9F07C-AC9F-4383-BAEE-83F7C47FB63F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B023B196-25FB-4FF6-98A7-770055F1066E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Diseñar un modelo "blando" para ver que ande</a:t>
          </a:r>
          <a:endParaRPr lang="es-AR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F5DD0F-017F-4803-B24F-33E37A561699}" type="parTrans" cxnId="{32743264-9FA4-4B9D-A19C-759BFA1700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0C98337-3D8D-49E1-8139-5E8E7AA66845}" type="sibTrans" cxnId="{32743264-9FA4-4B9D-A19C-759BFA1700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4D0199E4-90A8-4E0E-8D8A-4977BFB76511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Ajustar los parámetros del modelo a lo deseado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F2B91D-E096-4F80-A2BC-4260ED3D1FA0}" type="parTrans" cxnId="{28098705-6442-4906-A2B0-E6870FF29A8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C4422ADF-4035-447F-94CC-497A39DDEF3B}" type="sibTrans" cxnId="{28098705-6442-4906-A2B0-E6870FF29A8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B53564F0-CB7F-4767-81B2-7872F38BD9A1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Analizar la evolución del entrenamiento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8B0428-8E6B-46D9-A1EC-E86D941050D2}" type="parTrans" cxnId="{FA2A5602-2C93-46CF-BC9D-72CCABCA976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ED10E87-3B2A-49A9-8A7D-78FB89001FF4}" type="sibTrans" cxnId="{FA2A5602-2C93-46CF-BC9D-72CCABCA976B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152063A7-757A-4FF1-B9A3-79750EC54449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Entrenar con los requerimientos definidos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E4542E-5C74-499A-AE38-93F0C73C89FC}" type="parTrans" cxnId="{DC9554D7-B519-41AF-A726-71883C45956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461CE617-E49C-421E-A766-15427458E328}" type="sibTrans" cxnId="{DC9554D7-B519-41AF-A726-71883C459563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2A1B8506-D20D-43B9-93FA-37BB7003146E}">
      <dgm:prSet/>
      <dgm:spPr/>
      <dgm:t>
        <a:bodyPr/>
        <a:lstStyle/>
        <a:p>
          <a:r>
            <a:rPr lang="es-MX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Testear el sistema </a:t>
          </a:r>
          <a:endParaRPr lang="es-MX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991716-9B48-4E2C-8415-1532C96EFD6C}" type="parTrans" cxnId="{0A5ED747-5EDE-4031-9753-1E0C2CDBC5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8CA93266-9750-495F-BBF7-5C49A3533474}" type="sibTrans" cxnId="{0A5ED747-5EDE-4031-9753-1E0C2CDBC54A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05E92297-37AD-495B-A505-D83B960091C7}">
      <dgm:prSet/>
      <dgm:spPr/>
      <dgm:t>
        <a:bodyPr/>
        <a:lstStyle/>
        <a:p>
          <a:r>
            <a:rPr lang="es-MX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 caso de no obtener resultados aceptables, volver al principio</a:t>
          </a:r>
          <a:endParaRPr lang="es-AR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6F4F7C-8716-480A-9CC6-F86E604DA431}" type="parTrans" cxnId="{6FD29BC8-0F7D-40F1-B25F-A3D13CB487F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B0A4B91B-359A-4677-BC98-1CEF1F93AAC4}" type="sibTrans" cxnId="{6FD29BC8-0F7D-40F1-B25F-A3D13CB487F6}">
      <dgm:prSet/>
      <dgm:spPr/>
      <dgm:t>
        <a:bodyPr/>
        <a:lstStyle/>
        <a:p>
          <a:endParaRPr lang="es-AR" b="1">
            <a:solidFill>
              <a:schemeClr val="tx1"/>
            </a:solidFill>
          </a:endParaRPr>
        </a:p>
      </dgm:t>
    </dgm:pt>
    <dgm:pt modelId="{0BFF7FC5-4BD8-4D58-A2FB-D212A6389BEA}" type="pres">
      <dgm:prSet presAssocID="{B3E0939E-A4C2-43EA-9493-59C450005960}" presName="Name0" presStyleCnt="0">
        <dgm:presLayoutVars>
          <dgm:dir/>
          <dgm:resizeHandles/>
        </dgm:presLayoutVars>
      </dgm:prSet>
      <dgm:spPr/>
    </dgm:pt>
    <dgm:pt modelId="{68B20FCB-81E9-4139-82D9-BEC840F5BF0F}" type="pres">
      <dgm:prSet presAssocID="{42477FA0-DE4E-41DE-BCD0-CCEA18D13D7A}" presName="compNode" presStyleCnt="0"/>
      <dgm:spPr/>
    </dgm:pt>
    <dgm:pt modelId="{0111EFFB-953E-43A1-ACBB-175167FB9DCB}" type="pres">
      <dgm:prSet presAssocID="{42477FA0-DE4E-41DE-BCD0-CCEA18D13D7A}" presName="dummyConnPt" presStyleCnt="0"/>
      <dgm:spPr/>
    </dgm:pt>
    <dgm:pt modelId="{51D27BD8-0C85-4010-9691-38FA55ECE97A}" type="pres">
      <dgm:prSet presAssocID="{42477FA0-DE4E-41DE-BCD0-CCEA18D13D7A}" presName="node" presStyleLbl="node1" presStyleIdx="0" presStyleCnt="11" custScaleX="182342">
        <dgm:presLayoutVars>
          <dgm:bulletEnabled val="1"/>
        </dgm:presLayoutVars>
      </dgm:prSet>
      <dgm:spPr/>
    </dgm:pt>
    <dgm:pt modelId="{FA3D3A0B-ED26-4ECE-9EE6-8F3FD1F54689}" type="pres">
      <dgm:prSet presAssocID="{C339E7B1-6AFF-4687-94D7-A3C9C8C62885}" presName="sibTrans" presStyleLbl="bgSibTrans2D1" presStyleIdx="0" presStyleCnt="10"/>
      <dgm:spPr/>
    </dgm:pt>
    <dgm:pt modelId="{98C99EFB-EFA5-4944-BE70-062EB95A6C88}" type="pres">
      <dgm:prSet presAssocID="{725705E1-E674-4B14-9CC5-1B21A729B4C0}" presName="compNode" presStyleCnt="0"/>
      <dgm:spPr/>
    </dgm:pt>
    <dgm:pt modelId="{A8D218FC-E158-402F-AE56-95BB55F6886E}" type="pres">
      <dgm:prSet presAssocID="{725705E1-E674-4B14-9CC5-1B21A729B4C0}" presName="dummyConnPt" presStyleCnt="0"/>
      <dgm:spPr/>
    </dgm:pt>
    <dgm:pt modelId="{A767A452-51CD-4ED0-B43A-AC384208E231}" type="pres">
      <dgm:prSet presAssocID="{725705E1-E674-4B14-9CC5-1B21A729B4C0}" presName="node" presStyleLbl="node1" presStyleIdx="1" presStyleCnt="11" custScaleX="182342">
        <dgm:presLayoutVars>
          <dgm:bulletEnabled val="1"/>
        </dgm:presLayoutVars>
      </dgm:prSet>
      <dgm:spPr/>
    </dgm:pt>
    <dgm:pt modelId="{8137F42C-221A-4477-A336-8E771CD76325}" type="pres">
      <dgm:prSet presAssocID="{260A740E-2A89-4172-AC84-D63A3DB008F9}" presName="sibTrans" presStyleLbl="bgSibTrans2D1" presStyleIdx="1" presStyleCnt="10"/>
      <dgm:spPr/>
    </dgm:pt>
    <dgm:pt modelId="{9D69A17F-B9DC-4EE4-BEAF-2EF9A7CE545B}" type="pres">
      <dgm:prSet presAssocID="{5FF3060D-324B-414E-A40C-FD793A812160}" presName="compNode" presStyleCnt="0"/>
      <dgm:spPr/>
    </dgm:pt>
    <dgm:pt modelId="{9D0C950D-5873-4701-8B25-AD56B8D34539}" type="pres">
      <dgm:prSet presAssocID="{5FF3060D-324B-414E-A40C-FD793A812160}" presName="dummyConnPt" presStyleCnt="0"/>
      <dgm:spPr/>
    </dgm:pt>
    <dgm:pt modelId="{A67D448B-9378-4EFB-AB47-7AD4DC2CA955}" type="pres">
      <dgm:prSet presAssocID="{5FF3060D-324B-414E-A40C-FD793A812160}" presName="node" presStyleLbl="node1" presStyleIdx="2" presStyleCnt="11" custScaleX="182342">
        <dgm:presLayoutVars>
          <dgm:bulletEnabled val="1"/>
        </dgm:presLayoutVars>
      </dgm:prSet>
      <dgm:spPr/>
    </dgm:pt>
    <dgm:pt modelId="{6992572F-2CDA-41D3-8C9F-24CDA92D07E2}" type="pres">
      <dgm:prSet presAssocID="{FE7BB1E2-1127-43C7-9BC6-7250EC3F3FA9}" presName="sibTrans" presStyleLbl="bgSibTrans2D1" presStyleIdx="2" presStyleCnt="10"/>
      <dgm:spPr/>
    </dgm:pt>
    <dgm:pt modelId="{E4DF8DFC-B1E3-45A2-87AF-71A57882E408}" type="pres">
      <dgm:prSet presAssocID="{F1088242-1142-47EC-8145-FF8ACA37B09D}" presName="compNode" presStyleCnt="0"/>
      <dgm:spPr/>
    </dgm:pt>
    <dgm:pt modelId="{B95A3FAD-B362-4322-A59E-6EC42ACC35D1}" type="pres">
      <dgm:prSet presAssocID="{F1088242-1142-47EC-8145-FF8ACA37B09D}" presName="dummyConnPt" presStyleCnt="0"/>
      <dgm:spPr/>
    </dgm:pt>
    <dgm:pt modelId="{D25A35FE-B990-4DC9-AB5B-A9B4FCC468C7}" type="pres">
      <dgm:prSet presAssocID="{F1088242-1142-47EC-8145-FF8ACA37B09D}" presName="node" presStyleLbl="node1" presStyleIdx="3" presStyleCnt="11" custScaleX="182342">
        <dgm:presLayoutVars>
          <dgm:bulletEnabled val="1"/>
        </dgm:presLayoutVars>
      </dgm:prSet>
      <dgm:spPr/>
    </dgm:pt>
    <dgm:pt modelId="{7FCF80E6-864A-4B0B-B7CB-F2C6DF5F9C32}" type="pres">
      <dgm:prSet presAssocID="{F10B4CCC-4498-410C-A803-1499297E838B}" presName="sibTrans" presStyleLbl="bgSibTrans2D1" presStyleIdx="3" presStyleCnt="10"/>
      <dgm:spPr/>
    </dgm:pt>
    <dgm:pt modelId="{E626945A-D614-47E0-B13B-A11541260E2E}" type="pres">
      <dgm:prSet presAssocID="{63723963-8153-4FEE-89C8-1ADC1B06CA0B}" presName="compNode" presStyleCnt="0"/>
      <dgm:spPr/>
    </dgm:pt>
    <dgm:pt modelId="{DEE3E7BE-1139-4873-BE7D-4960AE127F40}" type="pres">
      <dgm:prSet presAssocID="{63723963-8153-4FEE-89C8-1ADC1B06CA0B}" presName="dummyConnPt" presStyleCnt="0"/>
      <dgm:spPr/>
    </dgm:pt>
    <dgm:pt modelId="{B8A38BB0-BD9E-44F2-B185-C2E3405E9B19}" type="pres">
      <dgm:prSet presAssocID="{63723963-8153-4FEE-89C8-1ADC1B06CA0B}" presName="node" presStyleLbl="node1" presStyleIdx="4" presStyleCnt="11" custScaleX="182342">
        <dgm:presLayoutVars>
          <dgm:bulletEnabled val="1"/>
        </dgm:presLayoutVars>
      </dgm:prSet>
      <dgm:spPr/>
    </dgm:pt>
    <dgm:pt modelId="{44C647EE-346A-4A0C-815D-2777AD27DB0F}" type="pres">
      <dgm:prSet presAssocID="{0FD14E07-8391-4241-A3E2-F027A7482FEB}" presName="sibTrans" presStyleLbl="bgSibTrans2D1" presStyleIdx="4" presStyleCnt="10"/>
      <dgm:spPr/>
    </dgm:pt>
    <dgm:pt modelId="{A31115F7-8E44-4454-950C-1F16C95B42AC}" type="pres">
      <dgm:prSet presAssocID="{B023B196-25FB-4FF6-98A7-770055F1066E}" presName="compNode" presStyleCnt="0"/>
      <dgm:spPr/>
    </dgm:pt>
    <dgm:pt modelId="{B2FEC560-ABDB-4371-BCA7-C162BA2EF10D}" type="pres">
      <dgm:prSet presAssocID="{B023B196-25FB-4FF6-98A7-770055F1066E}" presName="dummyConnPt" presStyleCnt="0"/>
      <dgm:spPr/>
    </dgm:pt>
    <dgm:pt modelId="{BD5E3186-CC9F-41EF-8F23-904648F68E52}" type="pres">
      <dgm:prSet presAssocID="{B023B196-25FB-4FF6-98A7-770055F1066E}" presName="node" presStyleLbl="node1" presStyleIdx="5" presStyleCnt="11" custScaleX="182342">
        <dgm:presLayoutVars>
          <dgm:bulletEnabled val="1"/>
        </dgm:presLayoutVars>
      </dgm:prSet>
      <dgm:spPr/>
    </dgm:pt>
    <dgm:pt modelId="{6AEAE248-B24A-471F-BD96-60342083B180}" type="pres">
      <dgm:prSet presAssocID="{20C98337-3D8D-49E1-8139-5E8E7AA66845}" presName="sibTrans" presStyleLbl="bgSibTrans2D1" presStyleIdx="5" presStyleCnt="10"/>
      <dgm:spPr/>
    </dgm:pt>
    <dgm:pt modelId="{C305CC14-C107-4E08-858D-1F6C280E03FA}" type="pres">
      <dgm:prSet presAssocID="{4D0199E4-90A8-4E0E-8D8A-4977BFB76511}" presName="compNode" presStyleCnt="0"/>
      <dgm:spPr/>
    </dgm:pt>
    <dgm:pt modelId="{125A1AF1-CDDC-4B99-BA4A-4E856F34DCBE}" type="pres">
      <dgm:prSet presAssocID="{4D0199E4-90A8-4E0E-8D8A-4977BFB76511}" presName="dummyConnPt" presStyleCnt="0"/>
      <dgm:spPr/>
    </dgm:pt>
    <dgm:pt modelId="{25792608-9895-47ED-B1F5-7890A4FCF362}" type="pres">
      <dgm:prSet presAssocID="{4D0199E4-90A8-4E0E-8D8A-4977BFB76511}" presName="node" presStyleLbl="node1" presStyleIdx="6" presStyleCnt="11" custScaleX="182342">
        <dgm:presLayoutVars>
          <dgm:bulletEnabled val="1"/>
        </dgm:presLayoutVars>
      </dgm:prSet>
      <dgm:spPr/>
    </dgm:pt>
    <dgm:pt modelId="{71008876-898D-40FA-BE7B-C4AE270ACAFB}" type="pres">
      <dgm:prSet presAssocID="{C4422ADF-4035-447F-94CC-497A39DDEF3B}" presName="sibTrans" presStyleLbl="bgSibTrans2D1" presStyleIdx="6" presStyleCnt="10"/>
      <dgm:spPr/>
    </dgm:pt>
    <dgm:pt modelId="{3431CE0A-4534-44A1-AE70-F84A0161B16F}" type="pres">
      <dgm:prSet presAssocID="{B53564F0-CB7F-4767-81B2-7872F38BD9A1}" presName="compNode" presStyleCnt="0"/>
      <dgm:spPr/>
    </dgm:pt>
    <dgm:pt modelId="{3825FA49-BA95-40D4-86DB-FC0A7E9D5A40}" type="pres">
      <dgm:prSet presAssocID="{B53564F0-CB7F-4767-81B2-7872F38BD9A1}" presName="dummyConnPt" presStyleCnt="0"/>
      <dgm:spPr/>
    </dgm:pt>
    <dgm:pt modelId="{FCC6028F-72D1-4F8E-8AFA-1CE33A57564F}" type="pres">
      <dgm:prSet presAssocID="{B53564F0-CB7F-4767-81B2-7872F38BD9A1}" presName="node" presStyleLbl="node1" presStyleIdx="7" presStyleCnt="11" custScaleX="182342">
        <dgm:presLayoutVars>
          <dgm:bulletEnabled val="1"/>
        </dgm:presLayoutVars>
      </dgm:prSet>
      <dgm:spPr/>
    </dgm:pt>
    <dgm:pt modelId="{3D6A2A2C-BB43-4F8C-9628-76C90530D427}" type="pres">
      <dgm:prSet presAssocID="{2ED10E87-3B2A-49A9-8A7D-78FB89001FF4}" presName="sibTrans" presStyleLbl="bgSibTrans2D1" presStyleIdx="7" presStyleCnt="10"/>
      <dgm:spPr/>
    </dgm:pt>
    <dgm:pt modelId="{C5C8645E-8039-4C6F-9863-C841350F5D46}" type="pres">
      <dgm:prSet presAssocID="{152063A7-757A-4FF1-B9A3-79750EC54449}" presName="compNode" presStyleCnt="0"/>
      <dgm:spPr/>
    </dgm:pt>
    <dgm:pt modelId="{B263662A-8F06-469B-A6B8-7A5E487D75DE}" type="pres">
      <dgm:prSet presAssocID="{152063A7-757A-4FF1-B9A3-79750EC54449}" presName="dummyConnPt" presStyleCnt="0"/>
      <dgm:spPr/>
    </dgm:pt>
    <dgm:pt modelId="{FF340B5D-941C-48BE-BF80-A9DA87EF1002}" type="pres">
      <dgm:prSet presAssocID="{152063A7-757A-4FF1-B9A3-79750EC54449}" presName="node" presStyleLbl="node1" presStyleIdx="8" presStyleCnt="11" custScaleX="182342">
        <dgm:presLayoutVars>
          <dgm:bulletEnabled val="1"/>
        </dgm:presLayoutVars>
      </dgm:prSet>
      <dgm:spPr/>
    </dgm:pt>
    <dgm:pt modelId="{CFE57272-2EE8-4BFE-9C24-428ECB6DAE7D}" type="pres">
      <dgm:prSet presAssocID="{461CE617-E49C-421E-A766-15427458E328}" presName="sibTrans" presStyleLbl="bgSibTrans2D1" presStyleIdx="8" presStyleCnt="10"/>
      <dgm:spPr/>
    </dgm:pt>
    <dgm:pt modelId="{629A35D0-B748-4AB8-B37F-EAF8F41E4A48}" type="pres">
      <dgm:prSet presAssocID="{2A1B8506-D20D-43B9-93FA-37BB7003146E}" presName="compNode" presStyleCnt="0"/>
      <dgm:spPr/>
    </dgm:pt>
    <dgm:pt modelId="{9DE1E33B-0745-4059-923F-62D2326C8DCD}" type="pres">
      <dgm:prSet presAssocID="{2A1B8506-D20D-43B9-93FA-37BB7003146E}" presName="dummyConnPt" presStyleCnt="0"/>
      <dgm:spPr/>
    </dgm:pt>
    <dgm:pt modelId="{BAEACC04-24B2-434C-846B-39B7A7D19998}" type="pres">
      <dgm:prSet presAssocID="{2A1B8506-D20D-43B9-93FA-37BB7003146E}" presName="node" presStyleLbl="node1" presStyleIdx="9" presStyleCnt="11" custScaleX="182342">
        <dgm:presLayoutVars>
          <dgm:bulletEnabled val="1"/>
        </dgm:presLayoutVars>
      </dgm:prSet>
      <dgm:spPr/>
    </dgm:pt>
    <dgm:pt modelId="{B965AACD-0AC0-44D1-AA0B-9A758AF04BCB}" type="pres">
      <dgm:prSet presAssocID="{8CA93266-9750-495F-BBF7-5C49A3533474}" presName="sibTrans" presStyleLbl="bgSibTrans2D1" presStyleIdx="9" presStyleCnt="10"/>
      <dgm:spPr/>
    </dgm:pt>
    <dgm:pt modelId="{0E13E2FD-E869-49AD-8C18-2E3040090FB6}" type="pres">
      <dgm:prSet presAssocID="{05E92297-37AD-495B-A505-D83B960091C7}" presName="compNode" presStyleCnt="0"/>
      <dgm:spPr/>
    </dgm:pt>
    <dgm:pt modelId="{66852EF4-8B6B-4290-9808-60120B058158}" type="pres">
      <dgm:prSet presAssocID="{05E92297-37AD-495B-A505-D83B960091C7}" presName="dummyConnPt" presStyleCnt="0"/>
      <dgm:spPr/>
    </dgm:pt>
    <dgm:pt modelId="{D2D6C9F4-1CC5-4FA4-9403-B588668E4F3D}" type="pres">
      <dgm:prSet presAssocID="{05E92297-37AD-495B-A505-D83B960091C7}" presName="node" presStyleLbl="node1" presStyleIdx="10" presStyleCnt="11" custScaleX="182342">
        <dgm:presLayoutVars>
          <dgm:bulletEnabled val="1"/>
        </dgm:presLayoutVars>
      </dgm:prSet>
      <dgm:spPr/>
    </dgm:pt>
  </dgm:ptLst>
  <dgm:cxnLst>
    <dgm:cxn modelId="{FA2A5602-2C93-46CF-BC9D-72CCABCA976B}" srcId="{B3E0939E-A4C2-43EA-9493-59C450005960}" destId="{B53564F0-CB7F-4767-81B2-7872F38BD9A1}" srcOrd="7" destOrd="0" parTransId="{368B0428-8E6B-46D9-A1EC-E86D941050D2}" sibTransId="{2ED10E87-3B2A-49A9-8A7D-78FB89001FF4}"/>
    <dgm:cxn modelId="{D8560603-AA5E-4F98-931D-F908911FB9AA}" type="presOf" srcId="{F1088242-1142-47EC-8145-FF8ACA37B09D}" destId="{D25A35FE-B990-4DC9-AB5B-A9B4FCC468C7}" srcOrd="0" destOrd="0" presId="urn:microsoft.com/office/officeart/2005/8/layout/bProcess4"/>
    <dgm:cxn modelId="{28098705-6442-4906-A2B0-E6870FF29A8B}" srcId="{B3E0939E-A4C2-43EA-9493-59C450005960}" destId="{4D0199E4-90A8-4E0E-8D8A-4977BFB76511}" srcOrd="6" destOrd="0" parTransId="{9CF2B91D-E096-4F80-A2BC-4260ED3D1FA0}" sibTransId="{C4422ADF-4035-447F-94CC-497A39DDEF3B}"/>
    <dgm:cxn modelId="{0AFBA00A-689D-4CA8-9558-FEE8303FDFF2}" type="presOf" srcId="{05E92297-37AD-495B-A505-D83B960091C7}" destId="{D2D6C9F4-1CC5-4FA4-9403-B588668E4F3D}" srcOrd="0" destOrd="0" presId="urn:microsoft.com/office/officeart/2005/8/layout/bProcess4"/>
    <dgm:cxn modelId="{D1803C13-DD99-4D99-9DAA-8705DD778413}" type="presOf" srcId="{260A740E-2A89-4172-AC84-D63A3DB008F9}" destId="{8137F42C-221A-4477-A336-8E771CD76325}" srcOrd="0" destOrd="0" presId="urn:microsoft.com/office/officeart/2005/8/layout/bProcess4"/>
    <dgm:cxn modelId="{6C7E3414-F112-4EC7-B18D-ADAC2BFC46E2}" type="presOf" srcId="{F10B4CCC-4498-410C-A803-1499297E838B}" destId="{7FCF80E6-864A-4B0B-B7CB-F2C6DF5F9C32}" srcOrd="0" destOrd="0" presId="urn:microsoft.com/office/officeart/2005/8/layout/bProcess4"/>
    <dgm:cxn modelId="{54AC5F22-6F50-43C1-BF11-9D22FA7FA354}" type="presOf" srcId="{0FD14E07-8391-4241-A3E2-F027A7482FEB}" destId="{44C647EE-346A-4A0C-815D-2777AD27DB0F}" srcOrd="0" destOrd="0" presId="urn:microsoft.com/office/officeart/2005/8/layout/bProcess4"/>
    <dgm:cxn modelId="{219AF528-28C5-444B-81B6-997E734787F3}" type="presOf" srcId="{42477FA0-DE4E-41DE-BCD0-CCEA18D13D7A}" destId="{51D27BD8-0C85-4010-9691-38FA55ECE97A}" srcOrd="0" destOrd="0" presId="urn:microsoft.com/office/officeart/2005/8/layout/bProcess4"/>
    <dgm:cxn modelId="{13A3A03E-F095-4338-A634-04F54993F570}" type="presOf" srcId="{725705E1-E674-4B14-9CC5-1B21A729B4C0}" destId="{A767A452-51CD-4ED0-B43A-AC384208E231}" srcOrd="0" destOrd="0" presId="urn:microsoft.com/office/officeart/2005/8/layout/bProcess4"/>
    <dgm:cxn modelId="{169AD140-7A39-49ED-B229-881B908DBAF5}" type="presOf" srcId="{2ED10E87-3B2A-49A9-8A7D-78FB89001FF4}" destId="{3D6A2A2C-BB43-4F8C-9628-76C90530D427}" srcOrd="0" destOrd="0" presId="urn:microsoft.com/office/officeart/2005/8/layout/bProcess4"/>
    <dgm:cxn modelId="{53884A5C-175F-4B36-BFA9-B39CF96A8C03}" srcId="{B3E0939E-A4C2-43EA-9493-59C450005960}" destId="{42477FA0-DE4E-41DE-BCD0-CCEA18D13D7A}" srcOrd="0" destOrd="0" parTransId="{E5A6E804-7800-4634-B270-797649A433CF}" sibTransId="{C339E7B1-6AFF-4687-94D7-A3C9C8C62885}"/>
    <dgm:cxn modelId="{32743264-9FA4-4B9D-A19C-759BFA17004A}" srcId="{B3E0939E-A4C2-43EA-9493-59C450005960}" destId="{B023B196-25FB-4FF6-98A7-770055F1066E}" srcOrd="5" destOrd="0" parTransId="{F5F5DD0F-017F-4803-B24F-33E37A561699}" sibTransId="{20C98337-3D8D-49E1-8139-5E8E7AA66845}"/>
    <dgm:cxn modelId="{80A7A264-EAFC-4CC6-ABC2-5FEC4F3BF9DE}" type="presOf" srcId="{8CA93266-9750-495F-BBF7-5C49A3533474}" destId="{B965AACD-0AC0-44D1-AA0B-9A758AF04BCB}" srcOrd="0" destOrd="0" presId="urn:microsoft.com/office/officeart/2005/8/layout/bProcess4"/>
    <dgm:cxn modelId="{C8128F65-73D5-4C57-9C28-27777E75A439}" type="presOf" srcId="{152063A7-757A-4FF1-B9A3-79750EC54449}" destId="{FF340B5D-941C-48BE-BF80-A9DA87EF1002}" srcOrd="0" destOrd="0" presId="urn:microsoft.com/office/officeart/2005/8/layout/bProcess4"/>
    <dgm:cxn modelId="{0A5ED747-5EDE-4031-9753-1E0C2CDBC54A}" srcId="{B3E0939E-A4C2-43EA-9493-59C450005960}" destId="{2A1B8506-D20D-43B9-93FA-37BB7003146E}" srcOrd="9" destOrd="0" parTransId="{77991716-9B48-4E2C-8415-1532C96EFD6C}" sibTransId="{8CA93266-9750-495F-BBF7-5C49A3533474}"/>
    <dgm:cxn modelId="{A6145C6A-BBB8-40E3-9D70-23FF1CC4704E}" srcId="{B3E0939E-A4C2-43EA-9493-59C450005960}" destId="{F1088242-1142-47EC-8145-FF8ACA37B09D}" srcOrd="3" destOrd="0" parTransId="{1725F7D5-CBBC-4CFF-A80C-3203A7E99CB3}" sibTransId="{F10B4CCC-4498-410C-A803-1499297E838B}"/>
    <dgm:cxn modelId="{560D584A-621D-4462-A5DA-915FC91D86AE}" type="presOf" srcId="{FE7BB1E2-1127-43C7-9BC6-7250EC3F3FA9}" destId="{6992572F-2CDA-41D3-8C9F-24CDA92D07E2}" srcOrd="0" destOrd="0" presId="urn:microsoft.com/office/officeart/2005/8/layout/bProcess4"/>
    <dgm:cxn modelId="{1C8EA874-3283-48A1-A2AD-197D191038AB}" type="presOf" srcId="{461CE617-E49C-421E-A766-15427458E328}" destId="{CFE57272-2EE8-4BFE-9C24-428ECB6DAE7D}" srcOrd="0" destOrd="0" presId="urn:microsoft.com/office/officeart/2005/8/layout/bProcess4"/>
    <dgm:cxn modelId="{448D535A-2A74-4806-B559-261B0C7AE656}" srcId="{B3E0939E-A4C2-43EA-9493-59C450005960}" destId="{5FF3060D-324B-414E-A40C-FD793A812160}" srcOrd="2" destOrd="0" parTransId="{3F6626D9-54A1-410B-A7B3-6D60E480F8AB}" sibTransId="{FE7BB1E2-1127-43C7-9BC6-7250EC3F3FA9}"/>
    <dgm:cxn modelId="{72A9F07C-AC9F-4383-BAEE-83F7C47FB63F}" srcId="{B3E0939E-A4C2-43EA-9493-59C450005960}" destId="{63723963-8153-4FEE-89C8-1ADC1B06CA0B}" srcOrd="4" destOrd="0" parTransId="{C4A12B2D-6880-4E0D-AF3B-8021C9562F76}" sibTransId="{0FD14E07-8391-4241-A3E2-F027A7482FEB}"/>
    <dgm:cxn modelId="{BADD718C-ED16-43B7-B637-63D75F218553}" type="presOf" srcId="{4D0199E4-90A8-4E0E-8D8A-4977BFB76511}" destId="{25792608-9895-47ED-B1F5-7890A4FCF362}" srcOrd="0" destOrd="0" presId="urn:microsoft.com/office/officeart/2005/8/layout/bProcess4"/>
    <dgm:cxn modelId="{BC1DA18F-CBF4-4FC4-A770-D056E50B48E1}" type="presOf" srcId="{B53564F0-CB7F-4767-81B2-7872F38BD9A1}" destId="{FCC6028F-72D1-4F8E-8AFA-1CE33A57564F}" srcOrd="0" destOrd="0" presId="urn:microsoft.com/office/officeart/2005/8/layout/bProcess4"/>
    <dgm:cxn modelId="{3AB72495-101E-417E-9B95-F38923669792}" type="presOf" srcId="{5FF3060D-324B-414E-A40C-FD793A812160}" destId="{A67D448B-9378-4EFB-AB47-7AD4DC2CA955}" srcOrd="0" destOrd="0" presId="urn:microsoft.com/office/officeart/2005/8/layout/bProcess4"/>
    <dgm:cxn modelId="{AAE7D1B1-6944-49DF-9D55-7DCAAF6D92FC}" type="presOf" srcId="{20C98337-3D8D-49E1-8139-5E8E7AA66845}" destId="{6AEAE248-B24A-471F-BD96-60342083B180}" srcOrd="0" destOrd="0" presId="urn:microsoft.com/office/officeart/2005/8/layout/bProcess4"/>
    <dgm:cxn modelId="{AE91AEBE-2390-43B6-AD0B-496763785789}" type="presOf" srcId="{B3E0939E-A4C2-43EA-9493-59C450005960}" destId="{0BFF7FC5-4BD8-4D58-A2FB-D212A6389BEA}" srcOrd="0" destOrd="0" presId="urn:microsoft.com/office/officeart/2005/8/layout/bProcess4"/>
    <dgm:cxn modelId="{B204D9C0-F4C8-4EB3-AF20-D1AE1CFFFF81}" type="presOf" srcId="{C4422ADF-4035-447F-94CC-497A39DDEF3B}" destId="{71008876-898D-40FA-BE7B-C4AE270ACAFB}" srcOrd="0" destOrd="0" presId="urn:microsoft.com/office/officeart/2005/8/layout/bProcess4"/>
    <dgm:cxn modelId="{434DF0C4-F53C-4409-963B-B0418EE79588}" type="presOf" srcId="{C339E7B1-6AFF-4687-94D7-A3C9C8C62885}" destId="{FA3D3A0B-ED26-4ECE-9EE6-8F3FD1F54689}" srcOrd="0" destOrd="0" presId="urn:microsoft.com/office/officeart/2005/8/layout/bProcess4"/>
    <dgm:cxn modelId="{6FD29BC8-0F7D-40F1-B25F-A3D13CB487F6}" srcId="{B3E0939E-A4C2-43EA-9493-59C450005960}" destId="{05E92297-37AD-495B-A505-D83B960091C7}" srcOrd="10" destOrd="0" parTransId="{0A6F4F7C-8716-480A-9CC6-F86E604DA431}" sibTransId="{B0A4B91B-359A-4677-BC98-1CEF1F93AAC4}"/>
    <dgm:cxn modelId="{D06C7BD2-0ADD-4254-AD56-A136F91F50DF}" type="presOf" srcId="{63723963-8153-4FEE-89C8-1ADC1B06CA0B}" destId="{B8A38BB0-BD9E-44F2-B185-C2E3405E9B19}" srcOrd="0" destOrd="0" presId="urn:microsoft.com/office/officeart/2005/8/layout/bProcess4"/>
    <dgm:cxn modelId="{DC9554D7-B519-41AF-A726-71883C459563}" srcId="{B3E0939E-A4C2-43EA-9493-59C450005960}" destId="{152063A7-757A-4FF1-B9A3-79750EC54449}" srcOrd="8" destOrd="0" parTransId="{EEE4542E-5C74-499A-AE38-93F0C73C89FC}" sibTransId="{461CE617-E49C-421E-A766-15427458E328}"/>
    <dgm:cxn modelId="{1D61F5E0-4E9B-4A22-ABF8-D25A3EBF5256}" type="presOf" srcId="{2A1B8506-D20D-43B9-93FA-37BB7003146E}" destId="{BAEACC04-24B2-434C-846B-39B7A7D19998}" srcOrd="0" destOrd="0" presId="urn:microsoft.com/office/officeart/2005/8/layout/bProcess4"/>
    <dgm:cxn modelId="{DA17C0EA-9BAC-4C32-8AF5-140189BF1700}" srcId="{B3E0939E-A4C2-43EA-9493-59C450005960}" destId="{725705E1-E674-4B14-9CC5-1B21A729B4C0}" srcOrd="1" destOrd="0" parTransId="{C86ABEE1-9169-493D-A5B4-48F15DB61500}" sibTransId="{260A740E-2A89-4172-AC84-D63A3DB008F9}"/>
    <dgm:cxn modelId="{2C694CF5-941C-4563-8832-38402A59E9DD}" type="presOf" srcId="{B023B196-25FB-4FF6-98A7-770055F1066E}" destId="{BD5E3186-CC9F-41EF-8F23-904648F68E52}" srcOrd="0" destOrd="0" presId="urn:microsoft.com/office/officeart/2005/8/layout/bProcess4"/>
    <dgm:cxn modelId="{DD565DCA-98B5-4AEE-AC06-E27F68C4E1DB}" type="presParOf" srcId="{0BFF7FC5-4BD8-4D58-A2FB-D212A6389BEA}" destId="{68B20FCB-81E9-4139-82D9-BEC840F5BF0F}" srcOrd="0" destOrd="0" presId="urn:microsoft.com/office/officeart/2005/8/layout/bProcess4"/>
    <dgm:cxn modelId="{ECBF94E4-8603-4C59-AD6C-09E3322BB211}" type="presParOf" srcId="{68B20FCB-81E9-4139-82D9-BEC840F5BF0F}" destId="{0111EFFB-953E-43A1-ACBB-175167FB9DCB}" srcOrd="0" destOrd="0" presId="urn:microsoft.com/office/officeart/2005/8/layout/bProcess4"/>
    <dgm:cxn modelId="{52657C3E-B557-42E0-AEFD-708B27E0364D}" type="presParOf" srcId="{68B20FCB-81E9-4139-82D9-BEC840F5BF0F}" destId="{51D27BD8-0C85-4010-9691-38FA55ECE97A}" srcOrd="1" destOrd="0" presId="urn:microsoft.com/office/officeart/2005/8/layout/bProcess4"/>
    <dgm:cxn modelId="{5879650A-3165-4037-A6D6-1507D785FE1C}" type="presParOf" srcId="{0BFF7FC5-4BD8-4D58-A2FB-D212A6389BEA}" destId="{FA3D3A0B-ED26-4ECE-9EE6-8F3FD1F54689}" srcOrd="1" destOrd="0" presId="urn:microsoft.com/office/officeart/2005/8/layout/bProcess4"/>
    <dgm:cxn modelId="{B2E57A76-4821-4670-A26F-55B381D5B90B}" type="presParOf" srcId="{0BFF7FC5-4BD8-4D58-A2FB-D212A6389BEA}" destId="{98C99EFB-EFA5-4944-BE70-062EB95A6C88}" srcOrd="2" destOrd="0" presId="urn:microsoft.com/office/officeart/2005/8/layout/bProcess4"/>
    <dgm:cxn modelId="{852ECFAF-B0D4-4D5A-9829-5E927ACBDF19}" type="presParOf" srcId="{98C99EFB-EFA5-4944-BE70-062EB95A6C88}" destId="{A8D218FC-E158-402F-AE56-95BB55F6886E}" srcOrd="0" destOrd="0" presId="urn:microsoft.com/office/officeart/2005/8/layout/bProcess4"/>
    <dgm:cxn modelId="{F5B229B8-910C-4621-87D7-05CAC41865FC}" type="presParOf" srcId="{98C99EFB-EFA5-4944-BE70-062EB95A6C88}" destId="{A767A452-51CD-4ED0-B43A-AC384208E231}" srcOrd="1" destOrd="0" presId="urn:microsoft.com/office/officeart/2005/8/layout/bProcess4"/>
    <dgm:cxn modelId="{CF678284-5E22-4D10-9BDB-D79EEE622870}" type="presParOf" srcId="{0BFF7FC5-4BD8-4D58-A2FB-D212A6389BEA}" destId="{8137F42C-221A-4477-A336-8E771CD76325}" srcOrd="3" destOrd="0" presId="urn:microsoft.com/office/officeart/2005/8/layout/bProcess4"/>
    <dgm:cxn modelId="{EFF97FFF-837C-48D6-A934-54917CE20E3F}" type="presParOf" srcId="{0BFF7FC5-4BD8-4D58-A2FB-D212A6389BEA}" destId="{9D69A17F-B9DC-4EE4-BEAF-2EF9A7CE545B}" srcOrd="4" destOrd="0" presId="urn:microsoft.com/office/officeart/2005/8/layout/bProcess4"/>
    <dgm:cxn modelId="{F6645A6C-BCE2-4DDE-88FA-B2EECFD15321}" type="presParOf" srcId="{9D69A17F-B9DC-4EE4-BEAF-2EF9A7CE545B}" destId="{9D0C950D-5873-4701-8B25-AD56B8D34539}" srcOrd="0" destOrd="0" presId="urn:microsoft.com/office/officeart/2005/8/layout/bProcess4"/>
    <dgm:cxn modelId="{2BE969BD-1A4F-4C42-AADE-CADE3F68F25A}" type="presParOf" srcId="{9D69A17F-B9DC-4EE4-BEAF-2EF9A7CE545B}" destId="{A67D448B-9378-4EFB-AB47-7AD4DC2CA955}" srcOrd="1" destOrd="0" presId="urn:microsoft.com/office/officeart/2005/8/layout/bProcess4"/>
    <dgm:cxn modelId="{E6C8242E-623A-4601-9634-9027E709CC39}" type="presParOf" srcId="{0BFF7FC5-4BD8-4D58-A2FB-D212A6389BEA}" destId="{6992572F-2CDA-41D3-8C9F-24CDA92D07E2}" srcOrd="5" destOrd="0" presId="urn:microsoft.com/office/officeart/2005/8/layout/bProcess4"/>
    <dgm:cxn modelId="{8F1029BC-2FC6-4F52-906B-CF2A8795FE78}" type="presParOf" srcId="{0BFF7FC5-4BD8-4D58-A2FB-D212A6389BEA}" destId="{E4DF8DFC-B1E3-45A2-87AF-71A57882E408}" srcOrd="6" destOrd="0" presId="urn:microsoft.com/office/officeart/2005/8/layout/bProcess4"/>
    <dgm:cxn modelId="{A2DF7865-38B0-4F1E-849E-05DE7EEEC008}" type="presParOf" srcId="{E4DF8DFC-B1E3-45A2-87AF-71A57882E408}" destId="{B95A3FAD-B362-4322-A59E-6EC42ACC35D1}" srcOrd="0" destOrd="0" presId="urn:microsoft.com/office/officeart/2005/8/layout/bProcess4"/>
    <dgm:cxn modelId="{B49E1AE2-1E53-445D-AC2D-78E117DB4058}" type="presParOf" srcId="{E4DF8DFC-B1E3-45A2-87AF-71A57882E408}" destId="{D25A35FE-B990-4DC9-AB5B-A9B4FCC468C7}" srcOrd="1" destOrd="0" presId="urn:microsoft.com/office/officeart/2005/8/layout/bProcess4"/>
    <dgm:cxn modelId="{65CA85B2-382B-4382-A7F0-1E4EC6449337}" type="presParOf" srcId="{0BFF7FC5-4BD8-4D58-A2FB-D212A6389BEA}" destId="{7FCF80E6-864A-4B0B-B7CB-F2C6DF5F9C32}" srcOrd="7" destOrd="0" presId="urn:microsoft.com/office/officeart/2005/8/layout/bProcess4"/>
    <dgm:cxn modelId="{507AED8F-9BA4-4BBE-8466-6FAEF29FE8C4}" type="presParOf" srcId="{0BFF7FC5-4BD8-4D58-A2FB-D212A6389BEA}" destId="{E626945A-D614-47E0-B13B-A11541260E2E}" srcOrd="8" destOrd="0" presId="urn:microsoft.com/office/officeart/2005/8/layout/bProcess4"/>
    <dgm:cxn modelId="{2C78BA3E-8C65-418D-872E-1D680F93C13E}" type="presParOf" srcId="{E626945A-D614-47E0-B13B-A11541260E2E}" destId="{DEE3E7BE-1139-4873-BE7D-4960AE127F40}" srcOrd="0" destOrd="0" presId="urn:microsoft.com/office/officeart/2005/8/layout/bProcess4"/>
    <dgm:cxn modelId="{DDA010C5-9F90-4232-8C47-BEFBD2613940}" type="presParOf" srcId="{E626945A-D614-47E0-B13B-A11541260E2E}" destId="{B8A38BB0-BD9E-44F2-B185-C2E3405E9B19}" srcOrd="1" destOrd="0" presId="urn:microsoft.com/office/officeart/2005/8/layout/bProcess4"/>
    <dgm:cxn modelId="{BF96FEC2-391B-4210-AA08-1252F47E469A}" type="presParOf" srcId="{0BFF7FC5-4BD8-4D58-A2FB-D212A6389BEA}" destId="{44C647EE-346A-4A0C-815D-2777AD27DB0F}" srcOrd="9" destOrd="0" presId="urn:microsoft.com/office/officeart/2005/8/layout/bProcess4"/>
    <dgm:cxn modelId="{DA357810-FB27-4776-83B9-2F8C7F575504}" type="presParOf" srcId="{0BFF7FC5-4BD8-4D58-A2FB-D212A6389BEA}" destId="{A31115F7-8E44-4454-950C-1F16C95B42AC}" srcOrd="10" destOrd="0" presId="urn:microsoft.com/office/officeart/2005/8/layout/bProcess4"/>
    <dgm:cxn modelId="{1B2EFF51-D949-43F0-9113-506B35B80BAD}" type="presParOf" srcId="{A31115F7-8E44-4454-950C-1F16C95B42AC}" destId="{B2FEC560-ABDB-4371-BCA7-C162BA2EF10D}" srcOrd="0" destOrd="0" presId="urn:microsoft.com/office/officeart/2005/8/layout/bProcess4"/>
    <dgm:cxn modelId="{E49661F5-9CD4-4535-AC47-4D466D909F86}" type="presParOf" srcId="{A31115F7-8E44-4454-950C-1F16C95B42AC}" destId="{BD5E3186-CC9F-41EF-8F23-904648F68E52}" srcOrd="1" destOrd="0" presId="urn:microsoft.com/office/officeart/2005/8/layout/bProcess4"/>
    <dgm:cxn modelId="{DF9361BB-0B76-4C02-BFA1-9250ADA52A29}" type="presParOf" srcId="{0BFF7FC5-4BD8-4D58-A2FB-D212A6389BEA}" destId="{6AEAE248-B24A-471F-BD96-60342083B180}" srcOrd="11" destOrd="0" presId="urn:microsoft.com/office/officeart/2005/8/layout/bProcess4"/>
    <dgm:cxn modelId="{3C5381AC-D7C3-405F-9822-121E38C9457C}" type="presParOf" srcId="{0BFF7FC5-4BD8-4D58-A2FB-D212A6389BEA}" destId="{C305CC14-C107-4E08-858D-1F6C280E03FA}" srcOrd="12" destOrd="0" presId="urn:microsoft.com/office/officeart/2005/8/layout/bProcess4"/>
    <dgm:cxn modelId="{93C5F9FB-219A-458B-83E2-89AE2014A2B8}" type="presParOf" srcId="{C305CC14-C107-4E08-858D-1F6C280E03FA}" destId="{125A1AF1-CDDC-4B99-BA4A-4E856F34DCBE}" srcOrd="0" destOrd="0" presId="urn:microsoft.com/office/officeart/2005/8/layout/bProcess4"/>
    <dgm:cxn modelId="{3A30D3E1-ED00-4660-8F18-42D39BAB95D4}" type="presParOf" srcId="{C305CC14-C107-4E08-858D-1F6C280E03FA}" destId="{25792608-9895-47ED-B1F5-7890A4FCF362}" srcOrd="1" destOrd="0" presId="urn:microsoft.com/office/officeart/2005/8/layout/bProcess4"/>
    <dgm:cxn modelId="{C26390B6-601C-4B28-9D2B-72CFDB572C37}" type="presParOf" srcId="{0BFF7FC5-4BD8-4D58-A2FB-D212A6389BEA}" destId="{71008876-898D-40FA-BE7B-C4AE270ACAFB}" srcOrd="13" destOrd="0" presId="urn:microsoft.com/office/officeart/2005/8/layout/bProcess4"/>
    <dgm:cxn modelId="{2EC0F1D7-60F6-4027-94EF-9AD17E56E0D6}" type="presParOf" srcId="{0BFF7FC5-4BD8-4D58-A2FB-D212A6389BEA}" destId="{3431CE0A-4534-44A1-AE70-F84A0161B16F}" srcOrd="14" destOrd="0" presId="urn:microsoft.com/office/officeart/2005/8/layout/bProcess4"/>
    <dgm:cxn modelId="{35764178-406E-44A4-8A72-AB07F81B97E9}" type="presParOf" srcId="{3431CE0A-4534-44A1-AE70-F84A0161B16F}" destId="{3825FA49-BA95-40D4-86DB-FC0A7E9D5A40}" srcOrd="0" destOrd="0" presId="urn:microsoft.com/office/officeart/2005/8/layout/bProcess4"/>
    <dgm:cxn modelId="{C20556BC-7784-43F5-8239-FB6A7BED2A3E}" type="presParOf" srcId="{3431CE0A-4534-44A1-AE70-F84A0161B16F}" destId="{FCC6028F-72D1-4F8E-8AFA-1CE33A57564F}" srcOrd="1" destOrd="0" presId="urn:microsoft.com/office/officeart/2005/8/layout/bProcess4"/>
    <dgm:cxn modelId="{BE320FC8-4D23-4499-B2C8-0D6CD24D10F4}" type="presParOf" srcId="{0BFF7FC5-4BD8-4D58-A2FB-D212A6389BEA}" destId="{3D6A2A2C-BB43-4F8C-9628-76C90530D427}" srcOrd="15" destOrd="0" presId="urn:microsoft.com/office/officeart/2005/8/layout/bProcess4"/>
    <dgm:cxn modelId="{00878287-159D-45E6-8F63-50ADAA97D5A1}" type="presParOf" srcId="{0BFF7FC5-4BD8-4D58-A2FB-D212A6389BEA}" destId="{C5C8645E-8039-4C6F-9863-C841350F5D46}" srcOrd="16" destOrd="0" presId="urn:microsoft.com/office/officeart/2005/8/layout/bProcess4"/>
    <dgm:cxn modelId="{C462B723-BBBF-429F-A3AE-5547DA32261F}" type="presParOf" srcId="{C5C8645E-8039-4C6F-9863-C841350F5D46}" destId="{B263662A-8F06-469B-A6B8-7A5E487D75DE}" srcOrd="0" destOrd="0" presId="urn:microsoft.com/office/officeart/2005/8/layout/bProcess4"/>
    <dgm:cxn modelId="{38467CE8-1A63-430C-8C92-8474337FC6F1}" type="presParOf" srcId="{C5C8645E-8039-4C6F-9863-C841350F5D46}" destId="{FF340B5D-941C-48BE-BF80-A9DA87EF1002}" srcOrd="1" destOrd="0" presId="urn:microsoft.com/office/officeart/2005/8/layout/bProcess4"/>
    <dgm:cxn modelId="{5BA67956-C0D6-4906-A391-1C8D9B1A8C46}" type="presParOf" srcId="{0BFF7FC5-4BD8-4D58-A2FB-D212A6389BEA}" destId="{CFE57272-2EE8-4BFE-9C24-428ECB6DAE7D}" srcOrd="17" destOrd="0" presId="urn:microsoft.com/office/officeart/2005/8/layout/bProcess4"/>
    <dgm:cxn modelId="{54A8A10D-775A-4215-B4FA-FA592B6D3A61}" type="presParOf" srcId="{0BFF7FC5-4BD8-4D58-A2FB-D212A6389BEA}" destId="{629A35D0-B748-4AB8-B37F-EAF8F41E4A48}" srcOrd="18" destOrd="0" presId="urn:microsoft.com/office/officeart/2005/8/layout/bProcess4"/>
    <dgm:cxn modelId="{B03CA60C-ADB8-4A4A-8986-E3ED18E601CD}" type="presParOf" srcId="{629A35D0-B748-4AB8-B37F-EAF8F41E4A48}" destId="{9DE1E33B-0745-4059-923F-62D2326C8DCD}" srcOrd="0" destOrd="0" presId="urn:microsoft.com/office/officeart/2005/8/layout/bProcess4"/>
    <dgm:cxn modelId="{AFFB5D6C-3E63-4383-A1A4-6732DEC06E77}" type="presParOf" srcId="{629A35D0-B748-4AB8-B37F-EAF8F41E4A48}" destId="{BAEACC04-24B2-434C-846B-39B7A7D19998}" srcOrd="1" destOrd="0" presId="urn:microsoft.com/office/officeart/2005/8/layout/bProcess4"/>
    <dgm:cxn modelId="{5A94E85A-EE47-410C-9B4B-5864DAB06AD6}" type="presParOf" srcId="{0BFF7FC5-4BD8-4D58-A2FB-D212A6389BEA}" destId="{B965AACD-0AC0-44D1-AA0B-9A758AF04BCB}" srcOrd="19" destOrd="0" presId="urn:microsoft.com/office/officeart/2005/8/layout/bProcess4"/>
    <dgm:cxn modelId="{EC66157B-B2AE-4653-933B-42E986C53D03}" type="presParOf" srcId="{0BFF7FC5-4BD8-4D58-A2FB-D212A6389BEA}" destId="{0E13E2FD-E869-49AD-8C18-2E3040090FB6}" srcOrd="20" destOrd="0" presId="urn:microsoft.com/office/officeart/2005/8/layout/bProcess4"/>
    <dgm:cxn modelId="{19076F8A-1FFD-4CA7-9B2C-5EBD4BC1CA5F}" type="presParOf" srcId="{0E13E2FD-E869-49AD-8C18-2E3040090FB6}" destId="{66852EF4-8B6B-4290-9808-60120B058158}" srcOrd="0" destOrd="0" presId="urn:microsoft.com/office/officeart/2005/8/layout/bProcess4"/>
    <dgm:cxn modelId="{E1984951-5013-465A-89C3-18CCF14BB19F}" type="presParOf" srcId="{0E13E2FD-E869-49AD-8C18-2E3040090FB6}" destId="{D2D6C9F4-1CC5-4FA4-9403-B588668E4F3D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87C7A9-2B68-44E3-A9BC-AD9D9E07D01D}" type="doc">
      <dgm:prSet loTypeId="urn:microsoft.com/office/officeart/2005/8/layout/process5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s-AR"/>
        </a:p>
      </dgm:t>
    </dgm:pt>
    <dgm:pt modelId="{DBA2A156-1356-49EE-B1AA-3A8505E3F065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de entrenamiento</a:t>
          </a:r>
        </a:p>
      </dgm:t>
    </dgm:pt>
    <dgm:pt modelId="{E48CC590-4A68-4F9F-B8A6-436630B33048}" type="parTrans" cxnId="{19D6F673-47B8-49EA-A625-598595E49477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EC8B3F8-3F74-459B-8461-2D86C714C6A4}" type="sibTrans" cxnId="{19D6F673-47B8-49EA-A625-598595E49477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19274B-7FF2-4DDC-BAAA-BEF925668E73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Entrenamiento con ML</a:t>
          </a:r>
        </a:p>
      </dgm:t>
    </dgm:pt>
    <dgm:pt modelId="{D1B2FA6D-852C-433E-92D4-880C2F818819}" type="parTrans" cxnId="{F87C6634-4C59-4F64-96D2-7F9E0ED00361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086D1E3-7E30-4637-84D1-053F63155FB6}" type="sibTrans" cxnId="{F87C6634-4C59-4F64-96D2-7F9E0ED00361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C20E4D-908B-42C6-8571-D75CA5DFF75A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Modelado de datos de entrada</a:t>
          </a:r>
        </a:p>
      </dgm:t>
    </dgm:pt>
    <dgm:pt modelId="{ED91A7E6-3F1D-40B8-AACA-BB3F8D14302F}" type="parTrans" cxnId="{EE6C6D8B-7435-440F-84F8-9E37A52CA34A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D30A350-8F9B-498C-A815-2E8F4E606138}" type="sibTrans" cxnId="{EE6C6D8B-7435-440F-84F8-9E37A52CA34A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C83CE1-FA7F-48A9-B613-6E347DCCBECE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Algoritmo de ML</a:t>
          </a:r>
        </a:p>
      </dgm:t>
    </dgm:pt>
    <dgm:pt modelId="{38559DE2-20B3-484C-BE28-1C5BB4A0B191}" type="parTrans" cxnId="{589C2DAF-6016-42AF-9A9A-883F46B5CB9E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36A4998-3928-4388-AB02-E3EA9A0C6A89}" type="sibTrans" cxnId="{589C2DAF-6016-42AF-9A9A-883F46B5CB9E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6379235-BC1F-4EE6-8F89-7B89394F4E5A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Analiza la Predicción</a:t>
          </a:r>
        </a:p>
      </dgm:t>
    </dgm:pt>
    <dgm:pt modelId="{3C1D93CE-F5B3-4BFC-9B0E-D85B1D2A6705}" type="parTrans" cxnId="{88741DBE-539A-4AAB-BD2F-E21539680792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E3FEACC-A7D5-4D8E-8EE3-B168502F72E6}" type="sibTrans" cxnId="{88741DBE-539A-4AAB-BD2F-E21539680792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50FC07-6196-4468-8F73-E9A8E361C3B1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Verifica la Precisión</a:t>
          </a:r>
        </a:p>
      </dgm:t>
    </dgm:pt>
    <dgm:pt modelId="{CCF12A0E-38C8-489E-8CF2-B661294C7B61}" type="parTrans" cxnId="{D50273D5-6DEC-4225-9F69-AED84A5FC13D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739594-2FD2-4F06-BFA7-FAD39BAF9C07}" type="sibTrans" cxnId="{D50273D5-6DEC-4225-9F69-AED84A5FC13D}">
      <dgm:prSet custT="1"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3C39F9D-2EB2-41E3-9F8B-2B9813057495}">
      <dgm:prSet phldrT="[Texto]" custT="1"/>
      <dgm:spPr/>
      <dgm:t>
        <a:bodyPr/>
        <a:lstStyle/>
        <a:p>
          <a:r>
            <a:rPr lang="es-A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Modelo Exitoso</a:t>
          </a:r>
        </a:p>
      </dgm:t>
    </dgm:pt>
    <dgm:pt modelId="{0DD25493-D87C-4464-BCF2-BC4A32BD54A1}" type="parTrans" cxnId="{CD07EEC3-EDBD-48E5-8779-A34C118B5694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1438B20-6799-482A-AF06-C7A076937FAE}" type="sibTrans" cxnId="{CD07EEC3-EDBD-48E5-8779-A34C118B5694}">
      <dgm:prSet/>
      <dgm:spPr/>
      <dgm:t>
        <a:bodyPr/>
        <a:lstStyle/>
        <a:p>
          <a:endParaRPr lang="es-A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96AE40-462D-4640-AE5F-5AB93FC5456D}" type="pres">
      <dgm:prSet presAssocID="{FD87C7A9-2B68-44E3-A9BC-AD9D9E07D01D}" presName="diagram" presStyleCnt="0">
        <dgm:presLayoutVars>
          <dgm:dir/>
          <dgm:resizeHandles val="exact"/>
        </dgm:presLayoutVars>
      </dgm:prSet>
      <dgm:spPr/>
    </dgm:pt>
    <dgm:pt modelId="{56F41205-699A-4AC3-9C38-B1E49FF8D1B2}" type="pres">
      <dgm:prSet presAssocID="{DBA2A156-1356-49EE-B1AA-3A8505E3F065}" presName="node" presStyleLbl="node1" presStyleIdx="0" presStyleCnt="7" custScaleX="138552">
        <dgm:presLayoutVars>
          <dgm:bulletEnabled val="1"/>
        </dgm:presLayoutVars>
      </dgm:prSet>
      <dgm:spPr/>
    </dgm:pt>
    <dgm:pt modelId="{A9A46301-B785-489D-91C5-751AD00A7AF0}" type="pres">
      <dgm:prSet presAssocID="{CEC8B3F8-3F74-459B-8461-2D86C714C6A4}" presName="sibTrans" presStyleLbl="sibTrans2D1" presStyleIdx="0" presStyleCnt="6"/>
      <dgm:spPr/>
    </dgm:pt>
    <dgm:pt modelId="{CB6798A8-BFF7-4444-BB4A-4D4331B83A9B}" type="pres">
      <dgm:prSet presAssocID="{CEC8B3F8-3F74-459B-8461-2D86C714C6A4}" presName="connectorText" presStyleLbl="sibTrans2D1" presStyleIdx="0" presStyleCnt="6"/>
      <dgm:spPr/>
    </dgm:pt>
    <dgm:pt modelId="{1409A966-C608-41DC-8711-1A2D8ABA07A7}" type="pres">
      <dgm:prSet presAssocID="{7519274B-7FF2-4DDC-BAAA-BEF925668E73}" presName="node" presStyleLbl="node1" presStyleIdx="1" presStyleCnt="7" custScaleX="138552">
        <dgm:presLayoutVars>
          <dgm:bulletEnabled val="1"/>
        </dgm:presLayoutVars>
      </dgm:prSet>
      <dgm:spPr/>
    </dgm:pt>
    <dgm:pt modelId="{4C511746-5A06-4585-9C74-A36A2FE8E5F3}" type="pres">
      <dgm:prSet presAssocID="{4086D1E3-7E30-4637-84D1-053F63155FB6}" presName="sibTrans" presStyleLbl="sibTrans2D1" presStyleIdx="1" presStyleCnt="6"/>
      <dgm:spPr/>
    </dgm:pt>
    <dgm:pt modelId="{B9431FE7-97A5-4D1E-A616-0353356E7A47}" type="pres">
      <dgm:prSet presAssocID="{4086D1E3-7E30-4637-84D1-053F63155FB6}" presName="connectorText" presStyleLbl="sibTrans2D1" presStyleIdx="1" presStyleCnt="6"/>
      <dgm:spPr/>
    </dgm:pt>
    <dgm:pt modelId="{1CF20EAA-9629-4762-A6B9-011721B5938F}" type="pres">
      <dgm:prSet presAssocID="{04C20E4D-908B-42C6-8571-D75CA5DFF75A}" presName="node" presStyleLbl="node1" presStyleIdx="2" presStyleCnt="7" custScaleX="138552">
        <dgm:presLayoutVars>
          <dgm:bulletEnabled val="1"/>
        </dgm:presLayoutVars>
      </dgm:prSet>
      <dgm:spPr/>
    </dgm:pt>
    <dgm:pt modelId="{1A684C3F-CD17-48F7-98A7-7189261CB988}" type="pres">
      <dgm:prSet presAssocID="{5D30A350-8F9B-498C-A815-2E8F4E606138}" presName="sibTrans" presStyleLbl="sibTrans2D1" presStyleIdx="2" presStyleCnt="6"/>
      <dgm:spPr/>
    </dgm:pt>
    <dgm:pt modelId="{035B3CED-2E3F-4F1D-9076-3D1D1CD6857A}" type="pres">
      <dgm:prSet presAssocID="{5D30A350-8F9B-498C-A815-2E8F4E606138}" presName="connectorText" presStyleLbl="sibTrans2D1" presStyleIdx="2" presStyleCnt="6"/>
      <dgm:spPr/>
    </dgm:pt>
    <dgm:pt modelId="{06D8A0A4-3D15-4DE7-8ECE-1A13C4E2CD92}" type="pres">
      <dgm:prSet presAssocID="{99C83CE1-FA7F-48A9-B613-6E347DCCBECE}" presName="node" presStyleLbl="node1" presStyleIdx="3" presStyleCnt="7" custScaleX="138552">
        <dgm:presLayoutVars>
          <dgm:bulletEnabled val="1"/>
        </dgm:presLayoutVars>
      </dgm:prSet>
      <dgm:spPr/>
    </dgm:pt>
    <dgm:pt modelId="{6B673F2A-F093-4B33-A68A-19FEE633D625}" type="pres">
      <dgm:prSet presAssocID="{C36A4998-3928-4388-AB02-E3EA9A0C6A89}" presName="sibTrans" presStyleLbl="sibTrans2D1" presStyleIdx="3" presStyleCnt="6"/>
      <dgm:spPr/>
    </dgm:pt>
    <dgm:pt modelId="{F68CAA03-A132-4CC8-8B2E-A5DAA47D1AB0}" type="pres">
      <dgm:prSet presAssocID="{C36A4998-3928-4388-AB02-E3EA9A0C6A89}" presName="connectorText" presStyleLbl="sibTrans2D1" presStyleIdx="3" presStyleCnt="6"/>
      <dgm:spPr/>
    </dgm:pt>
    <dgm:pt modelId="{3813DBA6-EECE-45EB-A44A-B5D71C61C35A}" type="pres">
      <dgm:prSet presAssocID="{96379235-BC1F-4EE6-8F89-7B89394F4E5A}" presName="node" presStyleLbl="node1" presStyleIdx="4" presStyleCnt="7" custScaleX="138552">
        <dgm:presLayoutVars>
          <dgm:bulletEnabled val="1"/>
        </dgm:presLayoutVars>
      </dgm:prSet>
      <dgm:spPr/>
    </dgm:pt>
    <dgm:pt modelId="{976DF7B0-EF33-4CD9-98F6-F6AC1772DACD}" type="pres">
      <dgm:prSet presAssocID="{5E3FEACC-A7D5-4D8E-8EE3-B168502F72E6}" presName="sibTrans" presStyleLbl="sibTrans2D1" presStyleIdx="4" presStyleCnt="6"/>
      <dgm:spPr/>
    </dgm:pt>
    <dgm:pt modelId="{E366E65D-9895-469E-9BB3-205D4A039583}" type="pres">
      <dgm:prSet presAssocID="{5E3FEACC-A7D5-4D8E-8EE3-B168502F72E6}" presName="connectorText" presStyleLbl="sibTrans2D1" presStyleIdx="4" presStyleCnt="6"/>
      <dgm:spPr/>
    </dgm:pt>
    <dgm:pt modelId="{2B631D4E-6463-459D-84CB-69C384702572}" type="pres">
      <dgm:prSet presAssocID="{F850FC07-6196-4468-8F73-E9A8E361C3B1}" presName="node" presStyleLbl="node1" presStyleIdx="5" presStyleCnt="7" custScaleX="138552">
        <dgm:presLayoutVars>
          <dgm:bulletEnabled val="1"/>
        </dgm:presLayoutVars>
      </dgm:prSet>
      <dgm:spPr/>
    </dgm:pt>
    <dgm:pt modelId="{36E63F57-50A6-4943-8CE6-54B9EC72EC10}" type="pres">
      <dgm:prSet presAssocID="{8D739594-2FD2-4F06-BFA7-FAD39BAF9C07}" presName="sibTrans" presStyleLbl="sibTrans2D1" presStyleIdx="5" presStyleCnt="6"/>
      <dgm:spPr/>
    </dgm:pt>
    <dgm:pt modelId="{F7D072D5-1E4A-4CB8-A759-BCFBAF5880F7}" type="pres">
      <dgm:prSet presAssocID="{8D739594-2FD2-4F06-BFA7-FAD39BAF9C07}" presName="connectorText" presStyleLbl="sibTrans2D1" presStyleIdx="5" presStyleCnt="6"/>
      <dgm:spPr/>
    </dgm:pt>
    <dgm:pt modelId="{69BC0D3B-9310-4E05-817C-7D164E085898}" type="pres">
      <dgm:prSet presAssocID="{53C39F9D-2EB2-41E3-9F8B-2B9813057495}" presName="node" presStyleLbl="node1" presStyleIdx="6" presStyleCnt="7" custScaleX="138552">
        <dgm:presLayoutVars>
          <dgm:bulletEnabled val="1"/>
        </dgm:presLayoutVars>
      </dgm:prSet>
      <dgm:spPr/>
    </dgm:pt>
  </dgm:ptLst>
  <dgm:cxnLst>
    <dgm:cxn modelId="{9C301A05-8C39-4CDF-AD99-37FC957DC6FD}" type="presOf" srcId="{FD87C7A9-2B68-44E3-A9BC-AD9D9E07D01D}" destId="{3A96AE40-462D-4640-AE5F-5AB93FC5456D}" srcOrd="0" destOrd="0" presId="urn:microsoft.com/office/officeart/2005/8/layout/process5"/>
    <dgm:cxn modelId="{9E10E618-E60F-49C9-BD77-FD28478C05D6}" type="presOf" srcId="{DBA2A156-1356-49EE-B1AA-3A8505E3F065}" destId="{56F41205-699A-4AC3-9C38-B1E49FF8D1B2}" srcOrd="0" destOrd="0" presId="urn:microsoft.com/office/officeart/2005/8/layout/process5"/>
    <dgm:cxn modelId="{2EF7A62E-E313-4D66-99D0-8B6AFB7F5AA1}" type="presOf" srcId="{8D739594-2FD2-4F06-BFA7-FAD39BAF9C07}" destId="{36E63F57-50A6-4943-8CE6-54B9EC72EC10}" srcOrd="0" destOrd="0" presId="urn:microsoft.com/office/officeart/2005/8/layout/process5"/>
    <dgm:cxn modelId="{F87C6634-4C59-4F64-96D2-7F9E0ED00361}" srcId="{FD87C7A9-2B68-44E3-A9BC-AD9D9E07D01D}" destId="{7519274B-7FF2-4DDC-BAAA-BEF925668E73}" srcOrd="1" destOrd="0" parTransId="{D1B2FA6D-852C-433E-92D4-880C2F818819}" sibTransId="{4086D1E3-7E30-4637-84D1-053F63155FB6}"/>
    <dgm:cxn modelId="{F6E2E53D-0FED-496F-8B86-EA1AFFD8A150}" type="presOf" srcId="{C36A4998-3928-4388-AB02-E3EA9A0C6A89}" destId="{F68CAA03-A132-4CC8-8B2E-A5DAA47D1AB0}" srcOrd="1" destOrd="0" presId="urn:microsoft.com/office/officeart/2005/8/layout/process5"/>
    <dgm:cxn modelId="{B1904561-7E54-4111-BAAA-53771E3F3D7E}" type="presOf" srcId="{5D30A350-8F9B-498C-A815-2E8F4E606138}" destId="{1A684C3F-CD17-48F7-98A7-7189261CB988}" srcOrd="0" destOrd="0" presId="urn:microsoft.com/office/officeart/2005/8/layout/process5"/>
    <dgm:cxn modelId="{19D6F673-47B8-49EA-A625-598595E49477}" srcId="{FD87C7A9-2B68-44E3-A9BC-AD9D9E07D01D}" destId="{DBA2A156-1356-49EE-B1AA-3A8505E3F065}" srcOrd="0" destOrd="0" parTransId="{E48CC590-4A68-4F9F-B8A6-436630B33048}" sibTransId="{CEC8B3F8-3F74-459B-8461-2D86C714C6A4}"/>
    <dgm:cxn modelId="{92961256-BE46-437B-A53D-C6AB3807CAD3}" type="presOf" srcId="{F850FC07-6196-4468-8F73-E9A8E361C3B1}" destId="{2B631D4E-6463-459D-84CB-69C384702572}" srcOrd="0" destOrd="0" presId="urn:microsoft.com/office/officeart/2005/8/layout/process5"/>
    <dgm:cxn modelId="{A4896076-DCEF-485A-BC7C-94FA863F6B58}" type="presOf" srcId="{5E3FEACC-A7D5-4D8E-8EE3-B168502F72E6}" destId="{E366E65D-9895-469E-9BB3-205D4A039583}" srcOrd="1" destOrd="0" presId="urn:microsoft.com/office/officeart/2005/8/layout/process5"/>
    <dgm:cxn modelId="{EE28067D-9C35-4D11-B4F5-23930E7C207F}" type="presOf" srcId="{99C83CE1-FA7F-48A9-B613-6E347DCCBECE}" destId="{06D8A0A4-3D15-4DE7-8ECE-1A13C4E2CD92}" srcOrd="0" destOrd="0" presId="urn:microsoft.com/office/officeart/2005/8/layout/process5"/>
    <dgm:cxn modelId="{C8D1DD87-5605-4891-9A29-23041610DA13}" type="presOf" srcId="{7519274B-7FF2-4DDC-BAAA-BEF925668E73}" destId="{1409A966-C608-41DC-8711-1A2D8ABA07A7}" srcOrd="0" destOrd="0" presId="urn:microsoft.com/office/officeart/2005/8/layout/process5"/>
    <dgm:cxn modelId="{EE6C6D8B-7435-440F-84F8-9E37A52CA34A}" srcId="{FD87C7A9-2B68-44E3-A9BC-AD9D9E07D01D}" destId="{04C20E4D-908B-42C6-8571-D75CA5DFF75A}" srcOrd="2" destOrd="0" parTransId="{ED91A7E6-3F1D-40B8-AACA-BB3F8D14302F}" sibTransId="{5D30A350-8F9B-498C-A815-2E8F4E606138}"/>
    <dgm:cxn modelId="{E0027890-699E-4920-963B-B7375A020A32}" type="presOf" srcId="{5E3FEACC-A7D5-4D8E-8EE3-B168502F72E6}" destId="{976DF7B0-EF33-4CD9-98F6-F6AC1772DACD}" srcOrd="0" destOrd="0" presId="urn:microsoft.com/office/officeart/2005/8/layout/process5"/>
    <dgm:cxn modelId="{3B3AB991-9848-40A9-BE7F-E59C02EDB35A}" type="presOf" srcId="{CEC8B3F8-3F74-459B-8461-2D86C714C6A4}" destId="{A9A46301-B785-489D-91C5-751AD00A7AF0}" srcOrd="0" destOrd="0" presId="urn:microsoft.com/office/officeart/2005/8/layout/process5"/>
    <dgm:cxn modelId="{6268189B-8712-4192-AA77-471EBF223545}" type="presOf" srcId="{5D30A350-8F9B-498C-A815-2E8F4E606138}" destId="{035B3CED-2E3F-4F1D-9076-3D1D1CD6857A}" srcOrd="1" destOrd="0" presId="urn:microsoft.com/office/officeart/2005/8/layout/process5"/>
    <dgm:cxn modelId="{3A9958A6-654A-4ADD-A217-1C2AF19603F5}" type="presOf" srcId="{8D739594-2FD2-4F06-BFA7-FAD39BAF9C07}" destId="{F7D072D5-1E4A-4CB8-A759-BCFBAF5880F7}" srcOrd="1" destOrd="0" presId="urn:microsoft.com/office/officeart/2005/8/layout/process5"/>
    <dgm:cxn modelId="{589C2DAF-6016-42AF-9A9A-883F46B5CB9E}" srcId="{FD87C7A9-2B68-44E3-A9BC-AD9D9E07D01D}" destId="{99C83CE1-FA7F-48A9-B613-6E347DCCBECE}" srcOrd="3" destOrd="0" parTransId="{38559DE2-20B3-484C-BE28-1C5BB4A0B191}" sibTransId="{C36A4998-3928-4388-AB02-E3EA9A0C6A89}"/>
    <dgm:cxn modelId="{CE5190B5-8E06-4EE9-AD79-A0F7BEDFDC85}" type="presOf" srcId="{C36A4998-3928-4388-AB02-E3EA9A0C6A89}" destId="{6B673F2A-F093-4B33-A68A-19FEE633D625}" srcOrd="0" destOrd="0" presId="urn:microsoft.com/office/officeart/2005/8/layout/process5"/>
    <dgm:cxn modelId="{E32B8EBC-965A-4F7A-942F-B68B2FD13C63}" type="presOf" srcId="{CEC8B3F8-3F74-459B-8461-2D86C714C6A4}" destId="{CB6798A8-BFF7-4444-BB4A-4D4331B83A9B}" srcOrd="1" destOrd="0" presId="urn:microsoft.com/office/officeart/2005/8/layout/process5"/>
    <dgm:cxn modelId="{A5B8C2BC-0209-4A5F-96F9-6497BA4BDBB1}" type="presOf" srcId="{53C39F9D-2EB2-41E3-9F8B-2B9813057495}" destId="{69BC0D3B-9310-4E05-817C-7D164E085898}" srcOrd="0" destOrd="0" presId="urn:microsoft.com/office/officeart/2005/8/layout/process5"/>
    <dgm:cxn modelId="{4135C9BD-973E-4906-8DF7-651F7A61A48B}" type="presOf" srcId="{04C20E4D-908B-42C6-8571-D75CA5DFF75A}" destId="{1CF20EAA-9629-4762-A6B9-011721B5938F}" srcOrd="0" destOrd="0" presId="urn:microsoft.com/office/officeart/2005/8/layout/process5"/>
    <dgm:cxn modelId="{88741DBE-539A-4AAB-BD2F-E21539680792}" srcId="{FD87C7A9-2B68-44E3-A9BC-AD9D9E07D01D}" destId="{96379235-BC1F-4EE6-8F89-7B89394F4E5A}" srcOrd="4" destOrd="0" parTransId="{3C1D93CE-F5B3-4BFC-9B0E-D85B1D2A6705}" sibTransId="{5E3FEACC-A7D5-4D8E-8EE3-B168502F72E6}"/>
    <dgm:cxn modelId="{BA88ECBE-1AAC-4A4B-82BE-EDF227810AA6}" type="presOf" srcId="{4086D1E3-7E30-4637-84D1-053F63155FB6}" destId="{4C511746-5A06-4585-9C74-A36A2FE8E5F3}" srcOrd="0" destOrd="0" presId="urn:microsoft.com/office/officeart/2005/8/layout/process5"/>
    <dgm:cxn modelId="{CD07EEC3-EDBD-48E5-8779-A34C118B5694}" srcId="{FD87C7A9-2B68-44E3-A9BC-AD9D9E07D01D}" destId="{53C39F9D-2EB2-41E3-9F8B-2B9813057495}" srcOrd="6" destOrd="0" parTransId="{0DD25493-D87C-4464-BCF2-BC4A32BD54A1}" sibTransId="{71438B20-6799-482A-AF06-C7A076937FAE}"/>
    <dgm:cxn modelId="{E7F8FBD2-47B4-4378-9F94-7F0E33623BE5}" type="presOf" srcId="{4086D1E3-7E30-4637-84D1-053F63155FB6}" destId="{B9431FE7-97A5-4D1E-A616-0353356E7A47}" srcOrd="1" destOrd="0" presId="urn:microsoft.com/office/officeart/2005/8/layout/process5"/>
    <dgm:cxn modelId="{D50273D5-6DEC-4225-9F69-AED84A5FC13D}" srcId="{FD87C7A9-2B68-44E3-A9BC-AD9D9E07D01D}" destId="{F850FC07-6196-4468-8F73-E9A8E361C3B1}" srcOrd="5" destOrd="0" parTransId="{CCF12A0E-38C8-489E-8CF2-B661294C7B61}" sibTransId="{8D739594-2FD2-4F06-BFA7-FAD39BAF9C07}"/>
    <dgm:cxn modelId="{6DE1CED9-BCEF-44A4-8119-06D642AC3A73}" type="presOf" srcId="{96379235-BC1F-4EE6-8F89-7B89394F4E5A}" destId="{3813DBA6-EECE-45EB-A44A-B5D71C61C35A}" srcOrd="0" destOrd="0" presId="urn:microsoft.com/office/officeart/2005/8/layout/process5"/>
    <dgm:cxn modelId="{32F220D8-D092-494C-89BA-CAA5831A35D7}" type="presParOf" srcId="{3A96AE40-462D-4640-AE5F-5AB93FC5456D}" destId="{56F41205-699A-4AC3-9C38-B1E49FF8D1B2}" srcOrd="0" destOrd="0" presId="urn:microsoft.com/office/officeart/2005/8/layout/process5"/>
    <dgm:cxn modelId="{3762F86B-0E22-410F-9930-9292B3B7709D}" type="presParOf" srcId="{3A96AE40-462D-4640-AE5F-5AB93FC5456D}" destId="{A9A46301-B785-489D-91C5-751AD00A7AF0}" srcOrd="1" destOrd="0" presId="urn:microsoft.com/office/officeart/2005/8/layout/process5"/>
    <dgm:cxn modelId="{D3891D09-5206-4DC2-898D-69021F3D4796}" type="presParOf" srcId="{A9A46301-B785-489D-91C5-751AD00A7AF0}" destId="{CB6798A8-BFF7-4444-BB4A-4D4331B83A9B}" srcOrd="0" destOrd="0" presId="urn:microsoft.com/office/officeart/2005/8/layout/process5"/>
    <dgm:cxn modelId="{E26D8E90-3D89-445F-86DA-CBEE6323E54B}" type="presParOf" srcId="{3A96AE40-462D-4640-AE5F-5AB93FC5456D}" destId="{1409A966-C608-41DC-8711-1A2D8ABA07A7}" srcOrd="2" destOrd="0" presId="urn:microsoft.com/office/officeart/2005/8/layout/process5"/>
    <dgm:cxn modelId="{76CC7533-4173-4408-907D-F4BF1D90DCF8}" type="presParOf" srcId="{3A96AE40-462D-4640-AE5F-5AB93FC5456D}" destId="{4C511746-5A06-4585-9C74-A36A2FE8E5F3}" srcOrd="3" destOrd="0" presId="urn:microsoft.com/office/officeart/2005/8/layout/process5"/>
    <dgm:cxn modelId="{C1A050E5-6213-4FE1-9EEF-A290CA76F421}" type="presParOf" srcId="{4C511746-5A06-4585-9C74-A36A2FE8E5F3}" destId="{B9431FE7-97A5-4D1E-A616-0353356E7A47}" srcOrd="0" destOrd="0" presId="urn:microsoft.com/office/officeart/2005/8/layout/process5"/>
    <dgm:cxn modelId="{E856CC11-62A8-4193-BCDB-BDB201310092}" type="presParOf" srcId="{3A96AE40-462D-4640-AE5F-5AB93FC5456D}" destId="{1CF20EAA-9629-4762-A6B9-011721B5938F}" srcOrd="4" destOrd="0" presId="urn:microsoft.com/office/officeart/2005/8/layout/process5"/>
    <dgm:cxn modelId="{2EB5E33B-A680-48AE-9A36-26A3C6BC0E81}" type="presParOf" srcId="{3A96AE40-462D-4640-AE5F-5AB93FC5456D}" destId="{1A684C3F-CD17-48F7-98A7-7189261CB988}" srcOrd="5" destOrd="0" presId="urn:microsoft.com/office/officeart/2005/8/layout/process5"/>
    <dgm:cxn modelId="{5B24F4B5-9539-4737-AC02-4601343732BF}" type="presParOf" srcId="{1A684C3F-CD17-48F7-98A7-7189261CB988}" destId="{035B3CED-2E3F-4F1D-9076-3D1D1CD6857A}" srcOrd="0" destOrd="0" presId="urn:microsoft.com/office/officeart/2005/8/layout/process5"/>
    <dgm:cxn modelId="{C14025C7-2BE5-4A8D-99DD-51EF2CCA678B}" type="presParOf" srcId="{3A96AE40-462D-4640-AE5F-5AB93FC5456D}" destId="{06D8A0A4-3D15-4DE7-8ECE-1A13C4E2CD92}" srcOrd="6" destOrd="0" presId="urn:microsoft.com/office/officeart/2005/8/layout/process5"/>
    <dgm:cxn modelId="{C31B7005-264B-4F81-A285-3B4B7A3286A1}" type="presParOf" srcId="{3A96AE40-462D-4640-AE5F-5AB93FC5456D}" destId="{6B673F2A-F093-4B33-A68A-19FEE633D625}" srcOrd="7" destOrd="0" presId="urn:microsoft.com/office/officeart/2005/8/layout/process5"/>
    <dgm:cxn modelId="{28CC48B7-5BC4-498F-893D-FB7C8A26DAF8}" type="presParOf" srcId="{6B673F2A-F093-4B33-A68A-19FEE633D625}" destId="{F68CAA03-A132-4CC8-8B2E-A5DAA47D1AB0}" srcOrd="0" destOrd="0" presId="urn:microsoft.com/office/officeart/2005/8/layout/process5"/>
    <dgm:cxn modelId="{E1078464-D5AF-4E13-B7BC-2931759254A0}" type="presParOf" srcId="{3A96AE40-462D-4640-AE5F-5AB93FC5456D}" destId="{3813DBA6-EECE-45EB-A44A-B5D71C61C35A}" srcOrd="8" destOrd="0" presId="urn:microsoft.com/office/officeart/2005/8/layout/process5"/>
    <dgm:cxn modelId="{6CA7C29E-CA91-4222-B436-944800BD0600}" type="presParOf" srcId="{3A96AE40-462D-4640-AE5F-5AB93FC5456D}" destId="{976DF7B0-EF33-4CD9-98F6-F6AC1772DACD}" srcOrd="9" destOrd="0" presId="urn:microsoft.com/office/officeart/2005/8/layout/process5"/>
    <dgm:cxn modelId="{E8005EA7-B7EA-4501-81CE-A52DCD98AA74}" type="presParOf" srcId="{976DF7B0-EF33-4CD9-98F6-F6AC1772DACD}" destId="{E366E65D-9895-469E-9BB3-205D4A039583}" srcOrd="0" destOrd="0" presId="urn:microsoft.com/office/officeart/2005/8/layout/process5"/>
    <dgm:cxn modelId="{75750C27-E5EE-474E-A77B-66BAE316659E}" type="presParOf" srcId="{3A96AE40-462D-4640-AE5F-5AB93FC5456D}" destId="{2B631D4E-6463-459D-84CB-69C384702572}" srcOrd="10" destOrd="0" presId="urn:microsoft.com/office/officeart/2005/8/layout/process5"/>
    <dgm:cxn modelId="{252C6484-DD5C-4772-9231-E72690173D6C}" type="presParOf" srcId="{3A96AE40-462D-4640-AE5F-5AB93FC5456D}" destId="{36E63F57-50A6-4943-8CE6-54B9EC72EC10}" srcOrd="11" destOrd="0" presId="urn:microsoft.com/office/officeart/2005/8/layout/process5"/>
    <dgm:cxn modelId="{AA3264BC-AE93-4F42-A374-D69E5BC70EF3}" type="presParOf" srcId="{36E63F57-50A6-4943-8CE6-54B9EC72EC10}" destId="{F7D072D5-1E4A-4CB8-A759-BCFBAF5880F7}" srcOrd="0" destOrd="0" presId="urn:microsoft.com/office/officeart/2005/8/layout/process5"/>
    <dgm:cxn modelId="{3EB69D4A-3C58-4D6F-BD45-AE80170773FE}" type="presParOf" srcId="{3A96AE40-462D-4640-AE5F-5AB93FC5456D}" destId="{69BC0D3B-9310-4E05-817C-7D164E085898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8A64BF-1506-49F5-AB14-10F4B7778999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s-AR"/>
        </a:p>
      </dgm:t>
    </dgm:pt>
    <mc:AlternateContent xmlns:mc="http://schemas.openxmlformats.org/markup-compatibility/2006" xmlns:a14="http://schemas.microsoft.com/office/drawing/2010/main">
      <mc:Choice Requires="a14">
        <dgm:pt modelId="{1797732C-1A71-4F2C-8B3F-3AE4D3B5B9CF}">
          <dgm:prSet phldrT="[Texto]" custT="1"/>
          <dgm:spPr/>
          <dgm:t>
            <a:bodyPr/>
            <a:lstStyle/>
            <a:p>
              <a:pPr/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Función </a:t>
              </a:r>
              <a14:m>
                <m:oMath xmlns:m="http://schemas.openxmlformats.org/officeDocument/2006/math">
                  <m:r>
                    <a:rPr lang="es-AR" sz="2000" b="0" i="1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ℱ</m:t>
                  </m:r>
                </m:oMath>
              </a14:m>
              <a:br>
                <a:rPr lang="es-AR" sz="2000" b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Cambria Math" panose="02040503050406030204" pitchFamily="18" charset="0"/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m:oMathPara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1797732C-1A71-4F2C-8B3F-3AE4D3B5B9CF}">
          <dgm:prSet phldrT="[Texto]" custT="1"/>
          <dgm:spPr/>
          <dgm:t>
            <a:bodyPr/>
            <a:lstStyle/>
            <a:p>
              <a:pPr/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Función 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ℱ</a:t>
              </a:r>
              <a:br>
                <a:rPr lang="es-AR" sz="2000" b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Cambria Math" panose="02040503050406030204" pitchFamily="18" charset="0"/>
                </a:rPr>
              </a:b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𝑓:𝑥→𝑦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E673C7EC-44AC-40A2-83A9-2399FB6A660C}" type="par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6DF294-1FF6-468F-B565-52CA9FDF90AC}" type="sib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60EB2FFA-618C-4C83-A636-23B4B3DE2A41}">
          <dgm:prSet phldrT="[Texto]" custT="1"/>
          <dgm:spPr/>
          <dgm:t>
            <a:bodyPr/>
            <a:lstStyle/>
            <a:p>
              <a:pPr/>
              <a: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de entrenamiento</a:t>
              </a:r>
              <a:b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AR" sz="18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180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AR" sz="18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AR" sz="1800" b="0" i="1" smtClean="0"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s-AR" sz="18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m:oMathPara>
              </a14:m>
              <a:endParaRPr lang="es-AR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60EB2FFA-618C-4C83-A636-23B4B3DE2A41}">
          <dgm:prSet phldrT="[Texto]" custT="1"/>
          <dgm:spPr/>
          <dgm:t>
            <a:bodyPr/>
            <a:lstStyle/>
            <a:p>
              <a:pPr/>
              <a: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de entrenamiento</a:t>
              </a:r>
              <a:br>
                <a:rPr lang="es-AR" sz="1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</a:br>
              <a:r>
                <a:rPr lang="es-AR" sz="180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{(</a:t>
              </a:r>
              <a:r>
                <a:rPr lang="es-AR" sz="18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𝑥_𝑖,𝑦_𝑖 )  </a:t>
              </a:r>
              <a:r>
                <a:rPr lang="es-AR" sz="18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∈𝑋×𝑌}</a:t>
              </a:r>
              <a:endParaRPr lang="es-AR" sz="1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D6084F0F-6DD7-4E5E-8CE9-CD784141C3BB}" type="par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0E6B02-1033-473B-B1D0-778140DA7332}" type="sib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B5CB34-4026-4F1E-AEB7-64B7B4632777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Aprendizaje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CE610F-9D87-4BAF-B4FC-CFD82524D3CE}" type="par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2AC66A7-08FF-470D-866C-47A152205680}" type="sib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8B33225-9ACB-4FB8-812B-C7387CE4FD44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Encontrar </a:t>
              </a:r>
              <a14:m>
                <m:oMath xmlns:m="http://schemas.openxmlformats.org/officeDocument/2006/math">
                  <m:f>
                    <m:fPr>
                      <m:type m:val="lin"/>
                      <m:ctrlP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fPr>
                    <m:num>
                      <m:acc>
                        <m:accPr>
                          <m:chr m:val="̂"/>
                          <m:ctrlPr>
                            <a:rPr lang="es-AR" sz="20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AR" sz="200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</m:num>
                    <m:den>
                      <m:sSub>
                        <m:sSubPr>
                          <m:ctrlP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acc>
                        <m:accPr>
                          <m:chr m:val="̂"/>
                          <m:ctrlP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AR" sz="20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AR" sz="20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</m:oMath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48B33225-9ACB-4FB8-812B-C7387CE4FD44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Encontrar 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〖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𝑓 ̂</a:t>
              </a:r>
              <a:r>
                <a:rPr lang="es-AR" sz="200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∈ℱ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〗∕〖𝑦_𝑖≈𝑓 ̂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(𝑥_𝑖)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a:t>〗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9C18A4BB-E473-4666-86FA-AEDC1039448D}" type="par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11ACD4-A922-49F8-8919-2F487515B11B}" type="sib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ACB4EA7-B743-4BDF-91C8-3DD827CA15D6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Predicción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04297D-E43F-4F9F-86BA-26091D61B74E}" type="par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FCCBBE-14D6-4FEA-9F33-CAE94BF85850}" type="sib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02CE66D0-7C0A-4BEE-B8C2-A78EEF902025}">
          <dgm:prSet phldrT="[Texto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s-AR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AR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sz="20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02CE66D0-7C0A-4BEE-B8C2-A78EEF902025}">
          <dgm:prSet phldrT="[Texto]" custT="1"/>
          <dgm:spPr/>
          <dgm:t>
            <a:bodyPr/>
            <a:lstStyle/>
            <a:p>
              <a:pPr/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𝑦=𝑓 ̂(𝑥)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C5CFB4C7-EC02-49D4-BE40-B278BEF81D9D}" type="par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6DF675-B0D6-4EFE-8884-79FAA2D03BDD}" type="sib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EDBE1663-915D-4894-B45F-BD065549FDE6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nuevos </a:t>
              </a:r>
              <a14:m>
                <m:oMath xmlns:m="http://schemas.openxmlformats.org/officeDocument/2006/math">
                  <m:r>
                    <a:rPr lang="es-AR" sz="2000" b="0" i="1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</a:rPr>
                    <m:t>𝑥</m:t>
                  </m:r>
                </m:oMath>
              </a14:m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Choice>
      <mc:Fallback xmlns="">
        <dgm:pt modelId="{EDBE1663-915D-4894-B45F-BD065549FDE6}">
          <dgm:prSet phldrT="[Texto]" custT="1"/>
          <dgm:spPr/>
          <dgm:t>
            <a:bodyPr/>
            <a:lstStyle/>
            <a:p>
              <a:r>
                <a:rPr lang="es-AR" sz="20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Datos nuevos </a:t>
              </a:r>
              <a:r>
                <a:rPr lang="es-AR" sz="2000" b="0" i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𝑥</a:t>
              </a:r>
              <a:endParaRPr lang="es-A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dgm:t>
        </dgm:pt>
      </mc:Fallback>
    </mc:AlternateContent>
    <dgm:pt modelId="{D23C7C18-9F5B-4324-8E86-19610BA4C410}" type="par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720370-69D5-4033-884B-743D6AFE3D5A}" type="sib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435EDD-8E68-424D-8611-590741A6409F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Separación del set de datos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4E0189A-05B5-463D-86FE-4D20E34157BA}" type="sib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12243D-BF18-4BAE-95D3-9950EBCEE5F8}" type="par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056170-DBBF-431B-A701-51B19CD7194E}" type="pres">
      <dgm:prSet presAssocID="{FE8A64BF-1506-49F5-AB14-10F4B7778999}" presName="Name0" presStyleCnt="0">
        <dgm:presLayoutVars>
          <dgm:dir/>
          <dgm:animLvl val="lvl"/>
          <dgm:resizeHandles val="exact"/>
        </dgm:presLayoutVars>
      </dgm:prSet>
      <dgm:spPr/>
    </dgm:pt>
    <dgm:pt modelId="{AE014C8C-4869-4B82-B35B-F9BAC99943D7}" type="pres">
      <dgm:prSet presAssocID="{7ACB4EA7-B743-4BDF-91C8-3DD827CA15D6}" presName="boxAndChildren" presStyleCnt="0"/>
      <dgm:spPr/>
    </dgm:pt>
    <dgm:pt modelId="{F663753A-437C-4918-A214-E0124D13B017}" type="pres">
      <dgm:prSet presAssocID="{7ACB4EA7-B743-4BDF-91C8-3DD827CA15D6}" presName="parentTextBox" presStyleLbl="node1" presStyleIdx="0" presStyleCnt="3"/>
      <dgm:spPr/>
    </dgm:pt>
    <dgm:pt modelId="{6082F83F-F82D-4D46-8B8E-49C8130539ED}" type="pres">
      <dgm:prSet presAssocID="{7ACB4EA7-B743-4BDF-91C8-3DD827CA15D6}" presName="entireBox" presStyleLbl="node1" presStyleIdx="0" presStyleCnt="3"/>
      <dgm:spPr/>
    </dgm:pt>
    <dgm:pt modelId="{301BC6F7-7D54-4C47-B174-8A8D42683B7A}" type="pres">
      <dgm:prSet presAssocID="{7ACB4EA7-B743-4BDF-91C8-3DD827CA15D6}" presName="descendantBox" presStyleCnt="0"/>
      <dgm:spPr/>
    </dgm:pt>
    <dgm:pt modelId="{D49AEADA-5DAF-453B-8BFD-B6ACD0C001A1}" type="pres">
      <dgm:prSet presAssocID="{02CE66D0-7C0A-4BEE-B8C2-A78EEF902025}" presName="childTextBox" presStyleLbl="fgAccFollowNode1" presStyleIdx="0" presStyleCnt="5">
        <dgm:presLayoutVars>
          <dgm:bulletEnabled val="1"/>
        </dgm:presLayoutVars>
      </dgm:prSet>
      <dgm:spPr/>
    </dgm:pt>
    <dgm:pt modelId="{D064F3E9-F100-44A4-BC5E-2D2B104B98D9}" type="pres">
      <dgm:prSet presAssocID="{EDBE1663-915D-4894-B45F-BD065549FDE6}" presName="childTextBox" presStyleLbl="fgAccFollowNode1" presStyleIdx="1" presStyleCnt="5">
        <dgm:presLayoutVars>
          <dgm:bulletEnabled val="1"/>
        </dgm:presLayoutVars>
      </dgm:prSet>
      <dgm:spPr/>
    </dgm:pt>
    <dgm:pt modelId="{996EB850-8FA8-48AE-9944-9C14764D2F7B}" type="pres">
      <dgm:prSet presAssocID="{C2AC66A7-08FF-470D-866C-47A152205680}" presName="sp" presStyleCnt="0"/>
      <dgm:spPr/>
    </dgm:pt>
    <dgm:pt modelId="{91EE806C-7C0C-4B35-AA98-121209A01602}" type="pres">
      <dgm:prSet presAssocID="{3AB5CB34-4026-4F1E-AEB7-64B7B4632777}" presName="arrowAndChildren" presStyleCnt="0"/>
      <dgm:spPr/>
    </dgm:pt>
    <dgm:pt modelId="{D9948CEC-9834-4E2D-9AA4-99C06ACF4A30}" type="pres">
      <dgm:prSet presAssocID="{3AB5CB34-4026-4F1E-AEB7-64B7B4632777}" presName="parentTextArrow" presStyleLbl="node1" presStyleIdx="0" presStyleCnt="3"/>
      <dgm:spPr/>
    </dgm:pt>
    <dgm:pt modelId="{0E211CA9-70FF-4233-92BB-BA9569307144}" type="pres">
      <dgm:prSet presAssocID="{3AB5CB34-4026-4F1E-AEB7-64B7B4632777}" presName="arrow" presStyleLbl="node1" presStyleIdx="1" presStyleCnt="3"/>
      <dgm:spPr/>
    </dgm:pt>
    <dgm:pt modelId="{D60DC907-5C29-40FF-A2F0-6C117513659A}" type="pres">
      <dgm:prSet presAssocID="{3AB5CB34-4026-4F1E-AEB7-64B7B4632777}" presName="descendantArrow" presStyleCnt="0"/>
      <dgm:spPr/>
    </dgm:pt>
    <dgm:pt modelId="{98850285-AABE-46DA-B33D-E02F42BFD86E}" type="pres">
      <dgm:prSet presAssocID="{48B33225-9ACB-4FB8-812B-C7387CE4FD44}" presName="childTextArrow" presStyleLbl="fgAccFollowNode1" presStyleIdx="2" presStyleCnt="5">
        <dgm:presLayoutVars>
          <dgm:bulletEnabled val="1"/>
        </dgm:presLayoutVars>
      </dgm:prSet>
      <dgm:spPr/>
    </dgm:pt>
    <dgm:pt modelId="{2982A8CB-721A-427D-8630-87CFC44510F8}" type="pres">
      <dgm:prSet presAssocID="{A4E0189A-05B5-463D-86FE-4D20E34157BA}" presName="sp" presStyleCnt="0"/>
      <dgm:spPr/>
    </dgm:pt>
    <dgm:pt modelId="{52E55EC0-93DF-49CE-80D6-C839FD7E5B08}" type="pres">
      <dgm:prSet presAssocID="{3F435EDD-8E68-424D-8611-590741A6409F}" presName="arrowAndChildren" presStyleCnt="0"/>
      <dgm:spPr/>
    </dgm:pt>
    <dgm:pt modelId="{AB61846B-F719-4FC9-ADF5-AD737086D6F9}" type="pres">
      <dgm:prSet presAssocID="{3F435EDD-8E68-424D-8611-590741A6409F}" presName="parentTextArrow" presStyleLbl="node1" presStyleIdx="1" presStyleCnt="3"/>
      <dgm:spPr/>
    </dgm:pt>
    <dgm:pt modelId="{C67C1679-798A-4ABE-A1DA-71D2BFBC3B26}" type="pres">
      <dgm:prSet presAssocID="{3F435EDD-8E68-424D-8611-590741A6409F}" presName="arrow" presStyleLbl="node1" presStyleIdx="2" presStyleCnt="3" custLinFactNeighborX="5" custLinFactNeighborY="3960"/>
      <dgm:spPr/>
    </dgm:pt>
    <dgm:pt modelId="{51110261-5485-42C4-ADB4-16C4F3A16278}" type="pres">
      <dgm:prSet presAssocID="{3F435EDD-8E68-424D-8611-590741A6409F}" presName="descendantArrow" presStyleCnt="0"/>
      <dgm:spPr/>
    </dgm:pt>
    <dgm:pt modelId="{495F5BD1-6D0C-45BF-AA39-1236454DA495}" type="pres">
      <dgm:prSet presAssocID="{1797732C-1A71-4F2C-8B3F-3AE4D3B5B9CF}" presName="childTextArrow" presStyleLbl="fgAccFollowNode1" presStyleIdx="3" presStyleCnt="5" custScaleY="144181">
        <dgm:presLayoutVars>
          <dgm:bulletEnabled val="1"/>
        </dgm:presLayoutVars>
      </dgm:prSet>
      <dgm:spPr/>
    </dgm:pt>
    <dgm:pt modelId="{962DD286-05B5-48CF-A287-5E12375C1171}" type="pres">
      <dgm:prSet presAssocID="{60EB2FFA-618C-4C83-A636-23B4B3DE2A41}" presName="childTextArrow" presStyleLbl="fgAccFollowNode1" presStyleIdx="4" presStyleCnt="5" custScaleY="144181">
        <dgm:presLayoutVars>
          <dgm:bulletEnabled val="1"/>
        </dgm:presLayoutVars>
      </dgm:prSet>
      <dgm:spPr/>
    </dgm:pt>
  </dgm:ptLst>
  <dgm:cxnLst>
    <dgm:cxn modelId="{3B4C5711-6295-4E59-9914-7A3A588544CB}" type="presOf" srcId="{7ACB4EA7-B743-4BDF-91C8-3DD827CA15D6}" destId="{6082F83F-F82D-4D46-8B8E-49C8130539ED}" srcOrd="1" destOrd="0" presId="urn:microsoft.com/office/officeart/2005/8/layout/process4"/>
    <dgm:cxn modelId="{EE8F2415-B899-4AE1-B50E-1CB828105224}" type="presOf" srcId="{02CE66D0-7C0A-4BEE-B8C2-A78EEF902025}" destId="{D49AEADA-5DAF-453B-8BFD-B6ACD0C001A1}" srcOrd="0" destOrd="0" presId="urn:microsoft.com/office/officeart/2005/8/layout/process4"/>
    <dgm:cxn modelId="{E828DE30-1308-4971-8B59-15727F874A5C}" type="presOf" srcId="{48B33225-9ACB-4FB8-812B-C7387CE4FD44}" destId="{98850285-AABE-46DA-B33D-E02F42BFD86E}" srcOrd="0" destOrd="0" presId="urn:microsoft.com/office/officeart/2005/8/layout/process4"/>
    <dgm:cxn modelId="{5458A645-477B-45C0-AF57-7169C28ACEEE}" type="presOf" srcId="{3F435EDD-8E68-424D-8611-590741A6409F}" destId="{AB61846B-F719-4FC9-ADF5-AD737086D6F9}" srcOrd="0" destOrd="0" presId="urn:microsoft.com/office/officeart/2005/8/layout/process4"/>
    <dgm:cxn modelId="{A4A50969-FE4B-44B2-92CD-3661940B7678}" type="presOf" srcId="{1797732C-1A71-4F2C-8B3F-3AE4D3B5B9CF}" destId="{495F5BD1-6D0C-45BF-AA39-1236454DA495}" srcOrd="0" destOrd="0" presId="urn:microsoft.com/office/officeart/2005/8/layout/process4"/>
    <dgm:cxn modelId="{572C047A-E611-448D-BDD2-42F9E7C5009E}" type="presOf" srcId="{EDBE1663-915D-4894-B45F-BD065549FDE6}" destId="{D064F3E9-F100-44A4-BC5E-2D2B104B98D9}" srcOrd="0" destOrd="0" presId="urn:microsoft.com/office/officeart/2005/8/layout/process4"/>
    <dgm:cxn modelId="{DE94927F-2851-4014-AFB5-0303F156990C}" srcId="{7ACB4EA7-B743-4BDF-91C8-3DD827CA15D6}" destId="{02CE66D0-7C0A-4BEE-B8C2-A78EEF902025}" srcOrd="0" destOrd="0" parTransId="{C5CFB4C7-EC02-49D4-BE40-B278BEF81D9D}" sibTransId="{ED6DF675-B0D6-4EFE-8884-79FAA2D03BDD}"/>
    <dgm:cxn modelId="{7024FB86-11C9-4EF2-B141-18F81AD9F41C}" srcId="{3F435EDD-8E68-424D-8611-590741A6409F}" destId="{1797732C-1A71-4F2C-8B3F-3AE4D3B5B9CF}" srcOrd="0" destOrd="0" parTransId="{E673C7EC-44AC-40A2-83A9-2399FB6A660C}" sibTransId="{456DF294-1FF6-468F-B565-52CA9FDF90AC}"/>
    <dgm:cxn modelId="{18126289-5360-495E-8BBE-C197C2DBD7AD}" srcId="{7ACB4EA7-B743-4BDF-91C8-3DD827CA15D6}" destId="{EDBE1663-915D-4894-B45F-BD065549FDE6}" srcOrd="1" destOrd="0" parTransId="{D23C7C18-9F5B-4324-8E86-19610BA4C410}" sibTransId="{13720370-69D5-4033-884B-743D6AFE3D5A}"/>
    <dgm:cxn modelId="{E19F669E-4FA4-41E6-89D7-C367BBC07969}" type="presOf" srcId="{3F435EDD-8E68-424D-8611-590741A6409F}" destId="{C67C1679-798A-4ABE-A1DA-71D2BFBC3B26}" srcOrd="1" destOrd="0" presId="urn:microsoft.com/office/officeart/2005/8/layout/process4"/>
    <dgm:cxn modelId="{6CDE24A0-922F-46AF-823E-40F6ED89093A}" srcId="{FE8A64BF-1506-49F5-AB14-10F4B7778999}" destId="{3AB5CB34-4026-4F1E-AEB7-64B7B4632777}" srcOrd="1" destOrd="0" parTransId="{E4CE610F-9D87-4BAF-B4FC-CFD82524D3CE}" sibTransId="{C2AC66A7-08FF-470D-866C-47A152205680}"/>
    <dgm:cxn modelId="{FDBD73A0-7C6C-4F09-AAA4-66451774E273}" type="presOf" srcId="{FE8A64BF-1506-49F5-AB14-10F4B7778999}" destId="{88056170-DBBF-431B-A701-51B19CD7194E}" srcOrd="0" destOrd="0" presId="urn:microsoft.com/office/officeart/2005/8/layout/process4"/>
    <dgm:cxn modelId="{2370EDAE-3A8A-4252-B961-3A097A782689}" srcId="{3AB5CB34-4026-4F1E-AEB7-64B7B4632777}" destId="{48B33225-9ACB-4FB8-812B-C7387CE4FD44}" srcOrd="0" destOrd="0" parTransId="{9C18A4BB-E473-4666-86FA-AEDC1039448D}" sibTransId="{FD11ACD4-A922-49F8-8919-2F487515B11B}"/>
    <dgm:cxn modelId="{0A165DCE-A2A7-45A0-A1B2-E95C3556AF50}" type="presOf" srcId="{3AB5CB34-4026-4F1E-AEB7-64B7B4632777}" destId="{D9948CEC-9834-4E2D-9AA4-99C06ACF4A30}" srcOrd="0" destOrd="0" presId="urn:microsoft.com/office/officeart/2005/8/layout/process4"/>
    <dgm:cxn modelId="{349360D4-D934-4789-9780-B9BA5F0F3D50}" type="presOf" srcId="{3AB5CB34-4026-4F1E-AEB7-64B7B4632777}" destId="{0E211CA9-70FF-4233-92BB-BA9569307144}" srcOrd="1" destOrd="0" presId="urn:microsoft.com/office/officeart/2005/8/layout/process4"/>
    <dgm:cxn modelId="{0CD311EC-CE0D-4137-ABE3-5AE4A606C2ED}" srcId="{FE8A64BF-1506-49F5-AB14-10F4B7778999}" destId="{3F435EDD-8E68-424D-8611-590741A6409F}" srcOrd="0" destOrd="0" parTransId="{5912243D-BF18-4BAE-95D3-9950EBCEE5F8}" sibTransId="{A4E0189A-05B5-463D-86FE-4D20E34157BA}"/>
    <dgm:cxn modelId="{70C18DEF-E935-4BEA-8CCA-849D2C1570B3}" srcId="{FE8A64BF-1506-49F5-AB14-10F4B7778999}" destId="{7ACB4EA7-B743-4BDF-91C8-3DD827CA15D6}" srcOrd="2" destOrd="0" parTransId="{DA04297D-E43F-4F9F-86BA-26091D61B74E}" sibTransId="{DFFCCBBE-14D6-4FEA-9F33-CAE94BF85850}"/>
    <dgm:cxn modelId="{8E92C3F3-D0A4-473B-9C65-65DBAFB8A612}" srcId="{3F435EDD-8E68-424D-8611-590741A6409F}" destId="{60EB2FFA-618C-4C83-A636-23B4B3DE2A41}" srcOrd="1" destOrd="0" parTransId="{D6084F0F-6DD7-4E5E-8CE9-CD784141C3BB}" sibTransId="{A20E6B02-1033-473B-B1D0-778140DA7332}"/>
    <dgm:cxn modelId="{1E2288F5-6CCD-49E1-B920-CBB247EFBDA2}" type="presOf" srcId="{7ACB4EA7-B743-4BDF-91C8-3DD827CA15D6}" destId="{F663753A-437C-4918-A214-E0124D13B017}" srcOrd="0" destOrd="0" presId="urn:microsoft.com/office/officeart/2005/8/layout/process4"/>
    <dgm:cxn modelId="{9E49EDF6-C9E4-4730-9272-FBC20F4BE1EC}" type="presOf" srcId="{60EB2FFA-618C-4C83-A636-23B4B3DE2A41}" destId="{962DD286-05B5-48CF-A287-5E12375C1171}" srcOrd="0" destOrd="0" presId="urn:microsoft.com/office/officeart/2005/8/layout/process4"/>
    <dgm:cxn modelId="{09957C6C-601A-4B29-A53E-81961862EE0B}" type="presParOf" srcId="{88056170-DBBF-431B-A701-51B19CD7194E}" destId="{AE014C8C-4869-4B82-B35B-F9BAC99943D7}" srcOrd="0" destOrd="0" presId="urn:microsoft.com/office/officeart/2005/8/layout/process4"/>
    <dgm:cxn modelId="{C5AB250A-9EAF-406A-B038-FF528718A85E}" type="presParOf" srcId="{AE014C8C-4869-4B82-B35B-F9BAC99943D7}" destId="{F663753A-437C-4918-A214-E0124D13B017}" srcOrd="0" destOrd="0" presId="urn:microsoft.com/office/officeart/2005/8/layout/process4"/>
    <dgm:cxn modelId="{71B5C8E3-F88C-4784-B46C-D90F5CAD6010}" type="presParOf" srcId="{AE014C8C-4869-4B82-B35B-F9BAC99943D7}" destId="{6082F83F-F82D-4D46-8B8E-49C8130539ED}" srcOrd="1" destOrd="0" presId="urn:microsoft.com/office/officeart/2005/8/layout/process4"/>
    <dgm:cxn modelId="{D536E06C-E3DA-482A-B740-C0DB5C2B60B4}" type="presParOf" srcId="{AE014C8C-4869-4B82-B35B-F9BAC99943D7}" destId="{301BC6F7-7D54-4C47-B174-8A8D42683B7A}" srcOrd="2" destOrd="0" presId="urn:microsoft.com/office/officeart/2005/8/layout/process4"/>
    <dgm:cxn modelId="{9624634F-EA68-446F-A21D-CA7605C546F6}" type="presParOf" srcId="{301BC6F7-7D54-4C47-B174-8A8D42683B7A}" destId="{D49AEADA-5DAF-453B-8BFD-B6ACD0C001A1}" srcOrd="0" destOrd="0" presId="urn:microsoft.com/office/officeart/2005/8/layout/process4"/>
    <dgm:cxn modelId="{674827B5-809C-4643-A9AA-4429B3A7BB71}" type="presParOf" srcId="{301BC6F7-7D54-4C47-B174-8A8D42683B7A}" destId="{D064F3E9-F100-44A4-BC5E-2D2B104B98D9}" srcOrd="1" destOrd="0" presId="urn:microsoft.com/office/officeart/2005/8/layout/process4"/>
    <dgm:cxn modelId="{7E6A0461-065D-4671-9188-C87755C4F085}" type="presParOf" srcId="{88056170-DBBF-431B-A701-51B19CD7194E}" destId="{996EB850-8FA8-48AE-9944-9C14764D2F7B}" srcOrd="1" destOrd="0" presId="urn:microsoft.com/office/officeart/2005/8/layout/process4"/>
    <dgm:cxn modelId="{C5BD2616-463E-4003-843E-45CB9B6D51EB}" type="presParOf" srcId="{88056170-DBBF-431B-A701-51B19CD7194E}" destId="{91EE806C-7C0C-4B35-AA98-121209A01602}" srcOrd="2" destOrd="0" presId="urn:microsoft.com/office/officeart/2005/8/layout/process4"/>
    <dgm:cxn modelId="{59F7EE85-7D87-4CED-8C14-4D75FA76C912}" type="presParOf" srcId="{91EE806C-7C0C-4B35-AA98-121209A01602}" destId="{D9948CEC-9834-4E2D-9AA4-99C06ACF4A30}" srcOrd="0" destOrd="0" presId="urn:microsoft.com/office/officeart/2005/8/layout/process4"/>
    <dgm:cxn modelId="{0B2559A7-F598-46BB-8F23-0905FEFC6270}" type="presParOf" srcId="{91EE806C-7C0C-4B35-AA98-121209A01602}" destId="{0E211CA9-70FF-4233-92BB-BA9569307144}" srcOrd="1" destOrd="0" presId="urn:microsoft.com/office/officeart/2005/8/layout/process4"/>
    <dgm:cxn modelId="{38845756-0638-4ECF-B385-987E886AB69D}" type="presParOf" srcId="{91EE806C-7C0C-4B35-AA98-121209A01602}" destId="{D60DC907-5C29-40FF-A2F0-6C117513659A}" srcOrd="2" destOrd="0" presId="urn:microsoft.com/office/officeart/2005/8/layout/process4"/>
    <dgm:cxn modelId="{B63C975A-8DA7-4DD3-818C-00F464DD3FFE}" type="presParOf" srcId="{D60DC907-5C29-40FF-A2F0-6C117513659A}" destId="{98850285-AABE-46DA-B33D-E02F42BFD86E}" srcOrd="0" destOrd="0" presId="urn:microsoft.com/office/officeart/2005/8/layout/process4"/>
    <dgm:cxn modelId="{A06D1057-4F0C-4EB4-8CEA-238D5D918001}" type="presParOf" srcId="{88056170-DBBF-431B-A701-51B19CD7194E}" destId="{2982A8CB-721A-427D-8630-87CFC44510F8}" srcOrd="3" destOrd="0" presId="urn:microsoft.com/office/officeart/2005/8/layout/process4"/>
    <dgm:cxn modelId="{115726CE-17C5-4843-B113-DEDE2458AEED}" type="presParOf" srcId="{88056170-DBBF-431B-A701-51B19CD7194E}" destId="{52E55EC0-93DF-49CE-80D6-C839FD7E5B08}" srcOrd="4" destOrd="0" presId="urn:microsoft.com/office/officeart/2005/8/layout/process4"/>
    <dgm:cxn modelId="{FA0497D7-1E43-42D4-BA30-977754604310}" type="presParOf" srcId="{52E55EC0-93DF-49CE-80D6-C839FD7E5B08}" destId="{AB61846B-F719-4FC9-ADF5-AD737086D6F9}" srcOrd="0" destOrd="0" presId="urn:microsoft.com/office/officeart/2005/8/layout/process4"/>
    <dgm:cxn modelId="{49DDA4D7-C4DD-4889-8C45-56667ACD0E29}" type="presParOf" srcId="{52E55EC0-93DF-49CE-80D6-C839FD7E5B08}" destId="{C67C1679-798A-4ABE-A1DA-71D2BFBC3B26}" srcOrd="1" destOrd="0" presId="urn:microsoft.com/office/officeart/2005/8/layout/process4"/>
    <dgm:cxn modelId="{8512E213-A80D-4778-B177-03558C9BCA84}" type="presParOf" srcId="{52E55EC0-93DF-49CE-80D6-C839FD7E5B08}" destId="{51110261-5485-42C4-ADB4-16C4F3A16278}" srcOrd="2" destOrd="0" presId="urn:microsoft.com/office/officeart/2005/8/layout/process4"/>
    <dgm:cxn modelId="{C7E579A0-B4E8-4E26-9D41-01D060D09939}" type="presParOf" srcId="{51110261-5485-42C4-ADB4-16C4F3A16278}" destId="{495F5BD1-6D0C-45BF-AA39-1236454DA495}" srcOrd="0" destOrd="0" presId="urn:microsoft.com/office/officeart/2005/8/layout/process4"/>
    <dgm:cxn modelId="{98A5B8F0-51F0-4BEE-A993-B92F357CA9E1}" type="presParOf" srcId="{51110261-5485-42C4-ADB4-16C4F3A16278}" destId="{962DD286-05B5-48CF-A287-5E12375C117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6BF647-BC7A-4F06-8ECC-FE4218628862}" type="doc">
      <dgm:prSet loTypeId="urn:microsoft.com/office/officeart/2005/8/layout/chart3" loCatId="relationship" qsTypeId="urn:microsoft.com/office/officeart/2005/8/quickstyle/3d1" qsCatId="3D" csTypeId="urn:microsoft.com/office/officeart/2005/8/colors/colorful2" csCatId="colorful" phldr="1"/>
      <dgm:spPr/>
    </dgm:pt>
    <dgm:pt modelId="{FE9B6B95-2B99-4196-AD34-D9F9F1707861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Entrena-miento</a:t>
          </a:r>
          <a:endParaRPr lang="es-AR" sz="1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47327A-1EA6-4FF9-96BA-EC4DC4F70739}" type="parTrans" cxnId="{ECD0CF87-AAC7-43FF-AB9D-734BB0BB269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73B8D4-51D5-4309-AAD4-FBA133C222ED}" type="sibTrans" cxnId="{ECD0CF87-AAC7-43FF-AB9D-734BB0BB269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3D4EF2-0334-49CE-A81A-E78D3E0BA3E6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Validación</a:t>
          </a:r>
          <a:endParaRPr lang="es-AR" sz="1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0CE29D8-C8AB-447A-8B0A-51D87EEC5930}" type="parTrans" cxnId="{918ABCB4-B5CB-4D8F-B3D6-865ECF4F53A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5C51F1-2E74-4369-9757-B524C81CE4D7}" type="sibTrans" cxnId="{918ABCB4-B5CB-4D8F-B3D6-865ECF4F53A5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A705D66-E060-4082-92B5-C526108103B1}">
      <dgm:prSet phldrT="[Texto]" custT="1"/>
      <dgm:spPr/>
      <dgm:t>
        <a:bodyPr/>
        <a:lstStyle/>
        <a:p>
          <a:r>
            <a:rPr lang="es-E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Evaluación</a:t>
          </a:r>
          <a:endParaRPr lang="es-AR" sz="18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1ED24DE-5794-4FD8-B05F-0BC263D5B5F5}" type="parTrans" cxnId="{27D2677D-E539-4166-B621-733E6F66BFF3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AED64DE-6C13-4670-9179-A23CA5D2782B}" type="sibTrans" cxnId="{27D2677D-E539-4166-B621-733E6F66BFF3}">
      <dgm:prSet/>
      <dgm:spPr/>
      <dgm:t>
        <a:bodyPr/>
        <a:lstStyle/>
        <a:p>
          <a:endParaRPr lang="es-AR" sz="40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2B4F62-FD2B-4208-B549-879430D8767A}" type="pres">
      <dgm:prSet presAssocID="{076BF647-BC7A-4F06-8ECC-FE4218628862}" presName="compositeShape" presStyleCnt="0">
        <dgm:presLayoutVars>
          <dgm:chMax val="7"/>
          <dgm:dir/>
          <dgm:resizeHandles val="exact"/>
        </dgm:presLayoutVars>
      </dgm:prSet>
      <dgm:spPr/>
    </dgm:pt>
    <dgm:pt modelId="{193890E1-FEF3-4BBD-8409-D2D2CB640813}" type="pres">
      <dgm:prSet presAssocID="{076BF647-BC7A-4F06-8ECC-FE4218628862}" presName="wedge1" presStyleLbl="node1" presStyleIdx="0" presStyleCnt="3" custScaleX="118263" custScaleY="119047" custLinFactNeighborX="-8620" custLinFactNeighborY="1488"/>
      <dgm:spPr/>
    </dgm:pt>
    <dgm:pt modelId="{3E3963D0-BF68-45BA-8EC9-4806AC3B6A2C}" type="pres">
      <dgm:prSet presAssocID="{076BF647-BC7A-4F06-8ECC-FE4218628862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BE6C249-5566-4E97-AF95-1FA92C48B1EA}" type="pres">
      <dgm:prSet presAssocID="{076BF647-BC7A-4F06-8ECC-FE4218628862}" presName="wedge2" presStyleLbl="node1" presStyleIdx="1" presStyleCnt="3" custScaleX="118263" custScaleY="119047" custLinFactNeighborX="-3465" custLinFactNeighborY="-1488"/>
      <dgm:spPr/>
    </dgm:pt>
    <dgm:pt modelId="{E8740B3F-AC2C-4B46-B5B8-861DA8FD322D}" type="pres">
      <dgm:prSet presAssocID="{076BF647-BC7A-4F06-8ECC-FE4218628862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5EB9188-47E4-4C78-B7DA-FA4F6958DD37}" type="pres">
      <dgm:prSet presAssocID="{076BF647-BC7A-4F06-8ECC-FE4218628862}" presName="wedge3" presStyleLbl="node1" presStyleIdx="2" presStyleCnt="3" custScaleX="118263" custScaleY="119047" custLinFactNeighborX="-3465" custLinFactNeighborY="-1488"/>
      <dgm:spPr/>
    </dgm:pt>
    <dgm:pt modelId="{3EB0BCB5-6EE9-4366-81A9-6C0157986A0E}" type="pres">
      <dgm:prSet presAssocID="{076BF647-BC7A-4F06-8ECC-FE4218628862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5508D845-8907-4465-B2BB-C6002F5F3170}" type="presOf" srcId="{4D3D4EF2-0334-49CE-A81A-E78D3E0BA3E6}" destId="{EBE6C249-5566-4E97-AF95-1FA92C48B1EA}" srcOrd="0" destOrd="0" presId="urn:microsoft.com/office/officeart/2005/8/layout/chart3"/>
    <dgm:cxn modelId="{A5C30555-183C-4827-B17B-C8EB0FCAE824}" type="presOf" srcId="{4D3D4EF2-0334-49CE-A81A-E78D3E0BA3E6}" destId="{E8740B3F-AC2C-4B46-B5B8-861DA8FD322D}" srcOrd="1" destOrd="0" presId="urn:microsoft.com/office/officeart/2005/8/layout/chart3"/>
    <dgm:cxn modelId="{27D2677D-E539-4166-B621-733E6F66BFF3}" srcId="{076BF647-BC7A-4F06-8ECC-FE4218628862}" destId="{AA705D66-E060-4082-92B5-C526108103B1}" srcOrd="2" destOrd="0" parTransId="{E1ED24DE-5794-4FD8-B05F-0BC263D5B5F5}" sibTransId="{5AED64DE-6C13-4670-9179-A23CA5D2782B}"/>
    <dgm:cxn modelId="{ECD0CF87-AAC7-43FF-AB9D-734BB0BB2695}" srcId="{076BF647-BC7A-4F06-8ECC-FE4218628862}" destId="{FE9B6B95-2B99-4196-AD34-D9F9F1707861}" srcOrd="0" destOrd="0" parTransId="{4247327A-1EA6-4FF9-96BA-EC4DC4F70739}" sibTransId="{7673B8D4-51D5-4309-AAD4-FBA133C222ED}"/>
    <dgm:cxn modelId="{918ABCB4-B5CB-4D8F-B3D6-865ECF4F53A5}" srcId="{076BF647-BC7A-4F06-8ECC-FE4218628862}" destId="{4D3D4EF2-0334-49CE-A81A-E78D3E0BA3E6}" srcOrd="1" destOrd="0" parTransId="{30CE29D8-C8AB-447A-8B0A-51D87EEC5930}" sibTransId="{495C51F1-2E74-4369-9757-B524C81CE4D7}"/>
    <dgm:cxn modelId="{F6C1D8BA-0E80-419E-A09D-786035809B0A}" type="presOf" srcId="{AA705D66-E060-4082-92B5-C526108103B1}" destId="{45EB9188-47E4-4C78-B7DA-FA4F6958DD37}" srcOrd="0" destOrd="0" presId="urn:microsoft.com/office/officeart/2005/8/layout/chart3"/>
    <dgm:cxn modelId="{3E5CD5E7-AF81-4B52-B263-757267D57284}" type="presOf" srcId="{076BF647-BC7A-4F06-8ECC-FE4218628862}" destId="{932B4F62-FD2B-4208-B549-879430D8767A}" srcOrd="0" destOrd="0" presId="urn:microsoft.com/office/officeart/2005/8/layout/chart3"/>
    <dgm:cxn modelId="{10F794E8-DC3E-4D0D-9449-C80D5728EE05}" type="presOf" srcId="{FE9B6B95-2B99-4196-AD34-D9F9F1707861}" destId="{3E3963D0-BF68-45BA-8EC9-4806AC3B6A2C}" srcOrd="1" destOrd="0" presId="urn:microsoft.com/office/officeart/2005/8/layout/chart3"/>
    <dgm:cxn modelId="{B29238EA-BF1A-4051-9721-82A0B50046C5}" type="presOf" srcId="{FE9B6B95-2B99-4196-AD34-D9F9F1707861}" destId="{193890E1-FEF3-4BBD-8409-D2D2CB640813}" srcOrd="0" destOrd="0" presId="urn:microsoft.com/office/officeart/2005/8/layout/chart3"/>
    <dgm:cxn modelId="{98CB9BEA-7313-4212-8D88-F75652711191}" type="presOf" srcId="{AA705D66-E060-4082-92B5-C526108103B1}" destId="{3EB0BCB5-6EE9-4366-81A9-6C0157986A0E}" srcOrd="1" destOrd="0" presId="urn:microsoft.com/office/officeart/2005/8/layout/chart3"/>
    <dgm:cxn modelId="{66B5AE57-D6A5-4FDE-B2C0-824193F0B50D}" type="presParOf" srcId="{932B4F62-FD2B-4208-B549-879430D8767A}" destId="{193890E1-FEF3-4BBD-8409-D2D2CB640813}" srcOrd="0" destOrd="0" presId="urn:microsoft.com/office/officeart/2005/8/layout/chart3"/>
    <dgm:cxn modelId="{7D66B187-39C7-4C70-915F-F4859D2AEBF3}" type="presParOf" srcId="{932B4F62-FD2B-4208-B549-879430D8767A}" destId="{3E3963D0-BF68-45BA-8EC9-4806AC3B6A2C}" srcOrd="1" destOrd="0" presId="urn:microsoft.com/office/officeart/2005/8/layout/chart3"/>
    <dgm:cxn modelId="{8F770CFF-C7AF-4282-81D8-C5A7A96199FF}" type="presParOf" srcId="{932B4F62-FD2B-4208-B549-879430D8767A}" destId="{EBE6C249-5566-4E97-AF95-1FA92C48B1EA}" srcOrd="2" destOrd="0" presId="urn:microsoft.com/office/officeart/2005/8/layout/chart3"/>
    <dgm:cxn modelId="{0CF9A3B2-5D59-4BF9-92B1-5F3F9314DDFD}" type="presParOf" srcId="{932B4F62-FD2B-4208-B549-879430D8767A}" destId="{E8740B3F-AC2C-4B46-B5B8-861DA8FD322D}" srcOrd="3" destOrd="0" presId="urn:microsoft.com/office/officeart/2005/8/layout/chart3"/>
    <dgm:cxn modelId="{941B9E37-686F-4FE6-A51E-30B385044613}" type="presParOf" srcId="{932B4F62-FD2B-4208-B549-879430D8767A}" destId="{45EB9188-47E4-4C78-B7DA-FA4F6958DD37}" srcOrd="4" destOrd="0" presId="urn:microsoft.com/office/officeart/2005/8/layout/chart3"/>
    <dgm:cxn modelId="{509FDEA0-2C0E-4991-9208-310E8F232AD9}" type="presParOf" srcId="{932B4F62-FD2B-4208-B549-879430D8767A}" destId="{3EB0BCB5-6EE9-4366-81A9-6C0157986A0E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FF4AC9-088E-4E90-9F2A-A8577FF75E2F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D5397B7-C409-4D33-97D6-58C89BD2C5A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Entrada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C2C40A-C76E-4CAE-ABE7-5006F71B31CE}" type="parTrans" cxnId="{81D10259-1BD4-4521-9253-C3B05AC406FD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AA8646-AAE1-45B7-BDE6-C786662910F5}" type="sibTrans" cxnId="{81D10259-1BD4-4521-9253-C3B05AC406FD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DCB248-787E-4DF5-A64A-CA05EB81BA2E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Algoritmo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D67D4C-38B8-455D-8B23-B1BFBD40A8B5}" type="parTrans" cxnId="{019BFB87-5B29-4130-B1ED-22022BEF8BE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204B42-156F-4C3C-BF0F-AAC649D7A185}" type="sibTrans" cxnId="{019BFB87-5B29-4130-B1ED-22022BEF8BE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526254-243F-4A34-A88E-EA4C58616DF8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C0EDCE-4CAB-460A-9621-937AB9D1E192}" type="parTrans" cxnId="{0DA350A0-BA75-44A5-818F-75AE3CBB0D3E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C79A9B-0ED4-4309-A00A-FEF922E94771}" type="sibTrans" cxnId="{0DA350A0-BA75-44A5-818F-75AE3CBB0D3E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3B1AEA-3B27-4ED8-8DF6-199677DF5FB9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Comparo salidas real y obtenida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8D71A3-79E8-4A9D-88D7-F5184D46DBFF}" type="parTrans" cxnId="{B91CC982-069A-46FC-8AB0-4DA1DA3FD603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4F43EC-BD58-428A-ACBD-2C2FA670F170}" type="sibTrans" cxnId="{B91CC982-069A-46FC-8AB0-4DA1DA3FD603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CBDE30-E1B5-4EFD-9E7D-7FD55AA4801E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Sólo se actualiza cuando se comete un error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B01242-EC89-476A-BA62-64FD06E420FE}" type="parTrans" cxnId="{E4268BD5-82AE-4E71-9C4C-456C01D9AE9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60E3BB-E75D-49E2-B326-6D7CBE536F2F}" type="sibTrans" cxnId="{E4268BD5-82AE-4E71-9C4C-456C01D9AE9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8945CB-0656-42B4-BCAD-2360AEE0847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Conjunto de entrenamiento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18CF44-6BB2-4F5E-A2C6-10F2BC4487ED}" type="par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6D174-8C03-4AD0-9EE6-FC385828D0DA}" type="sib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8D91E8-6245-4056-B5CE-E921480D555A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 de aprendizaje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8C2A4A-9A9D-4EAB-880C-847B563052FC}" type="par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C9B1D3-0824-429A-9315-0F1CE7238A6D}" type="sib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EC9205-CBF8-4253-93F6-86BFAEA2A017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Inicializar los pesos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B8CEEF-47D5-46AE-9BBD-FF105CC329DB}" type="par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CE9487-82B3-4BFC-B922-04EF7387895E}" type="sib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991B819-FA9F-4730-9EAD-8D4E5775CE55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 cada ejemplo </a:t>
              </a:r>
              <a14:m>
                <m:oMath xmlns:m="http://schemas.openxmlformats.org/officeDocument/2006/math">
                  <m:d>
                    <m:d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e>
                  </m:d>
                </m:oMath>
              </a14:m>
              <a:r>
                <a:rPr lang="es-AR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predecir </a:t>
              </a:r>
              <a14:m>
                <m:oMath xmlns:m="http://schemas.openxmlformats.org/officeDocument/2006/math">
                  <m:sSubSup>
                    <m:sSub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b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=</m:t>
                  </m:r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𝒔𝒊𝒈𝒏𝒐</m:t>
                  </m:r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(</m:t>
                  </m:r>
                  <m:sSup>
                    <m:s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p>
                  <m:sSub>
                    <m:sSub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+</m:t>
                  </m:r>
                  <m:sSub>
                    <m:sSub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sub>
                  </m:sSub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)</m:t>
                  </m:r>
                </m:oMath>
              </a14:m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C991B819-FA9F-4730-9EAD-8D4E5775CE55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 cada ejemplo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(𝒙_𝒊,𝒚_𝒊 )</a:t>
              </a:r>
              <a:r>
                <a:rPr lang="es-AR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predecir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𝒚_𝒊^𝒕=𝒔𝒊𝒈𝒏𝒐(𝝎^𝒕 𝒙_𝒊+𝝎_𝟎)</a:t>
              </a:r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8E5FF856-73DD-43C6-942E-AE329D45F5A0}" type="par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EBEA02-D485-4E28-A945-BDA3784EE041}" type="sib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894B61D7-93FA-4A88-A063-316BF2504F18}">
          <dgm:prSet phldrT="[Texto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p>
                      <m:sSupPr>
                        <m:ctrlPr>
                          <a:rPr lang="es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p>
                        <m:r>
                          <a:rPr lang="es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p>
                    </m:sSup>
                    <m:r>
                      <a:rPr lang="es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 </m:t>
                    </m:r>
                    <m:r>
                      <a:rPr lang="es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ℝ</m:t>
                    </m:r>
                  </m:oMath>
                </m:oMathPara>
              </a14:m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894B61D7-93FA-4A88-A063-316BF2504F18}">
          <dgm:prSet phldrT="[Texto]" custT="1"/>
          <dgm:spPr/>
          <dgm:t>
            <a:bodyPr/>
            <a:lstStyle/>
            <a:p>
              <a:pPr/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𝝎^𝟎∈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ℝ</a:t>
              </a:r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55CAF043-16F0-42B6-9153-1F000EE5C13A}" type="par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4BDCC1-2866-461D-9442-448248895631}" type="sib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105E023-8E1F-4D35-9F2C-7336EC209BAD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 </a:t>
              </a:r>
              <a14:m>
                <m:oMath xmlns:m="http://schemas.openxmlformats.org/officeDocument/2006/math">
                  <m:sSubSup>
                    <m:sSub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b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≠</m:t>
                  </m:r>
                  <m:sSub>
                    <m:sSub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∴</m:t>
                  </m:r>
                  <m:sSup>
                    <m:s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sup>
                  </m:s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←</m:t>
                  </m:r>
                  <m:sSup>
                    <m:sSup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pPr>
                    <m:e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</m:e>
                    <m:sup>
                      <m: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</m:sup>
                  </m:sSup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+</m:t>
                  </m:r>
                  <m:r>
                    <a:rPr lang="es-US" sz="2000" b="1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𝒓</m:t>
                  </m:r>
                  <m:d>
                    <m:dPr>
                      <m:ctrlPr>
                        <a:rPr lang="es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e>
                  </m:d>
                </m:oMath>
              </a14:m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Choice>
      <mc:Fallback xmlns="">
        <dgm:pt modelId="{3105E023-8E1F-4D35-9F2C-7336EC209BAD}">
          <dgm:prSet phldrT="[Texto]" custT="1"/>
          <dgm:spPr/>
          <dgm:t>
            <a:bodyPr/>
            <a:lstStyle/>
            <a:p>
              <a:r>
                <a:rPr lang="es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 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𝒚_𝒊^𝒕</a:t>
              </a:r>
              <a:r>
                <a:rPr lang="es-US" sz="2000" b="1" i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≠𝒚_𝒊∴𝝎^(𝒕+𝟏)←𝝎^𝒕+𝒓(𝒚_𝒊 𝒙_𝒊 )</a:t>
              </a:r>
              <a:endParaRPr lang="es-A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dgm:t>
        </dgm:pt>
      </mc:Fallback>
    </mc:AlternateContent>
    <dgm:pt modelId="{87964481-6B63-4FE3-B509-E26449DFE716}" type="par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8BB529-E072-4A0C-901C-6F35DC5F47C2}" type="sib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EEBDF6-FACF-4189-B113-6A280238D09C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se han actualizado algunos pesos se vuelve a “Proceso”, si no, se finaliza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538859-C145-48FA-9B22-73D7FB693667}" type="par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FF10EF-129B-467A-9F53-7E0BC3B4A1F7}" type="sib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ADD1E8-E7D7-4B4B-B961-EE97032DA9DA}" type="pres">
      <dgm:prSet presAssocID="{C3FF4AC9-088E-4E90-9F2A-A8577FF75E2F}" presName="diagram" presStyleCnt="0">
        <dgm:presLayoutVars>
          <dgm:dir/>
          <dgm:resizeHandles val="exact"/>
        </dgm:presLayoutVars>
      </dgm:prSet>
      <dgm:spPr/>
    </dgm:pt>
    <dgm:pt modelId="{21F14B65-EE2B-4E39-9E00-0683F2DC310B}" type="pres">
      <dgm:prSet presAssocID="{CD5397B7-C409-4D33-97D6-58C89BD2C5AF}" presName="node" presStyleLbl="node1" presStyleIdx="0" presStyleCnt="6" custScaleX="211176" custScaleY="241448">
        <dgm:presLayoutVars>
          <dgm:bulletEnabled val="1"/>
        </dgm:presLayoutVars>
      </dgm:prSet>
      <dgm:spPr/>
    </dgm:pt>
    <dgm:pt modelId="{8AC9F4F6-72A2-4079-B0AB-647E1E0CE31D}" type="pres">
      <dgm:prSet presAssocID="{5AAA8646-AAE1-45B7-BDE6-C786662910F5}" presName="sibTrans" presStyleLbl="sibTrans2D1" presStyleIdx="0" presStyleCnt="5"/>
      <dgm:spPr/>
    </dgm:pt>
    <dgm:pt modelId="{EBD16EC5-CA38-4BFB-95F1-F79E66DFAC8D}" type="pres">
      <dgm:prSet presAssocID="{5AAA8646-AAE1-45B7-BDE6-C786662910F5}" presName="connectorText" presStyleLbl="sibTrans2D1" presStyleIdx="0" presStyleCnt="5"/>
      <dgm:spPr/>
    </dgm:pt>
    <dgm:pt modelId="{4345CB63-140B-4AE4-A259-43A8590AC034}" type="pres">
      <dgm:prSet presAssocID="{13DCB248-787E-4DF5-A64A-CA05EB81BA2E}" presName="node" presStyleLbl="node1" presStyleIdx="1" presStyleCnt="6" custScaleX="211176" custScaleY="241448">
        <dgm:presLayoutVars>
          <dgm:bulletEnabled val="1"/>
        </dgm:presLayoutVars>
      </dgm:prSet>
      <dgm:spPr/>
    </dgm:pt>
    <dgm:pt modelId="{937C3DA7-EFE2-4C01-AB2F-1BD28F88CE52}" type="pres">
      <dgm:prSet presAssocID="{FF204B42-156F-4C3C-BF0F-AAC649D7A185}" presName="sibTrans" presStyleLbl="sibTrans2D1" presStyleIdx="1" presStyleCnt="5"/>
      <dgm:spPr/>
    </dgm:pt>
    <dgm:pt modelId="{F669B333-A86C-4D94-A6BE-0461ED529DAE}" type="pres">
      <dgm:prSet presAssocID="{FF204B42-156F-4C3C-BF0F-AAC649D7A185}" presName="connectorText" presStyleLbl="sibTrans2D1" presStyleIdx="1" presStyleCnt="5"/>
      <dgm:spPr/>
    </dgm:pt>
    <dgm:pt modelId="{1101B247-0762-4BB4-BF9E-C2B4FEED3BE5}" type="pres">
      <dgm:prSet presAssocID="{DB526254-243F-4A34-A88E-EA4C58616DF8}" presName="node" presStyleLbl="node1" presStyleIdx="2" presStyleCnt="6" custScaleX="238973" custScaleY="241448">
        <dgm:presLayoutVars>
          <dgm:bulletEnabled val="1"/>
        </dgm:presLayoutVars>
      </dgm:prSet>
      <dgm:spPr/>
    </dgm:pt>
    <dgm:pt modelId="{7BCE0AAF-5EC0-4DC2-9C61-181A8113A950}" type="pres">
      <dgm:prSet presAssocID="{52C79A9B-0ED4-4309-A00A-FEF922E94771}" presName="sibTrans" presStyleLbl="sibTrans2D1" presStyleIdx="2" presStyleCnt="5"/>
      <dgm:spPr/>
    </dgm:pt>
    <dgm:pt modelId="{F28E2FB4-2973-47F4-825D-AA4E159F2C40}" type="pres">
      <dgm:prSet presAssocID="{52C79A9B-0ED4-4309-A00A-FEF922E94771}" presName="connectorText" presStyleLbl="sibTrans2D1" presStyleIdx="2" presStyleCnt="5"/>
      <dgm:spPr/>
    </dgm:pt>
    <dgm:pt modelId="{1A077147-BA48-4308-962A-837858A2F5EF}" type="pres">
      <dgm:prSet presAssocID="{C93B1AEA-3B27-4ED8-8DF6-199677DF5FB9}" presName="node" presStyleLbl="node1" presStyleIdx="3" presStyleCnt="6" custScaleX="211176" custScaleY="241448">
        <dgm:presLayoutVars>
          <dgm:bulletEnabled val="1"/>
        </dgm:presLayoutVars>
      </dgm:prSet>
      <dgm:spPr/>
    </dgm:pt>
    <dgm:pt modelId="{8C8347B6-BE12-463C-B801-E62302D8E7A6}" type="pres">
      <dgm:prSet presAssocID="{AA4F43EC-BD58-428A-ACBD-2C2FA670F170}" presName="sibTrans" presStyleLbl="sibTrans2D1" presStyleIdx="3" presStyleCnt="5"/>
      <dgm:spPr/>
    </dgm:pt>
    <dgm:pt modelId="{4F8D911C-D335-48FD-A962-9E28295C5A1E}" type="pres">
      <dgm:prSet presAssocID="{AA4F43EC-BD58-428A-ACBD-2C2FA670F170}" presName="connectorText" presStyleLbl="sibTrans2D1" presStyleIdx="3" presStyleCnt="5"/>
      <dgm:spPr/>
    </dgm:pt>
    <dgm:pt modelId="{54B5EC1D-05F3-4534-A53D-15F232B1A00D}" type="pres">
      <dgm:prSet presAssocID="{49CBDE30-E1B5-4EFD-9E7D-7FD55AA4801E}" presName="node" presStyleLbl="node1" presStyleIdx="4" presStyleCnt="6" custScaleX="211176" custScaleY="241448">
        <dgm:presLayoutVars>
          <dgm:bulletEnabled val="1"/>
        </dgm:presLayoutVars>
      </dgm:prSet>
      <dgm:spPr/>
    </dgm:pt>
    <dgm:pt modelId="{8E89A849-C2BC-4240-B112-B7C3958DF1C6}" type="pres">
      <dgm:prSet presAssocID="{3460E3BB-E75D-49E2-B326-6D7CBE536F2F}" presName="sibTrans" presStyleLbl="sibTrans2D1" presStyleIdx="4" presStyleCnt="5"/>
      <dgm:spPr/>
    </dgm:pt>
    <dgm:pt modelId="{D6309269-3BDF-4FD5-AB7B-4DD750721878}" type="pres">
      <dgm:prSet presAssocID="{3460E3BB-E75D-49E2-B326-6D7CBE536F2F}" presName="connectorText" presStyleLbl="sibTrans2D1" presStyleIdx="4" presStyleCnt="5"/>
      <dgm:spPr/>
    </dgm:pt>
    <dgm:pt modelId="{CB41D332-2C50-42A8-8DA1-716DA0C9433A}" type="pres">
      <dgm:prSet presAssocID="{8DEEBDF6-FACF-4189-B113-6A280238D09C}" presName="node" presStyleLbl="node1" presStyleIdx="5" presStyleCnt="6" custScaleX="211054" custScaleY="215804">
        <dgm:presLayoutVars>
          <dgm:bulletEnabled val="1"/>
        </dgm:presLayoutVars>
      </dgm:prSet>
      <dgm:spPr/>
    </dgm:pt>
  </dgm:ptLst>
  <dgm:cxnLst>
    <dgm:cxn modelId="{B126A415-C864-40E8-8382-2E496395D8EB}" srcId="{CD5397B7-C409-4D33-97D6-58C89BD2C5AF}" destId="{7E8945CB-0656-42B4-BCAD-2360AEE0847F}" srcOrd="0" destOrd="0" parTransId="{8B18CF44-6BB2-4F5E-A2C6-10F2BC4487ED}" sibTransId="{6396D174-8C03-4AD0-9EE6-FC385828D0DA}"/>
    <dgm:cxn modelId="{78E4E12C-9E2A-4F84-8A30-ED28FE5F4180}" type="presOf" srcId="{49CBDE30-E1B5-4EFD-9E7D-7FD55AA4801E}" destId="{54B5EC1D-05F3-4534-A53D-15F232B1A00D}" srcOrd="0" destOrd="0" presId="urn:microsoft.com/office/officeart/2005/8/layout/process5"/>
    <dgm:cxn modelId="{5EE0C72E-515B-41DC-B208-04619C46DE7E}" type="presOf" srcId="{5AAA8646-AAE1-45B7-BDE6-C786662910F5}" destId="{EBD16EC5-CA38-4BFB-95F1-F79E66DFAC8D}" srcOrd="1" destOrd="0" presId="urn:microsoft.com/office/officeart/2005/8/layout/process5"/>
    <dgm:cxn modelId="{4F455F31-9C41-48E8-8AD0-DB4170ED670B}" type="presOf" srcId="{23EC9205-CBF8-4253-93F6-86BFAEA2A017}" destId="{4345CB63-140B-4AE4-A259-43A8590AC034}" srcOrd="0" destOrd="1" presId="urn:microsoft.com/office/officeart/2005/8/layout/process5"/>
    <dgm:cxn modelId="{B0065D38-23F4-4FEF-B4FD-0542322EDC49}" type="presOf" srcId="{C3FF4AC9-088E-4E90-9F2A-A8577FF75E2F}" destId="{99ADD1E8-E7D7-4B4B-B961-EE97032DA9DA}" srcOrd="0" destOrd="0" presId="urn:microsoft.com/office/officeart/2005/8/layout/process5"/>
    <dgm:cxn modelId="{86A9205D-B805-4734-8F34-651239D2BBFC}" srcId="{13DCB248-787E-4DF5-A64A-CA05EB81BA2E}" destId="{23EC9205-CBF8-4253-93F6-86BFAEA2A017}" srcOrd="0" destOrd="0" parTransId="{B8B8CEEF-47D5-46AE-9BBD-FF105CC329DB}" sibTransId="{40CE9487-82B3-4BFC-B922-04EF7387895E}"/>
    <dgm:cxn modelId="{8202F15D-DC09-4E40-9BAB-2A8257044114}" srcId="{13DCB248-787E-4DF5-A64A-CA05EB81BA2E}" destId="{894B61D7-93FA-4A88-A063-316BF2504F18}" srcOrd="1" destOrd="0" parTransId="{55CAF043-16F0-42B6-9153-1F000EE5C13A}" sibTransId="{064BDCC1-2866-461D-9442-448248895631}"/>
    <dgm:cxn modelId="{78C2EC63-720F-4CE8-9275-AFEC3CD481C5}" type="presOf" srcId="{894B61D7-93FA-4A88-A063-316BF2504F18}" destId="{4345CB63-140B-4AE4-A259-43A8590AC034}" srcOrd="0" destOrd="2" presId="urn:microsoft.com/office/officeart/2005/8/layout/process5"/>
    <dgm:cxn modelId="{7A171345-DD9F-4415-A3B7-6E0607699B9C}" type="presOf" srcId="{7E8945CB-0656-42B4-BCAD-2360AEE0847F}" destId="{21F14B65-EE2B-4E39-9E00-0683F2DC310B}" srcOrd="0" destOrd="1" presId="urn:microsoft.com/office/officeart/2005/8/layout/process5"/>
    <dgm:cxn modelId="{14BAB566-32C5-471D-AF9F-EAAF8E606B03}" type="presOf" srcId="{3460E3BB-E75D-49E2-B326-6D7CBE536F2F}" destId="{D6309269-3BDF-4FD5-AB7B-4DD750721878}" srcOrd="1" destOrd="0" presId="urn:microsoft.com/office/officeart/2005/8/layout/process5"/>
    <dgm:cxn modelId="{5B53D06F-7CF4-4ED4-8398-4196748B7D7D}" type="presOf" srcId="{C991B819-FA9F-4730-9EAD-8D4E5775CE55}" destId="{1101B247-0762-4BB4-BF9E-C2B4FEED3BE5}" srcOrd="0" destOrd="1" presId="urn:microsoft.com/office/officeart/2005/8/layout/process5"/>
    <dgm:cxn modelId="{83546D70-0AF0-493B-A583-483B1DA244B0}" type="presOf" srcId="{5AAA8646-AAE1-45B7-BDE6-C786662910F5}" destId="{8AC9F4F6-72A2-4079-B0AB-647E1E0CE31D}" srcOrd="0" destOrd="0" presId="urn:microsoft.com/office/officeart/2005/8/layout/process5"/>
    <dgm:cxn modelId="{EFBF0D52-6A85-4C67-B915-6D6AC35A61FD}" type="presOf" srcId="{AA4F43EC-BD58-428A-ACBD-2C2FA670F170}" destId="{8C8347B6-BE12-463C-B801-E62302D8E7A6}" srcOrd="0" destOrd="0" presId="urn:microsoft.com/office/officeart/2005/8/layout/process5"/>
    <dgm:cxn modelId="{7073A452-E79D-46F9-AC79-A5665FDB34D1}" srcId="{C93B1AEA-3B27-4ED8-8DF6-199677DF5FB9}" destId="{3105E023-8E1F-4D35-9F2C-7336EC209BAD}" srcOrd="0" destOrd="0" parTransId="{87964481-6B63-4FE3-B509-E26449DFE716}" sibTransId="{528BB529-E072-4A0C-901C-6F35DC5F47C2}"/>
    <dgm:cxn modelId="{AFEDC072-DCB2-4759-BCD5-0E703FE686B1}" srcId="{DB526254-243F-4A34-A88E-EA4C58616DF8}" destId="{C991B819-FA9F-4730-9EAD-8D4E5775CE55}" srcOrd="0" destOrd="0" parTransId="{8E5FF856-73DD-43C6-942E-AE329D45F5A0}" sibTransId="{ADEBEA02-D485-4E28-A945-BDA3784EE041}"/>
    <dgm:cxn modelId="{F4871E57-DB13-45A0-93B1-38F70F7A0C83}" type="presOf" srcId="{52C79A9B-0ED4-4309-A00A-FEF922E94771}" destId="{F28E2FB4-2973-47F4-825D-AA4E159F2C40}" srcOrd="1" destOrd="0" presId="urn:microsoft.com/office/officeart/2005/8/layout/process5"/>
    <dgm:cxn modelId="{81D10259-1BD4-4521-9253-C3B05AC406FD}" srcId="{C3FF4AC9-088E-4E90-9F2A-A8577FF75E2F}" destId="{CD5397B7-C409-4D33-97D6-58C89BD2C5AF}" srcOrd="0" destOrd="0" parTransId="{D0C2C40A-C76E-4CAE-ABE7-5006F71B31CE}" sibTransId="{5AAA8646-AAE1-45B7-BDE6-C786662910F5}"/>
    <dgm:cxn modelId="{2977A681-29E0-47B4-8E60-B9DD5B221956}" type="presOf" srcId="{13DCB248-787E-4DF5-A64A-CA05EB81BA2E}" destId="{4345CB63-140B-4AE4-A259-43A8590AC034}" srcOrd="0" destOrd="0" presId="urn:microsoft.com/office/officeart/2005/8/layout/process5"/>
    <dgm:cxn modelId="{B91CC982-069A-46FC-8AB0-4DA1DA3FD603}" srcId="{C3FF4AC9-088E-4E90-9F2A-A8577FF75E2F}" destId="{C93B1AEA-3B27-4ED8-8DF6-199677DF5FB9}" srcOrd="3" destOrd="0" parTransId="{068D71A3-79E8-4A9D-88D7-F5184D46DBFF}" sibTransId="{AA4F43EC-BD58-428A-ACBD-2C2FA670F170}"/>
    <dgm:cxn modelId="{019BFB87-5B29-4130-B1ED-22022BEF8BE4}" srcId="{C3FF4AC9-088E-4E90-9F2A-A8577FF75E2F}" destId="{13DCB248-787E-4DF5-A64A-CA05EB81BA2E}" srcOrd="1" destOrd="0" parTransId="{41D67D4C-38B8-455D-8B23-B1BFBD40A8B5}" sibTransId="{FF204B42-156F-4C3C-BF0F-AAC649D7A185}"/>
    <dgm:cxn modelId="{C50AC189-C5A7-4DA6-9078-E3EB472E1BF5}" type="presOf" srcId="{52C79A9B-0ED4-4309-A00A-FEF922E94771}" destId="{7BCE0AAF-5EC0-4DC2-9C61-181A8113A950}" srcOrd="0" destOrd="0" presId="urn:microsoft.com/office/officeart/2005/8/layout/process5"/>
    <dgm:cxn modelId="{A7CF3896-0652-41CF-9BED-890A3934FC50}" type="presOf" srcId="{FF204B42-156F-4C3C-BF0F-AAC649D7A185}" destId="{937C3DA7-EFE2-4C01-AB2F-1BD28F88CE52}" srcOrd="0" destOrd="0" presId="urn:microsoft.com/office/officeart/2005/8/layout/process5"/>
    <dgm:cxn modelId="{0DA350A0-BA75-44A5-818F-75AE3CBB0D3E}" srcId="{C3FF4AC9-088E-4E90-9F2A-A8577FF75E2F}" destId="{DB526254-243F-4A34-A88E-EA4C58616DF8}" srcOrd="2" destOrd="0" parTransId="{53C0EDCE-4CAB-460A-9621-937AB9D1E192}" sibTransId="{52C79A9B-0ED4-4309-A00A-FEF922E94771}"/>
    <dgm:cxn modelId="{4D9ECFA7-771A-4F75-AFB9-4F6F119FF570}" type="presOf" srcId="{AA4F43EC-BD58-428A-ACBD-2C2FA670F170}" destId="{4F8D911C-D335-48FD-A962-9E28295C5A1E}" srcOrd="1" destOrd="0" presId="urn:microsoft.com/office/officeart/2005/8/layout/process5"/>
    <dgm:cxn modelId="{0A0E3CA8-9C7A-4556-915C-E73081141F81}" type="presOf" srcId="{3105E023-8E1F-4D35-9F2C-7336EC209BAD}" destId="{1A077147-BA48-4308-962A-837858A2F5EF}" srcOrd="0" destOrd="1" presId="urn:microsoft.com/office/officeart/2005/8/layout/process5"/>
    <dgm:cxn modelId="{E49A22AA-6D3C-40AD-8854-DAD7F5246353}" type="presOf" srcId="{8DEEBDF6-FACF-4189-B113-6A280238D09C}" destId="{CB41D332-2C50-42A8-8DA1-716DA0C9433A}" srcOrd="0" destOrd="0" presId="urn:microsoft.com/office/officeart/2005/8/layout/process5"/>
    <dgm:cxn modelId="{79D568AD-9E69-42B2-B10A-5830A7C84F4C}" srcId="{CD5397B7-C409-4D33-97D6-58C89BD2C5AF}" destId="{BD8D91E8-6245-4056-B5CE-E921480D555A}" srcOrd="1" destOrd="0" parTransId="{548C2A4A-9A9D-4EAB-880C-847B563052FC}" sibTransId="{AEC9B1D3-0824-429A-9315-0F1CE7238A6D}"/>
    <dgm:cxn modelId="{3820E0B6-7127-44B2-9721-7180FB353925}" type="presOf" srcId="{BD8D91E8-6245-4056-B5CE-E921480D555A}" destId="{21F14B65-EE2B-4E39-9E00-0683F2DC310B}" srcOrd="0" destOrd="2" presId="urn:microsoft.com/office/officeart/2005/8/layout/process5"/>
    <dgm:cxn modelId="{DC4B6FC3-006D-49E3-834C-73C83BE49B6B}" srcId="{C3FF4AC9-088E-4E90-9F2A-A8577FF75E2F}" destId="{8DEEBDF6-FACF-4189-B113-6A280238D09C}" srcOrd="5" destOrd="0" parTransId="{98538859-C145-48FA-9B22-73D7FB693667}" sibTransId="{60FF10EF-129B-467A-9F53-7E0BC3B4A1F7}"/>
    <dgm:cxn modelId="{7FE293C5-9425-4A61-A8DB-01A6FE0DE2CC}" type="presOf" srcId="{C93B1AEA-3B27-4ED8-8DF6-199677DF5FB9}" destId="{1A077147-BA48-4308-962A-837858A2F5EF}" srcOrd="0" destOrd="0" presId="urn:microsoft.com/office/officeart/2005/8/layout/process5"/>
    <dgm:cxn modelId="{E4268BD5-82AE-4E71-9C4C-456C01D9AE94}" srcId="{C3FF4AC9-088E-4E90-9F2A-A8577FF75E2F}" destId="{49CBDE30-E1B5-4EFD-9E7D-7FD55AA4801E}" srcOrd="4" destOrd="0" parTransId="{39B01242-EC89-476A-BA62-64FD06E420FE}" sibTransId="{3460E3BB-E75D-49E2-B326-6D7CBE536F2F}"/>
    <dgm:cxn modelId="{5DBD96DD-E5DD-439E-AD95-12043FCD968C}" type="presOf" srcId="{FF204B42-156F-4C3C-BF0F-AAC649D7A185}" destId="{F669B333-A86C-4D94-A6BE-0461ED529DAE}" srcOrd="1" destOrd="0" presId="urn:microsoft.com/office/officeart/2005/8/layout/process5"/>
    <dgm:cxn modelId="{23ED74E8-1D05-4B1E-9BEF-CA7C01FF1D46}" type="presOf" srcId="{CD5397B7-C409-4D33-97D6-58C89BD2C5AF}" destId="{21F14B65-EE2B-4E39-9E00-0683F2DC310B}" srcOrd="0" destOrd="0" presId="urn:microsoft.com/office/officeart/2005/8/layout/process5"/>
    <dgm:cxn modelId="{40DFE6FB-664A-4D84-95B5-00B506C5533E}" type="presOf" srcId="{DB526254-243F-4A34-A88E-EA4C58616DF8}" destId="{1101B247-0762-4BB4-BF9E-C2B4FEED3BE5}" srcOrd="0" destOrd="0" presId="urn:microsoft.com/office/officeart/2005/8/layout/process5"/>
    <dgm:cxn modelId="{E6E41DFC-E427-4828-BBBE-4FD106380326}" type="presOf" srcId="{3460E3BB-E75D-49E2-B326-6D7CBE536F2F}" destId="{8E89A849-C2BC-4240-B112-B7C3958DF1C6}" srcOrd="0" destOrd="0" presId="urn:microsoft.com/office/officeart/2005/8/layout/process5"/>
    <dgm:cxn modelId="{4FA8CC61-D845-4119-AFA0-D1075FC93595}" type="presParOf" srcId="{99ADD1E8-E7D7-4B4B-B961-EE97032DA9DA}" destId="{21F14B65-EE2B-4E39-9E00-0683F2DC310B}" srcOrd="0" destOrd="0" presId="urn:microsoft.com/office/officeart/2005/8/layout/process5"/>
    <dgm:cxn modelId="{FA40A903-105C-4B3A-81CE-81218397C607}" type="presParOf" srcId="{99ADD1E8-E7D7-4B4B-B961-EE97032DA9DA}" destId="{8AC9F4F6-72A2-4079-B0AB-647E1E0CE31D}" srcOrd="1" destOrd="0" presId="urn:microsoft.com/office/officeart/2005/8/layout/process5"/>
    <dgm:cxn modelId="{006B8B4E-3083-4F2F-ACC7-8EFC43B8E6BD}" type="presParOf" srcId="{8AC9F4F6-72A2-4079-B0AB-647E1E0CE31D}" destId="{EBD16EC5-CA38-4BFB-95F1-F79E66DFAC8D}" srcOrd="0" destOrd="0" presId="urn:microsoft.com/office/officeart/2005/8/layout/process5"/>
    <dgm:cxn modelId="{583E8674-6B00-4FDD-B9F0-F6421BA0D39E}" type="presParOf" srcId="{99ADD1E8-E7D7-4B4B-B961-EE97032DA9DA}" destId="{4345CB63-140B-4AE4-A259-43A8590AC034}" srcOrd="2" destOrd="0" presId="urn:microsoft.com/office/officeart/2005/8/layout/process5"/>
    <dgm:cxn modelId="{00C8DDCC-4423-4397-B4F6-7C2B0226A5EA}" type="presParOf" srcId="{99ADD1E8-E7D7-4B4B-B961-EE97032DA9DA}" destId="{937C3DA7-EFE2-4C01-AB2F-1BD28F88CE52}" srcOrd="3" destOrd="0" presId="urn:microsoft.com/office/officeart/2005/8/layout/process5"/>
    <dgm:cxn modelId="{2E459155-8386-48C1-AF79-268FD7A9CCFB}" type="presParOf" srcId="{937C3DA7-EFE2-4C01-AB2F-1BD28F88CE52}" destId="{F669B333-A86C-4D94-A6BE-0461ED529DAE}" srcOrd="0" destOrd="0" presId="urn:microsoft.com/office/officeart/2005/8/layout/process5"/>
    <dgm:cxn modelId="{39B43F06-7337-45B5-AB7D-6534F857C73C}" type="presParOf" srcId="{99ADD1E8-E7D7-4B4B-B961-EE97032DA9DA}" destId="{1101B247-0762-4BB4-BF9E-C2B4FEED3BE5}" srcOrd="4" destOrd="0" presId="urn:microsoft.com/office/officeart/2005/8/layout/process5"/>
    <dgm:cxn modelId="{6AC3F036-B191-4F68-86EE-E920F60C21A8}" type="presParOf" srcId="{99ADD1E8-E7D7-4B4B-B961-EE97032DA9DA}" destId="{7BCE0AAF-5EC0-4DC2-9C61-181A8113A950}" srcOrd="5" destOrd="0" presId="urn:microsoft.com/office/officeart/2005/8/layout/process5"/>
    <dgm:cxn modelId="{CD1D63BE-313F-4BA8-BF0F-0215ED323AF9}" type="presParOf" srcId="{7BCE0AAF-5EC0-4DC2-9C61-181A8113A950}" destId="{F28E2FB4-2973-47F4-825D-AA4E159F2C40}" srcOrd="0" destOrd="0" presId="urn:microsoft.com/office/officeart/2005/8/layout/process5"/>
    <dgm:cxn modelId="{9596EA4B-A2A0-4A8B-8E9E-7BBA9C9173C8}" type="presParOf" srcId="{99ADD1E8-E7D7-4B4B-B961-EE97032DA9DA}" destId="{1A077147-BA48-4308-962A-837858A2F5EF}" srcOrd="6" destOrd="0" presId="urn:microsoft.com/office/officeart/2005/8/layout/process5"/>
    <dgm:cxn modelId="{9BB8399F-DA78-41E6-9489-F46CEA127C12}" type="presParOf" srcId="{99ADD1E8-E7D7-4B4B-B961-EE97032DA9DA}" destId="{8C8347B6-BE12-463C-B801-E62302D8E7A6}" srcOrd="7" destOrd="0" presId="urn:microsoft.com/office/officeart/2005/8/layout/process5"/>
    <dgm:cxn modelId="{E38F7D99-0E29-4891-BD4E-7F330C68FBE3}" type="presParOf" srcId="{8C8347B6-BE12-463C-B801-E62302D8E7A6}" destId="{4F8D911C-D335-48FD-A962-9E28295C5A1E}" srcOrd="0" destOrd="0" presId="urn:microsoft.com/office/officeart/2005/8/layout/process5"/>
    <dgm:cxn modelId="{E39AC14E-A328-4961-85CF-25DDD5A37891}" type="presParOf" srcId="{99ADD1E8-E7D7-4B4B-B961-EE97032DA9DA}" destId="{54B5EC1D-05F3-4534-A53D-15F232B1A00D}" srcOrd="8" destOrd="0" presId="urn:microsoft.com/office/officeart/2005/8/layout/process5"/>
    <dgm:cxn modelId="{1B15DBF5-8C8A-4210-A8D5-902FF8864345}" type="presParOf" srcId="{99ADD1E8-E7D7-4B4B-B961-EE97032DA9DA}" destId="{8E89A849-C2BC-4240-B112-B7C3958DF1C6}" srcOrd="9" destOrd="0" presId="urn:microsoft.com/office/officeart/2005/8/layout/process5"/>
    <dgm:cxn modelId="{7265D790-C972-42B6-8759-754403887338}" type="presParOf" srcId="{8E89A849-C2BC-4240-B112-B7C3958DF1C6}" destId="{D6309269-3BDF-4FD5-AB7B-4DD750721878}" srcOrd="0" destOrd="0" presId="urn:microsoft.com/office/officeart/2005/8/layout/process5"/>
    <dgm:cxn modelId="{A6CEC210-A6ED-4BD9-9A13-E53D312BDBE0}" type="presParOf" srcId="{99ADD1E8-E7D7-4B4B-B961-EE97032DA9DA}" destId="{CB41D332-2C50-42A8-8DA1-716DA0C9433A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3FF4AC9-088E-4E90-9F2A-A8577FF75E2F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AR"/>
        </a:p>
      </dgm:t>
    </dgm:pt>
    <dgm:pt modelId="{CD5397B7-C409-4D33-97D6-58C89BD2C5A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Entrada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C2C40A-C76E-4CAE-ABE7-5006F71B31CE}" type="parTrans" cxnId="{81D10259-1BD4-4521-9253-C3B05AC406FD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AA8646-AAE1-45B7-BDE6-C786662910F5}" type="sibTrans" cxnId="{81D10259-1BD4-4521-9253-C3B05AC406FD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DCB248-787E-4DF5-A64A-CA05EB81BA2E}">
      <dgm:prSet phldrT="[Texto]" custT="1"/>
      <dgm:spPr>
        <a:blipFill>
          <a:blip xmlns:r="http://schemas.openxmlformats.org/officeDocument/2006/relationships" r:embed="rId1"/>
          <a:stretch>
            <a:fillRect l="-754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41D67D4C-38B8-455D-8B23-B1BFBD40A8B5}" type="parTrans" cxnId="{019BFB87-5B29-4130-B1ED-22022BEF8BE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204B42-156F-4C3C-BF0F-AAC649D7A185}" type="sibTrans" cxnId="{019BFB87-5B29-4130-B1ED-22022BEF8BE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526254-243F-4A34-A88E-EA4C58616DF8}">
      <dgm:prSet phldrT="[Texto]" custT="1"/>
      <dgm:spPr>
        <a:blipFill>
          <a:blip xmlns:r="http://schemas.openxmlformats.org/officeDocument/2006/relationships" r:embed="rId2"/>
          <a:stretch>
            <a:fillRect l="-667" b="-1825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53C0EDCE-4CAB-460A-9621-937AB9D1E192}" type="parTrans" cxnId="{0DA350A0-BA75-44A5-818F-75AE3CBB0D3E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C79A9B-0ED4-4309-A00A-FEF922E94771}" type="sibTrans" cxnId="{0DA350A0-BA75-44A5-818F-75AE3CBB0D3E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3B1AEA-3B27-4ED8-8DF6-199677DF5FB9}">
      <dgm:prSet phldrT="[Texto]" custT="1"/>
      <dgm:spPr>
        <a:blipFill>
          <a:blip xmlns:r="http://schemas.openxmlformats.org/officeDocument/2006/relationships" r:embed="rId3"/>
          <a:stretch>
            <a:fillRect l="-754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068D71A3-79E8-4A9D-88D7-F5184D46DBFF}" type="parTrans" cxnId="{B91CC982-069A-46FC-8AB0-4DA1DA3FD603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4F43EC-BD58-428A-ACBD-2C2FA670F170}" type="sibTrans" cxnId="{B91CC982-069A-46FC-8AB0-4DA1DA3FD603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CBDE30-E1B5-4EFD-9E7D-7FD55AA4801E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Sólo se actualiza cuando se comete un error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B01242-EC89-476A-BA62-64FD06E420FE}" type="parTrans" cxnId="{E4268BD5-82AE-4E71-9C4C-456C01D9AE9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60E3BB-E75D-49E2-B326-6D7CBE536F2F}" type="sibTrans" cxnId="{E4268BD5-82AE-4E71-9C4C-456C01D9AE94}">
      <dgm:prSet custT="1"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8945CB-0656-42B4-BCAD-2360AEE0847F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Conjunto de entrenamiento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18CF44-6BB2-4F5E-A2C6-10F2BC4487ED}" type="par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6D174-8C03-4AD0-9EE6-FC385828D0DA}" type="sibTrans" cxnId="{B126A415-C864-40E8-8382-2E496395D8E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8D91E8-6245-4056-B5CE-E921480D555A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 de aprendizaje</a:t>
          </a:r>
          <a:endParaRPr lang="es-AR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8C2A4A-9A9D-4EAB-880C-847B563052FC}" type="par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C9B1D3-0824-429A-9315-0F1CE7238A6D}" type="sibTrans" cxnId="{79D568AD-9E69-42B2-B10A-5830A7C84F4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EC9205-CBF8-4253-93F6-86BFAEA2A017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B8B8CEEF-47D5-46AE-9BBD-FF105CC329DB}" type="par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CE9487-82B3-4BFC-B922-04EF7387895E}" type="sibTrans" cxnId="{86A9205D-B805-4734-8F34-651239D2BBFC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91B819-FA9F-4730-9EAD-8D4E5775CE55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8E5FF856-73DD-43C6-942E-AE329D45F5A0}" type="par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EBEA02-D485-4E28-A945-BDA3784EE041}" type="sibTrans" cxnId="{AFEDC072-DCB2-4759-BCD5-0E703FE686B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4B61D7-93FA-4A88-A063-316BF2504F18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55CAF043-16F0-42B6-9153-1F000EE5C13A}" type="par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4BDCC1-2866-461D-9442-448248895631}" type="sibTrans" cxnId="{8202F15D-DC09-4E40-9BAB-2A8257044114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05E023-8E1F-4D35-9F2C-7336EC209BAD}">
      <dgm:prSet phldrT="[Texto]" custT="1"/>
      <dgm:spPr/>
      <dgm:t>
        <a:bodyPr/>
        <a:lstStyle/>
        <a:p>
          <a:r>
            <a:rPr lang="es-AR">
              <a:noFill/>
            </a:rPr>
            <a:t> </a:t>
          </a:r>
        </a:p>
      </dgm:t>
    </dgm:pt>
    <dgm:pt modelId="{87964481-6B63-4FE3-B509-E26449DFE716}" type="par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8BB529-E072-4A0C-901C-6F35DC5F47C2}" type="sibTrans" cxnId="{7073A452-E79D-46F9-AC79-A5665FDB34D1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EEBDF6-FACF-4189-B113-6A280238D09C}">
      <dgm:prSet phldrT="[Texto]" custT="1"/>
      <dgm:spPr/>
      <dgm:t>
        <a:bodyPr/>
        <a:lstStyle/>
        <a:p>
          <a:r>
            <a:rPr lang="es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se han actualizado algunos pesos se vuelve a “Proceso”, si no, se finaliza</a:t>
          </a:r>
          <a:endParaRPr lang="es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538859-C145-48FA-9B22-73D7FB693667}" type="par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FF10EF-129B-467A-9F53-7E0BC3B4A1F7}" type="sibTrans" cxnId="{DC4B6FC3-006D-49E3-834C-73C83BE49B6B}">
      <dgm:prSet/>
      <dgm:spPr/>
      <dgm:t>
        <a:bodyPr/>
        <a:lstStyle/>
        <a:p>
          <a:endParaRPr lang="es-AR" sz="2000" b="1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ADD1E8-E7D7-4B4B-B961-EE97032DA9DA}" type="pres">
      <dgm:prSet presAssocID="{C3FF4AC9-088E-4E90-9F2A-A8577FF75E2F}" presName="diagram" presStyleCnt="0">
        <dgm:presLayoutVars>
          <dgm:dir/>
          <dgm:resizeHandles val="exact"/>
        </dgm:presLayoutVars>
      </dgm:prSet>
      <dgm:spPr/>
    </dgm:pt>
    <dgm:pt modelId="{21F14B65-EE2B-4E39-9E00-0683F2DC310B}" type="pres">
      <dgm:prSet presAssocID="{CD5397B7-C409-4D33-97D6-58C89BD2C5AF}" presName="node" presStyleLbl="node1" presStyleIdx="0" presStyleCnt="6" custScaleX="211176" custScaleY="241448">
        <dgm:presLayoutVars>
          <dgm:bulletEnabled val="1"/>
        </dgm:presLayoutVars>
      </dgm:prSet>
      <dgm:spPr/>
    </dgm:pt>
    <dgm:pt modelId="{8AC9F4F6-72A2-4079-B0AB-647E1E0CE31D}" type="pres">
      <dgm:prSet presAssocID="{5AAA8646-AAE1-45B7-BDE6-C786662910F5}" presName="sibTrans" presStyleLbl="sibTrans2D1" presStyleIdx="0" presStyleCnt="5"/>
      <dgm:spPr/>
    </dgm:pt>
    <dgm:pt modelId="{EBD16EC5-CA38-4BFB-95F1-F79E66DFAC8D}" type="pres">
      <dgm:prSet presAssocID="{5AAA8646-AAE1-45B7-BDE6-C786662910F5}" presName="connectorText" presStyleLbl="sibTrans2D1" presStyleIdx="0" presStyleCnt="5"/>
      <dgm:spPr/>
    </dgm:pt>
    <dgm:pt modelId="{4345CB63-140B-4AE4-A259-43A8590AC034}" type="pres">
      <dgm:prSet presAssocID="{13DCB248-787E-4DF5-A64A-CA05EB81BA2E}" presName="node" presStyleLbl="node1" presStyleIdx="1" presStyleCnt="6" custScaleX="211176" custScaleY="241448">
        <dgm:presLayoutVars>
          <dgm:bulletEnabled val="1"/>
        </dgm:presLayoutVars>
      </dgm:prSet>
      <dgm:spPr/>
    </dgm:pt>
    <dgm:pt modelId="{937C3DA7-EFE2-4C01-AB2F-1BD28F88CE52}" type="pres">
      <dgm:prSet presAssocID="{FF204B42-156F-4C3C-BF0F-AAC649D7A185}" presName="sibTrans" presStyleLbl="sibTrans2D1" presStyleIdx="1" presStyleCnt="5"/>
      <dgm:spPr/>
    </dgm:pt>
    <dgm:pt modelId="{F669B333-A86C-4D94-A6BE-0461ED529DAE}" type="pres">
      <dgm:prSet presAssocID="{FF204B42-156F-4C3C-BF0F-AAC649D7A185}" presName="connectorText" presStyleLbl="sibTrans2D1" presStyleIdx="1" presStyleCnt="5"/>
      <dgm:spPr/>
    </dgm:pt>
    <dgm:pt modelId="{1101B247-0762-4BB4-BF9E-C2B4FEED3BE5}" type="pres">
      <dgm:prSet presAssocID="{DB526254-243F-4A34-A88E-EA4C58616DF8}" presName="node" presStyleLbl="node1" presStyleIdx="2" presStyleCnt="6" custScaleX="238973" custScaleY="241448">
        <dgm:presLayoutVars>
          <dgm:bulletEnabled val="1"/>
        </dgm:presLayoutVars>
      </dgm:prSet>
      <dgm:spPr/>
    </dgm:pt>
    <dgm:pt modelId="{7BCE0AAF-5EC0-4DC2-9C61-181A8113A950}" type="pres">
      <dgm:prSet presAssocID="{52C79A9B-0ED4-4309-A00A-FEF922E94771}" presName="sibTrans" presStyleLbl="sibTrans2D1" presStyleIdx="2" presStyleCnt="5"/>
      <dgm:spPr/>
    </dgm:pt>
    <dgm:pt modelId="{F28E2FB4-2973-47F4-825D-AA4E159F2C40}" type="pres">
      <dgm:prSet presAssocID="{52C79A9B-0ED4-4309-A00A-FEF922E94771}" presName="connectorText" presStyleLbl="sibTrans2D1" presStyleIdx="2" presStyleCnt="5"/>
      <dgm:spPr/>
    </dgm:pt>
    <dgm:pt modelId="{1A077147-BA48-4308-962A-837858A2F5EF}" type="pres">
      <dgm:prSet presAssocID="{C93B1AEA-3B27-4ED8-8DF6-199677DF5FB9}" presName="node" presStyleLbl="node1" presStyleIdx="3" presStyleCnt="6" custScaleX="211176" custScaleY="241448">
        <dgm:presLayoutVars>
          <dgm:bulletEnabled val="1"/>
        </dgm:presLayoutVars>
      </dgm:prSet>
      <dgm:spPr/>
    </dgm:pt>
    <dgm:pt modelId="{8C8347B6-BE12-463C-B801-E62302D8E7A6}" type="pres">
      <dgm:prSet presAssocID="{AA4F43EC-BD58-428A-ACBD-2C2FA670F170}" presName="sibTrans" presStyleLbl="sibTrans2D1" presStyleIdx="3" presStyleCnt="5"/>
      <dgm:spPr/>
    </dgm:pt>
    <dgm:pt modelId="{4F8D911C-D335-48FD-A962-9E28295C5A1E}" type="pres">
      <dgm:prSet presAssocID="{AA4F43EC-BD58-428A-ACBD-2C2FA670F170}" presName="connectorText" presStyleLbl="sibTrans2D1" presStyleIdx="3" presStyleCnt="5"/>
      <dgm:spPr/>
    </dgm:pt>
    <dgm:pt modelId="{54B5EC1D-05F3-4534-A53D-15F232B1A00D}" type="pres">
      <dgm:prSet presAssocID="{49CBDE30-E1B5-4EFD-9E7D-7FD55AA4801E}" presName="node" presStyleLbl="node1" presStyleIdx="4" presStyleCnt="6" custScaleX="211176" custScaleY="241448">
        <dgm:presLayoutVars>
          <dgm:bulletEnabled val="1"/>
        </dgm:presLayoutVars>
      </dgm:prSet>
      <dgm:spPr/>
    </dgm:pt>
    <dgm:pt modelId="{8E89A849-C2BC-4240-B112-B7C3958DF1C6}" type="pres">
      <dgm:prSet presAssocID="{3460E3BB-E75D-49E2-B326-6D7CBE536F2F}" presName="sibTrans" presStyleLbl="sibTrans2D1" presStyleIdx="4" presStyleCnt="5"/>
      <dgm:spPr/>
    </dgm:pt>
    <dgm:pt modelId="{D6309269-3BDF-4FD5-AB7B-4DD750721878}" type="pres">
      <dgm:prSet presAssocID="{3460E3BB-E75D-49E2-B326-6D7CBE536F2F}" presName="connectorText" presStyleLbl="sibTrans2D1" presStyleIdx="4" presStyleCnt="5"/>
      <dgm:spPr/>
    </dgm:pt>
    <dgm:pt modelId="{CB41D332-2C50-42A8-8DA1-716DA0C9433A}" type="pres">
      <dgm:prSet presAssocID="{8DEEBDF6-FACF-4189-B113-6A280238D09C}" presName="node" presStyleLbl="node1" presStyleIdx="5" presStyleCnt="6" custScaleX="211054" custScaleY="215804">
        <dgm:presLayoutVars>
          <dgm:bulletEnabled val="1"/>
        </dgm:presLayoutVars>
      </dgm:prSet>
      <dgm:spPr/>
    </dgm:pt>
  </dgm:ptLst>
  <dgm:cxnLst>
    <dgm:cxn modelId="{B126A415-C864-40E8-8382-2E496395D8EB}" srcId="{CD5397B7-C409-4D33-97D6-58C89BD2C5AF}" destId="{7E8945CB-0656-42B4-BCAD-2360AEE0847F}" srcOrd="0" destOrd="0" parTransId="{8B18CF44-6BB2-4F5E-A2C6-10F2BC4487ED}" sibTransId="{6396D174-8C03-4AD0-9EE6-FC385828D0DA}"/>
    <dgm:cxn modelId="{78E4E12C-9E2A-4F84-8A30-ED28FE5F4180}" type="presOf" srcId="{49CBDE30-E1B5-4EFD-9E7D-7FD55AA4801E}" destId="{54B5EC1D-05F3-4534-A53D-15F232B1A00D}" srcOrd="0" destOrd="0" presId="urn:microsoft.com/office/officeart/2005/8/layout/process5"/>
    <dgm:cxn modelId="{5EE0C72E-515B-41DC-B208-04619C46DE7E}" type="presOf" srcId="{5AAA8646-AAE1-45B7-BDE6-C786662910F5}" destId="{EBD16EC5-CA38-4BFB-95F1-F79E66DFAC8D}" srcOrd="1" destOrd="0" presId="urn:microsoft.com/office/officeart/2005/8/layout/process5"/>
    <dgm:cxn modelId="{4F455F31-9C41-48E8-8AD0-DB4170ED670B}" type="presOf" srcId="{23EC9205-CBF8-4253-93F6-86BFAEA2A017}" destId="{4345CB63-140B-4AE4-A259-43A8590AC034}" srcOrd="0" destOrd="1" presId="urn:microsoft.com/office/officeart/2005/8/layout/process5"/>
    <dgm:cxn modelId="{B0065D38-23F4-4FEF-B4FD-0542322EDC49}" type="presOf" srcId="{C3FF4AC9-088E-4E90-9F2A-A8577FF75E2F}" destId="{99ADD1E8-E7D7-4B4B-B961-EE97032DA9DA}" srcOrd="0" destOrd="0" presId="urn:microsoft.com/office/officeart/2005/8/layout/process5"/>
    <dgm:cxn modelId="{86A9205D-B805-4734-8F34-651239D2BBFC}" srcId="{13DCB248-787E-4DF5-A64A-CA05EB81BA2E}" destId="{23EC9205-CBF8-4253-93F6-86BFAEA2A017}" srcOrd="0" destOrd="0" parTransId="{B8B8CEEF-47D5-46AE-9BBD-FF105CC329DB}" sibTransId="{40CE9487-82B3-4BFC-B922-04EF7387895E}"/>
    <dgm:cxn modelId="{8202F15D-DC09-4E40-9BAB-2A8257044114}" srcId="{13DCB248-787E-4DF5-A64A-CA05EB81BA2E}" destId="{894B61D7-93FA-4A88-A063-316BF2504F18}" srcOrd="1" destOrd="0" parTransId="{55CAF043-16F0-42B6-9153-1F000EE5C13A}" sibTransId="{064BDCC1-2866-461D-9442-448248895631}"/>
    <dgm:cxn modelId="{78C2EC63-720F-4CE8-9275-AFEC3CD481C5}" type="presOf" srcId="{894B61D7-93FA-4A88-A063-316BF2504F18}" destId="{4345CB63-140B-4AE4-A259-43A8590AC034}" srcOrd="0" destOrd="2" presId="urn:microsoft.com/office/officeart/2005/8/layout/process5"/>
    <dgm:cxn modelId="{7A171345-DD9F-4415-A3B7-6E0607699B9C}" type="presOf" srcId="{7E8945CB-0656-42B4-BCAD-2360AEE0847F}" destId="{21F14B65-EE2B-4E39-9E00-0683F2DC310B}" srcOrd="0" destOrd="1" presId="urn:microsoft.com/office/officeart/2005/8/layout/process5"/>
    <dgm:cxn modelId="{14BAB566-32C5-471D-AF9F-EAAF8E606B03}" type="presOf" srcId="{3460E3BB-E75D-49E2-B326-6D7CBE536F2F}" destId="{D6309269-3BDF-4FD5-AB7B-4DD750721878}" srcOrd="1" destOrd="0" presId="urn:microsoft.com/office/officeart/2005/8/layout/process5"/>
    <dgm:cxn modelId="{5B53D06F-7CF4-4ED4-8398-4196748B7D7D}" type="presOf" srcId="{C991B819-FA9F-4730-9EAD-8D4E5775CE55}" destId="{1101B247-0762-4BB4-BF9E-C2B4FEED3BE5}" srcOrd="0" destOrd="1" presId="urn:microsoft.com/office/officeart/2005/8/layout/process5"/>
    <dgm:cxn modelId="{83546D70-0AF0-493B-A583-483B1DA244B0}" type="presOf" srcId="{5AAA8646-AAE1-45B7-BDE6-C786662910F5}" destId="{8AC9F4F6-72A2-4079-B0AB-647E1E0CE31D}" srcOrd="0" destOrd="0" presId="urn:microsoft.com/office/officeart/2005/8/layout/process5"/>
    <dgm:cxn modelId="{EFBF0D52-6A85-4C67-B915-6D6AC35A61FD}" type="presOf" srcId="{AA4F43EC-BD58-428A-ACBD-2C2FA670F170}" destId="{8C8347B6-BE12-463C-B801-E62302D8E7A6}" srcOrd="0" destOrd="0" presId="urn:microsoft.com/office/officeart/2005/8/layout/process5"/>
    <dgm:cxn modelId="{7073A452-E79D-46F9-AC79-A5665FDB34D1}" srcId="{C93B1AEA-3B27-4ED8-8DF6-199677DF5FB9}" destId="{3105E023-8E1F-4D35-9F2C-7336EC209BAD}" srcOrd="0" destOrd="0" parTransId="{87964481-6B63-4FE3-B509-E26449DFE716}" sibTransId="{528BB529-E072-4A0C-901C-6F35DC5F47C2}"/>
    <dgm:cxn modelId="{AFEDC072-DCB2-4759-BCD5-0E703FE686B1}" srcId="{DB526254-243F-4A34-A88E-EA4C58616DF8}" destId="{C991B819-FA9F-4730-9EAD-8D4E5775CE55}" srcOrd="0" destOrd="0" parTransId="{8E5FF856-73DD-43C6-942E-AE329D45F5A0}" sibTransId="{ADEBEA02-D485-4E28-A945-BDA3784EE041}"/>
    <dgm:cxn modelId="{F4871E57-DB13-45A0-93B1-38F70F7A0C83}" type="presOf" srcId="{52C79A9B-0ED4-4309-A00A-FEF922E94771}" destId="{F28E2FB4-2973-47F4-825D-AA4E159F2C40}" srcOrd="1" destOrd="0" presId="urn:microsoft.com/office/officeart/2005/8/layout/process5"/>
    <dgm:cxn modelId="{81D10259-1BD4-4521-9253-C3B05AC406FD}" srcId="{C3FF4AC9-088E-4E90-9F2A-A8577FF75E2F}" destId="{CD5397B7-C409-4D33-97D6-58C89BD2C5AF}" srcOrd="0" destOrd="0" parTransId="{D0C2C40A-C76E-4CAE-ABE7-5006F71B31CE}" sibTransId="{5AAA8646-AAE1-45B7-BDE6-C786662910F5}"/>
    <dgm:cxn modelId="{2977A681-29E0-47B4-8E60-B9DD5B221956}" type="presOf" srcId="{13DCB248-787E-4DF5-A64A-CA05EB81BA2E}" destId="{4345CB63-140B-4AE4-A259-43A8590AC034}" srcOrd="0" destOrd="0" presId="urn:microsoft.com/office/officeart/2005/8/layout/process5"/>
    <dgm:cxn modelId="{B91CC982-069A-46FC-8AB0-4DA1DA3FD603}" srcId="{C3FF4AC9-088E-4E90-9F2A-A8577FF75E2F}" destId="{C93B1AEA-3B27-4ED8-8DF6-199677DF5FB9}" srcOrd="3" destOrd="0" parTransId="{068D71A3-79E8-4A9D-88D7-F5184D46DBFF}" sibTransId="{AA4F43EC-BD58-428A-ACBD-2C2FA670F170}"/>
    <dgm:cxn modelId="{019BFB87-5B29-4130-B1ED-22022BEF8BE4}" srcId="{C3FF4AC9-088E-4E90-9F2A-A8577FF75E2F}" destId="{13DCB248-787E-4DF5-A64A-CA05EB81BA2E}" srcOrd="1" destOrd="0" parTransId="{41D67D4C-38B8-455D-8B23-B1BFBD40A8B5}" sibTransId="{FF204B42-156F-4C3C-BF0F-AAC649D7A185}"/>
    <dgm:cxn modelId="{C50AC189-C5A7-4DA6-9078-E3EB472E1BF5}" type="presOf" srcId="{52C79A9B-0ED4-4309-A00A-FEF922E94771}" destId="{7BCE0AAF-5EC0-4DC2-9C61-181A8113A950}" srcOrd="0" destOrd="0" presId="urn:microsoft.com/office/officeart/2005/8/layout/process5"/>
    <dgm:cxn modelId="{A7CF3896-0652-41CF-9BED-890A3934FC50}" type="presOf" srcId="{FF204B42-156F-4C3C-BF0F-AAC649D7A185}" destId="{937C3DA7-EFE2-4C01-AB2F-1BD28F88CE52}" srcOrd="0" destOrd="0" presId="urn:microsoft.com/office/officeart/2005/8/layout/process5"/>
    <dgm:cxn modelId="{0DA350A0-BA75-44A5-818F-75AE3CBB0D3E}" srcId="{C3FF4AC9-088E-4E90-9F2A-A8577FF75E2F}" destId="{DB526254-243F-4A34-A88E-EA4C58616DF8}" srcOrd="2" destOrd="0" parTransId="{53C0EDCE-4CAB-460A-9621-937AB9D1E192}" sibTransId="{52C79A9B-0ED4-4309-A00A-FEF922E94771}"/>
    <dgm:cxn modelId="{4D9ECFA7-771A-4F75-AFB9-4F6F119FF570}" type="presOf" srcId="{AA4F43EC-BD58-428A-ACBD-2C2FA670F170}" destId="{4F8D911C-D335-48FD-A962-9E28295C5A1E}" srcOrd="1" destOrd="0" presId="urn:microsoft.com/office/officeart/2005/8/layout/process5"/>
    <dgm:cxn modelId="{0A0E3CA8-9C7A-4556-915C-E73081141F81}" type="presOf" srcId="{3105E023-8E1F-4D35-9F2C-7336EC209BAD}" destId="{1A077147-BA48-4308-962A-837858A2F5EF}" srcOrd="0" destOrd="1" presId="urn:microsoft.com/office/officeart/2005/8/layout/process5"/>
    <dgm:cxn modelId="{E49A22AA-6D3C-40AD-8854-DAD7F5246353}" type="presOf" srcId="{8DEEBDF6-FACF-4189-B113-6A280238D09C}" destId="{CB41D332-2C50-42A8-8DA1-716DA0C9433A}" srcOrd="0" destOrd="0" presId="urn:microsoft.com/office/officeart/2005/8/layout/process5"/>
    <dgm:cxn modelId="{79D568AD-9E69-42B2-B10A-5830A7C84F4C}" srcId="{CD5397B7-C409-4D33-97D6-58C89BD2C5AF}" destId="{BD8D91E8-6245-4056-B5CE-E921480D555A}" srcOrd="1" destOrd="0" parTransId="{548C2A4A-9A9D-4EAB-880C-847B563052FC}" sibTransId="{AEC9B1D3-0824-429A-9315-0F1CE7238A6D}"/>
    <dgm:cxn modelId="{3820E0B6-7127-44B2-9721-7180FB353925}" type="presOf" srcId="{BD8D91E8-6245-4056-B5CE-E921480D555A}" destId="{21F14B65-EE2B-4E39-9E00-0683F2DC310B}" srcOrd="0" destOrd="2" presId="urn:microsoft.com/office/officeart/2005/8/layout/process5"/>
    <dgm:cxn modelId="{DC4B6FC3-006D-49E3-834C-73C83BE49B6B}" srcId="{C3FF4AC9-088E-4E90-9F2A-A8577FF75E2F}" destId="{8DEEBDF6-FACF-4189-B113-6A280238D09C}" srcOrd="5" destOrd="0" parTransId="{98538859-C145-48FA-9B22-73D7FB693667}" sibTransId="{60FF10EF-129B-467A-9F53-7E0BC3B4A1F7}"/>
    <dgm:cxn modelId="{7FE293C5-9425-4A61-A8DB-01A6FE0DE2CC}" type="presOf" srcId="{C93B1AEA-3B27-4ED8-8DF6-199677DF5FB9}" destId="{1A077147-BA48-4308-962A-837858A2F5EF}" srcOrd="0" destOrd="0" presId="urn:microsoft.com/office/officeart/2005/8/layout/process5"/>
    <dgm:cxn modelId="{E4268BD5-82AE-4E71-9C4C-456C01D9AE94}" srcId="{C3FF4AC9-088E-4E90-9F2A-A8577FF75E2F}" destId="{49CBDE30-E1B5-4EFD-9E7D-7FD55AA4801E}" srcOrd="4" destOrd="0" parTransId="{39B01242-EC89-476A-BA62-64FD06E420FE}" sibTransId="{3460E3BB-E75D-49E2-B326-6D7CBE536F2F}"/>
    <dgm:cxn modelId="{5DBD96DD-E5DD-439E-AD95-12043FCD968C}" type="presOf" srcId="{FF204B42-156F-4C3C-BF0F-AAC649D7A185}" destId="{F669B333-A86C-4D94-A6BE-0461ED529DAE}" srcOrd="1" destOrd="0" presId="urn:microsoft.com/office/officeart/2005/8/layout/process5"/>
    <dgm:cxn modelId="{23ED74E8-1D05-4B1E-9BEF-CA7C01FF1D46}" type="presOf" srcId="{CD5397B7-C409-4D33-97D6-58C89BD2C5AF}" destId="{21F14B65-EE2B-4E39-9E00-0683F2DC310B}" srcOrd="0" destOrd="0" presId="urn:microsoft.com/office/officeart/2005/8/layout/process5"/>
    <dgm:cxn modelId="{40DFE6FB-664A-4D84-95B5-00B506C5533E}" type="presOf" srcId="{DB526254-243F-4A34-A88E-EA4C58616DF8}" destId="{1101B247-0762-4BB4-BF9E-C2B4FEED3BE5}" srcOrd="0" destOrd="0" presId="urn:microsoft.com/office/officeart/2005/8/layout/process5"/>
    <dgm:cxn modelId="{E6E41DFC-E427-4828-BBBE-4FD106380326}" type="presOf" srcId="{3460E3BB-E75D-49E2-B326-6D7CBE536F2F}" destId="{8E89A849-C2BC-4240-B112-B7C3958DF1C6}" srcOrd="0" destOrd="0" presId="urn:microsoft.com/office/officeart/2005/8/layout/process5"/>
    <dgm:cxn modelId="{4FA8CC61-D845-4119-AFA0-D1075FC93595}" type="presParOf" srcId="{99ADD1E8-E7D7-4B4B-B961-EE97032DA9DA}" destId="{21F14B65-EE2B-4E39-9E00-0683F2DC310B}" srcOrd="0" destOrd="0" presId="urn:microsoft.com/office/officeart/2005/8/layout/process5"/>
    <dgm:cxn modelId="{FA40A903-105C-4B3A-81CE-81218397C607}" type="presParOf" srcId="{99ADD1E8-E7D7-4B4B-B961-EE97032DA9DA}" destId="{8AC9F4F6-72A2-4079-B0AB-647E1E0CE31D}" srcOrd="1" destOrd="0" presId="urn:microsoft.com/office/officeart/2005/8/layout/process5"/>
    <dgm:cxn modelId="{006B8B4E-3083-4F2F-ACC7-8EFC43B8E6BD}" type="presParOf" srcId="{8AC9F4F6-72A2-4079-B0AB-647E1E0CE31D}" destId="{EBD16EC5-CA38-4BFB-95F1-F79E66DFAC8D}" srcOrd="0" destOrd="0" presId="urn:microsoft.com/office/officeart/2005/8/layout/process5"/>
    <dgm:cxn modelId="{583E8674-6B00-4FDD-B9F0-F6421BA0D39E}" type="presParOf" srcId="{99ADD1E8-E7D7-4B4B-B961-EE97032DA9DA}" destId="{4345CB63-140B-4AE4-A259-43A8590AC034}" srcOrd="2" destOrd="0" presId="urn:microsoft.com/office/officeart/2005/8/layout/process5"/>
    <dgm:cxn modelId="{00C8DDCC-4423-4397-B4F6-7C2B0226A5EA}" type="presParOf" srcId="{99ADD1E8-E7D7-4B4B-B961-EE97032DA9DA}" destId="{937C3DA7-EFE2-4C01-AB2F-1BD28F88CE52}" srcOrd="3" destOrd="0" presId="urn:microsoft.com/office/officeart/2005/8/layout/process5"/>
    <dgm:cxn modelId="{2E459155-8386-48C1-AF79-268FD7A9CCFB}" type="presParOf" srcId="{937C3DA7-EFE2-4C01-AB2F-1BD28F88CE52}" destId="{F669B333-A86C-4D94-A6BE-0461ED529DAE}" srcOrd="0" destOrd="0" presId="urn:microsoft.com/office/officeart/2005/8/layout/process5"/>
    <dgm:cxn modelId="{39B43F06-7337-45B5-AB7D-6534F857C73C}" type="presParOf" srcId="{99ADD1E8-E7D7-4B4B-B961-EE97032DA9DA}" destId="{1101B247-0762-4BB4-BF9E-C2B4FEED3BE5}" srcOrd="4" destOrd="0" presId="urn:microsoft.com/office/officeart/2005/8/layout/process5"/>
    <dgm:cxn modelId="{6AC3F036-B191-4F68-86EE-E920F60C21A8}" type="presParOf" srcId="{99ADD1E8-E7D7-4B4B-B961-EE97032DA9DA}" destId="{7BCE0AAF-5EC0-4DC2-9C61-181A8113A950}" srcOrd="5" destOrd="0" presId="urn:microsoft.com/office/officeart/2005/8/layout/process5"/>
    <dgm:cxn modelId="{CD1D63BE-313F-4BA8-BF0F-0215ED323AF9}" type="presParOf" srcId="{7BCE0AAF-5EC0-4DC2-9C61-181A8113A950}" destId="{F28E2FB4-2973-47F4-825D-AA4E159F2C40}" srcOrd="0" destOrd="0" presId="urn:microsoft.com/office/officeart/2005/8/layout/process5"/>
    <dgm:cxn modelId="{9596EA4B-A2A0-4A8B-8E9E-7BBA9C9173C8}" type="presParOf" srcId="{99ADD1E8-E7D7-4B4B-B961-EE97032DA9DA}" destId="{1A077147-BA48-4308-962A-837858A2F5EF}" srcOrd="6" destOrd="0" presId="urn:microsoft.com/office/officeart/2005/8/layout/process5"/>
    <dgm:cxn modelId="{9BB8399F-DA78-41E6-9489-F46CEA127C12}" type="presParOf" srcId="{99ADD1E8-E7D7-4B4B-B961-EE97032DA9DA}" destId="{8C8347B6-BE12-463C-B801-E62302D8E7A6}" srcOrd="7" destOrd="0" presId="urn:microsoft.com/office/officeart/2005/8/layout/process5"/>
    <dgm:cxn modelId="{E38F7D99-0E29-4891-BD4E-7F330C68FBE3}" type="presParOf" srcId="{8C8347B6-BE12-463C-B801-E62302D8E7A6}" destId="{4F8D911C-D335-48FD-A962-9E28295C5A1E}" srcOrd="0" destOrd="0" presId="urn:microsoft.com/office/officeart/2005/8/layout/process5"/>
    <dgm:cxn modelId="{E39AC14E-A328-4961-85CF-25DDD5A37891}" type="presParOf" srcId="{99ADD1E8-E7D7-4B4B-B961-EE97032DA9DA}" destId="{54B5EC1D-05F3-4534-A53D-15F232B1A00D}" srcOrd="8" destOrd="0" presId="urn:microsoft.com/office/officeart/2005/8/layout/process5"/>
    <dgm:cxn modelId="{1B15DBF5-8C8A-4210-A8D5-902FF8864345}" type="presParOf" srcId="{99ADD1E8-E7D7-4B4B-B961-EE97032DA9DA}" destId="{8E89A849-C2BC-4240-B112-B7C3958DF1C6}" srcOrd="9" destOrd="0" presId="urn:microsoft.com/office/officeart/2005/8/layout/process5"/>
    <dgm:cxn modelId="{7265D790-C972-42B6-8759-754403887338}" type="presParOf" srcId="{8E89A849-C2BC-4240-B112-B7C3958DF1C6}" destId="{D6309269-3BDF-4FD5-AB7B-4DD750721878}" srcOrd="0" destOrd="0" presId="urn:microsoft.com/office/officeart/2005/8/layout/process5"/>
    <dgm:cxn modelId="{A6CEC210-A6ED-4BD9-9A13-E53D312BDBE0}" type="presParOf" srcId="{99ADD1E8-E7D7-4B4B-B961-EE97032DA9DA}" destId="{CB41D332-2C50-42A8-8DA1-716DA0C9433A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FE8A64BF-1506-49F5-AB14-10F4B7778999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s-AR"/>
        </a:p>
      </dgm:t>
    </dgm:pt>
    <dgm:pt modelId="{1797732C-1A71-4F2C-8B3F-3AE4D3B5B9CF}">
      <dgm:prSet phldrT="[Texto]" custT="1"/>
      <dgm:spPr>
        <a:blipFill>
          <a:blip xmlns:r="http://schemas.openxmlformats.org/officeDocument/2006/relationships" r:embed="rId1"/>
          <a:stretch>
            <a:fillRect t="-13636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E673C7EC-44AC-40A2-83A9-2399FB6A660C}" type="par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6DF294-1FF6-468F-B565-52CA9FDF90AC}" type="sibTrans" cxnId="{7024FB86-11C9-4EF2-B141-18F81AD9F41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0EB2FFA-618C-4C83-A636-23B4B3DE2A41}">
      <dgm:prSet phldrT="[Texto]" custT="1"/>
      <dgm:spPr>
        <a:blipFill>
          <a:blip xmlns:r="http://schemas.openxmlformats.org/officeDocument/2006/relationships" r:embed="rId2"/>
          <a:stretch>
            <a:fillRect t="-8182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6084F0F-6DD7-4E5E-8CE9-CD784141C3BB}" type="par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0E6B02-1033-473B-B1D0-778140DA7332}" type="sibTrans" cxnId="{8E92C3F3-D0A4-473B-9C65-65DBAFB8A612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AB5CB34-4026-4F1E-AEB7-64B7B4632777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Aprendizaje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CE610F-9D87-4BAF-B4FC-CFD82524D3CE}" type="par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2AC66A7-08FF-470D-866C-47A152205680}" type="sibTrans" cxnId="{6CDE24A0-922F-46AF-823E-40F6ED89093A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B33225-9ACB-4FB8-812B-C7387CE4FD44}">
      <dgm:prSet phldrT="[Texto]" custT="1"/>
      <dgm:spPr>
        <a:blipFill>
          <a:blip xmlns:r="http://schemas.openxmlformats.org/officeDocument/2006/relationships" r:embed="rId3"/>
          <a:stretch>
            <a:fillRect t="-93506" b="-151948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9C18A4BB-E473-4666-86FA-AEDC1039448D}" type="par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11ACD4-A922-49F8-8919-2F487515B11B}" type="sibTrans" cxnId="{2370EDAE-3A8A-4252-B961-3A097A782689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ACB4EA7-B743-4BDF-91C8-3DD827CA15D6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Predicción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04297D-E43F-4F9F-86BA-26091D61B74E}" type="par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FCCBBE-14D6-4FEA-9F33-CAE94BF85850}" type="sibTrans" cxnId="{70C18DEF-E935-4BEA-8CCA-849D2C1570B3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2CE66D0-7C0A-4BEE-B8C2-A78EEF902025}">
      <dgm:prSet phldrT="[Texto]" custT="1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C5CFB4C7-EC02-49D4-BE40-B278BEF81D9D}" type="par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6DF675-B0D6-4EFE-8884-79FAA2D03BDD}" type="sibTrans" cxnId="{DE94927F-2851-4014-AFB5-0303F156990C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DBE1663-915D-4894-B45F-BD065549FDE6}">
      <dgm:prSet phldrT="[Texto]" custT="1"/>
      <dgm:spPr>
        <a:blipFill>
          <a:blip xmlns:r="http://schemas.openxmlformats.org/officeDocument/2006/relationships" r:embed="rId5"/>
          <a:stretch>
            <a:fillRect t="-1299" b="-15584"/>
          </a:stretch>
        </a:blipFill>
      </dgm:spPr>
      <dgm:t>
        <a:bodyPr/>
        <a:lstStyle/>
        <a:p>
          <a:r>
            <a:rPr lang="es-AR">
              <a:noFill/>
            </a:rPr>
            <a:t> </a:t>
          </a:r>
        </a:p>
      </dgm:t>
    </dgm:pt>
    <dgm:pt modelId="{D23C7C18-9F5B-4324-8E86-19610BA4C410}" type="par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720370-69D5-4033-884B-743D6AFE3D5A}" type="sibTrans" cxnId="{18126289-5360-495E-8BBE-C197C2DBD7A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F435EDD-8E68-424D-8611-590741A6409F}">
      <dgm:prSet phldrT="[Texto]" custT="1"/>
      <dgm:spPr/>
      <dgm:t>
        <a:bodyPr/>
        <a:lstStyle/>
        <a:p>
          <a:r>
            <a:rPr lang="es-AR" sz="20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Separación del set de datos</a:t>
          </a:r>
          <a:endParaRPr lang="es-AR" sz="20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4E0189A-05B5-463D-86FE-4D20E34157BA}" type="sib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12243D-BF18-4BAE-95D3-9950EBCEE5F8}" type="parTrans" cxnId="{0CD311EC-CE0D-4137-ABE3-5AE4A606C2ED}">
      <dgm:prSet/>
      <dgm:spPr/>
      <dgm:t>
        <a:bodyPr/>
        <a:lstStyle/>
        <a:p>
          <a:endParaRPr lang="es-AR" sz="20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056170-DBBF-431B-A701-51B19CD7194E}" type="pres">
      <dgm:prSet presAssocID="{FE8A64BF-1506-49F5-AB14-10F4B7778999}" presName="Name0" presStyleCnt="0">
        <dgm:presLayoutVars>
          <dgm:dir/>
          <dgm:animLvl val="lvl"/>
          <dgm:resizeHandles val="exact"/>
        </dgm:presLayoutVars>
      </dgm:prSet>
      <dgm:spPr/>
    </dgm:pt>
    <dgm:pt modelId="{AE014C8C-4869-4B82-B35B-F9BAC99943D7}" type="pres">
      <dgm:prSet presAssocID="{7ACB4EA7-B743-4BDF-91C8-3DD827CA15D6}" presName="boxAndChildren" presStyleCnt="0"/>
      <dgm:spPr/>
    </dgm:pt>
    <dgm:pt modelId="{F663753A-437C-4918-A214-E0124D13B017}" type="pres">
      <dgm:prSet presAssocID="{7ACB4EA7-B743-4BDF-91C8-3DD827CA15D6}" presName="parentTextBox" presStyleLbl="node1" presStyleIdx="0" presStyleCnt="3"/>
      <dgm:spPr/>
    </dgm:pt>
    <dgm:pt modelId="{6082F83F-F82D-4D46-8B8E-49C8130539ED}" type="pres">
      <dgm:prSet presAssocID="{7ACB4EA7-B743-4BDF-91C8-3DD827CA15D6}" presName="entireBox" presStyleLbl="node1" presStyleIdx="0" presStyleCnt="3"/>
      <dgm:spPr/>
    </dgm:pt>
    <dgm:pt modelId="{301BC6F7-7D54-4C47-B174-8A8D42683B7A}" type="pres">
      <dgm:prSet presAssocID="{7ACB4EA7-B743-4BDF-91C8-3DD827CA15D6}" presName="descendantBox" presStyleCnt="0"/>
      <dgm:spPr/>
    </dgm:pt>
    <dgm:pt modelId="{D49AEADA-5DAF-453B-8BFD-B6ACD0C001A1}" type="pres">
      <dgm:prSet presAssocID="{02CE66D0-7C0A-4BEE-B8C2-A78EEF902025}" presName="childTextBox" presStyleLbl="fgAccFollowNode1" presStyleIdx="0" presStyleCnt="5">
        <dgm:presLayoutVars>
          <dgm:bulletEnabled val="1"/>
        </dgm:presLayoutVars>
      </dgm:prSet>
      <dgm:spPr/>
    </dgm:pt>
    <dgm:pt modelId="{D064F3E9-F100-44A4-BC5E-2D2B104B98D9}" type="pres">
      <dgm:prSet presAssocID="{EDBE1663-915D-4894-B45F-BD065549FDE6}" presName="childTextBox" presStyleLbl="fgAccFollowNode1" presStyleIdx="1" presStyleCnt="5">
        <dgm:presLayoutVars>
          <dgm:bulletEnabled val="1"/>
        </dgm:presLayoutVars>
      </dgm:prSet>
      <dgm:spPr/>
    </dgm:pt>
    <dgm:pt modelId="{996EB850-8FA8-48AE-9944-9C14764D2F7B}" type="pres">
      <dgm:prSet presAssocID="{C2AC66A7-08FF-470D-866C-47A152205680}" presName="sp" presStyleCnt="0"/>
      <dgm:spPr/>
    </dgm:pt>
    <dgm:pt modelId="{91EE806C-7C0C-4B35-AA98-121209A01602}" type="pres">
      <dgm:prSet presAssocID="{3AB5CB34-4026-4F1E-AEB7-64B7B4632777}" presName="arrowAndChildren" presStyleCnt="0"/>
      <dgm:spPr/>
    </dgm:pt>
    <dgm:pt modelId="{D9948CEC-9834-4E2D-9AA4-99C06ACF4A30}" type="pres">
      <dgm:prSet presAssocID="{3AB5CB34-4026-4F1E-AEB7-64B7B4632777}" presName="parentTextArrow" presStyleLbl="node1" presStyleIdx="0" presStyleCnt="3"/>
      <dgm:spPr/>
    </dgm:pt>
    <dgm:pt modelId="{0E211CA9-70FF-4233-92BB-BA9569307144}" type="pres">
      <dgm:prSet presAssocID="{3AB5CB34-4026-4F1E-AEB7-64B7B4632777}" presName="arrow" presStyleLbl="node1" presStyleIdx="1" presStyleCnt="3"/>
      <dgm:spPr/>
    </dgm:pt>
    <dgm:pt modelId="{D60DC907-5C29-40FF-A2F0-6C117513659A}" type="pres">
      <dgm:prSet presAssocID="{3AB5CB34-4026-4F1E-AEB7-64B7B4632777}" presName="descendantArrow" presStyleCnt="0"/>
      <dgm:spPr/>
    </dgm:pt>
    <dgm:pt modelId="{98850285-AABE-46DA-B33D-E02F42BFD86E}" type="pres">
      <dgm:prSet presAssocID="{48B33225-9ACB-4FB8-812B-C7387CE4FD44}" presName="childTextArrow" presStyleLbl="fgAccFollowNode1" presStyleIdx="2" presStyleCnt="5">
        <dgm:presLayoutVars>
          <dgm:bulletEnabled val="1"/>
        </dgm:presLayoutVars>
      </dgm:prSet>
      <dgm:spPr/>
    </dgm:pt>
    <dgm:pt modelId="{2982A8CB-721A-427D-8630-87CFC44510F8}" type="pres">
      <dgm:prSet presAssocID="{A4E0189A-05B5-463D-86FE-4D20E34157BA}" presName="sp" presStyleCnt="0"/>
      <dgm:spPr/>
    </dgm:pt>
    <dgm:pt modelId="{52E55EC0-93DF-49CE-80D6-C839FD7E5B08}" type="pres">
      <dgm:prSet presAssocID="{3F435EDD-8E68-424D-8611-590741A6409F}" presName="arrowAndChildren" presStyleCnt="0"/>
      <dgm:spPr/>
    </dgm:pt>
    <dgm:pt modelId="{AB61846B-F719-4FC9-ADF5-AD737086D6F9}" type="pres">
      <dgm:prSet presAssocID="{3F435EDD-8E68-424D-8611-590741A6409F}" presName="parentTextArrow" presStyleLbl="node1" presStyleIdx="1" presStyleCnt="3"/>
      <dgm:spPr/>
    </dgm:pt>
    <dgm:pt modelId="{C67C1679-798A-4ABE-A1DA-71D2BFBC3B26}" type="pres">
      <dgm:prSet presAssocID="{3F435EDD-8E68-424D-8611-590741A6409F}" presName="arrow" presStyleLbl="node1" presStyleIdx="2" presStyleCnt="3" custLinFactNeighborX="5" custLinFactNeighborY="3960"/>
      <dgm:spPr/>
    </dgm:pt>
    <dgm:pt modelId="{51110261-5485-42C4-ADB4-16C4F3A16278}" type="pres">
      <dgm:prSet presAssocID="{3F435EDD-8E68-424D-8611-590741A6409F}" presName="descendantArrow" presStyleCnt="0"/>
      <dgm:spPr/>
    </dgm:pt>
    <dgm:pt modelId="{495F5BD1-6D0C-45BF-AA39-1236454DA495}" type="pres">
      <dgm:prSet presAssocID="{1797732C-1A71-4F2C-8B3F-3AE4D3B5B9CF}" presName="childTextArrow" presStyleLbl="fgAccFollowNode1" presStyleIdx="3" presStyleCnt="5" custScaleY="144181">
        <dgm:presLayoutVars>
          <dgm:bulletEnabled val="1"/>
        </dgm:presLayoutVars>
      </dgm:prSet>
      <dgm:spPr/>
    </dgm:pt>
    <dgm:pt modelId="{962DD286-05B5-48CF-A287-5E12375C1171}" type="pres">
      <dgm:prSet presAssocID="{60EB2FFA-618C-4C83-A636-23B4B3DE2A41}" presName="childTextArrow" presStyleLbl="fgAccFollowNode1" presStyleIdx="4" presStyleCnt="5" custScaleY="144181">
        <dgm:presLayoutVars>
          <dgm:bulletEnabled val="1"/>
        </dgm:presLayoutVars>
      </dgm:prSet>
      <dgm:spPr/>
    </dgm:pt>
  </dgm:ptLst>
  <dgm:cxnLst>
    <dgm:cxn modelId="{3B4C5711-6295-4E59-9914-7A3A588544CB}" type="presOf" srcId="{7ACB4EA7-B743-4BDF-91C8-3DD827CA15D6}" destId="{6082F83F-F82D-4D46-8B8E-49C8130539ED}" srcOrd="1" destOrd="0" presId="urn:microsoft.com/office/officeart/2005/8/layout/process4"/>
    <dgm:cxn modelId="{EE8F2415-B899-4AE1-B50E-1CB828105224}" type="presOf" srcId="{02CE66D0-7C0A-4BEE-B8C2-A78EEF902025}" destId="{D49AEADA-5DAF-453B-8BFD-B6ACD0C001A1}" srcOrd="0" destOrd="0" presId="urn:microsoft.com/office/officeart/2005/8/layout/process4"/>
    <dgm:cxn modelId="{E828DE30-1308-4971-8B59-15727F874A5C}" type="presOf" srcId="{48B33225-9ACB-4FB8-812B-C7387CE4FD44}" destId="{98850285-AABE-46DA-B33D-E02F42BFD86E}" srcOrd="0" destOrd="0" presId="urn:microsoft.com/office/officeart/2005/8/layout/process4"/>
    <dgm:cxn modelId="{5458A645-477B-45C0-AF57-7169C28ACEEE}" type="presOf" srcId="{3F435EDD-8E68-424D-8611-590741A6409F}" destId="{AB61846B-F719-4FC9-ADF5-AD737086D6F9}" srcOrd="0" destOrd="0" presId="urn:microsoft.com/office/officeart/2005/8/layout/process4"/>
    <dgm:cxn modelId="{A4A50969-FE4B-44B2-92CD-3661940B7678}" type="presOf" srcId="{1797732C-1A71-4F2C-8B3F-3AE4D3B5B9CF}" destId="{495F5BD1-6D0C-45BF-AA39-1236454DA495}" srcOrd="0" destOrd="0" presId="urn:microsoft.com/office/officeart/2005/8/layout/process4"/>
    <dgm:cxn modelId="{572C047A-E611-448D-BDD2-42F9E7C5009E}" type="presOf" srcId="{EDBE1663-915D-4894-B45F-BD065549FDE6}" destId="{D064F3E9-F100-44A4-BC5E-2D2B104B98D9}" srcOrd="0" destOrd="0" presId="urn:microsoft.com/office/officeart/2005/8/layout/process4"/>
    <dgm:cxn modelId="{DE94927F-2851-4014-AFB5-0303F156990C}" srcId="{7ACB4EA7-B743-4BDF-91C8-3DD827CA15D6}" destId="{02CE66D0-7C0A-4BEE-B8C2-A78EEF902025}" srcOrd="0" destOrd="0" parTransId="{C5CFB4C7-EC02-49D4-BE40-B278BEF81D9D}" sibTransId="{ED6DF675-B0D6-4EFE-8884-79FAA2D03BDD}"/>
    <dgm:cxn modelId="{7024FB86-11C9-4EF2-B141-18F81AD9F41C}" srcId="{3F435EDD-8E68-424D-8611-590741A6409F}" destId="{1797732C-1A71-4F2C-8B3F-3AE4D3B5B9CF}" srcOrd="0" destOrd="0" parTransId="{E673C7EC-44AC-40A2-83A9-2399FB6A660C}" sibTransId="{456DF294-1FF6-468F-B565-52CA9FDF90AC}"/>
    <dgm:cxn modelId="{18126289-5360-495E-8BBE-C197C2DBD7AD}" srcId="{7ACB4EA7-B743-4BDF-91C8-3DD827CA15D6}" destId="{EDBE1663-915D-4894-B45F-BD065549FDE6}" srcOrd="1" destOrd="0" parTransId="{D23C7C18-9F5B-4324-8E86-19610BA4C410}" sibTransId="{13720370-69D5-4033-884B-743D6AFE3D5A}"/>
    <dgm:cxn modelId="{E19F669E-4FA4-41E6-89D7-C367BBC07969}" type="presOf" srcId="{3F435EDD-8E68-424D-8611-590741A6409F}" destId="{C67C1679-798A-4ABE-A1DA-71D2BFBC3B26}" srcOrd="1" destOrd="0" presId="urn:microsoft.com/office/officeart/2005/8/layout/process4"/>
    <dgm:cxn modelId="{6CDE24A0-922F-46AF-823E-40F6ED89093A}" srcId="{FE8A64BF-1506-49F5-AB14-10F4B7778999}" destId="{3AB5CB34-4026-4F1E-AEB7-64B7B4632777}" srcOrd="1" destOrd="0" parTransId="{E4CE610F-9D87-4BAF-B4FC-CFD82524D3CE}" sibTransId="{C2AC66A7-08FF-470D-866C-47A152205680}"/>
    <dgm:cxn modelId="{FDBD73A0-7C6C-4F09-AAA4-66451774E273}" type="presOf" srcId="{FE8A64BF-1506-49F5-AB14-10F4B7778999}" destId="{88056170-DBBF-431B-A701-51B19CD7194E}" srcOrd="0" destOrd="0" presId="urn:microsoft.com/office/officeart/2005/8/layout/process4"/>
    <dgm:cxn modelId="{2370EDAE-3A8A-4252-B961-3A097A782689}" srcId="{3AB5CB34-4026-4F1E-AEB7-64B7B4632777}" destId="{48B33225-9ACB-4FB8-812B-C7387CE4FD44}" srcOrd="0" destOrd="0" parTransId="{9C18A4BB-E473-4666-86FA-AEDC1039448D}" sibTransId="{FD11ACD4-A922-49F8-8919-2F487515B11B}"/>
    <dgm:cxn modelId="{0A165DCE-A2A7-45A0-A1B2-E95C3556AF50}" type="presOf" srcId="{3AB5CB34-4026-4F1E-AEB7-64B7B4632777}" destId="{D9948CEC-9834-4E2D-9AA4-99C06ACF4A30}" srcOrd="0" destOrd="0" presId="urn:microsoft.com/office/officeart/2005/8/layout/process4"/>
    <dgm:cxn modelId="{349360D4-D934-4789-9780-B9BA5F0F3D50}" type="presOf" srcId="{3AB5CB34-4026-4F1E-AEB7-64B7B4632777}" destId="{0E211CA9-70FF-4233-92BB-BA9569307144}" srcOrd="1" destOrd="0" presId="urn:microsoft.com/office/officeart/2005/8/layout/process4"/>
    <dgm:cxn modelId="{0CD311EC-CE0D-4137-ABE3-5AE4A606C2ED}" srcId="{FE8A64BF-1506-49F5-AB14-10F4B7778999}" destId="{3F435EDD-8E68-424D-8611-590741A6409F}" srcOrd="0" destOrd="0" parTransId="{5912243D-BF18-4BAE-95D3-9950EBCEE5F8}" sibTransId="{A4E0189A-05B5-463D-86FE-4D20E34157BA}"/>
    <dgm:cxn modelId="{70C18DEF-E935-4BEA-8CCA-849D2C1570B3}" srcId="{FE8A64BF-1506-49F5-AB14-10F4B7778999}" destId="{7ACB4EA7-B743-4BDF-91C8-3DD827CA15D6}" srcOrd="2" destOrd="0" parTransId="{DA04297D-E43F-4F9F-86BA-26091D61B74E}" sibTransId="{DFFCCBBE-14D6-4FEA-9F33-CAE94BF85850}"/>
    <dgm:cxn modelId="{8E92C3F3-D0A4-473B-9C65-65DBAFB8A612}" srcId="{3F435EDD-8E68-424D-8611-590741A6409F}" destId="{60EB2FFA-618C-4C83-A636-23B4B3DE2A41}" srcOrd="1" destOrd="0" parTransId="{D6084F0F-6DD7-4E5E-8CE9-CD784141C3BB}" sibTransId="{A20E6B02-1033-473B-B1D0-778140DA7332}"/>
    <dgm:cxn modelId="{1E2288F5-6CCD-49E1-B920-CBB247EFBDA2}" type="presOf" srcId="{7ACB4EA7-B743-4BDF-91C8-3DD827CA15D6}" destId="{F663753A-437C-4918-A214-E0124D13B017}" srcOrd="0" destOrd="0" presId="urn:microsoft.com/office/officeart/2005/8/layout/process4"/>
    <dgm:cxn modelId="{9E49EDF6-C9E4-4730-9272-FBC20F4BE1EC}" type="presOf" srcId="{60EB2FFA-618C-4C83-A636-23B4B3DE2A41}" destId="{962DD286-05B5-48CF-A287-5E12375C1171}" srcOrd="0" destOrd="0" presId="urn:microsoft.com/office/officeart/2005/8/layout/process4"/>
    <dgm:cxn modelId="{09957C6C-601A-4B29-A53E-81961862EE0B}" type="presParOf" srcId="{88056170-DBBF-431B-A701-51B19CD7194E}" destId="{AE014C8C-4869-4B82-B35B-F9BAC99943D7}" srcOrd="0" destOrd="0" presId="urn:microsoft.com/office/officeart/2005/8/layout/process4"/>
    <dgm:cxn modelId="{C5AB250A-9EAF-406A-B038-FF528718A85E}" type="presParOf" srcId="{AE014C8C-4869-4B82-B35B-F9BAC99943D7}" destId="{F663753A-437C-4918-A214-E0124D13B017}" srcOrd="0" destOrd="0" presId="urn:microsoft.com/office/officeart/2005/8/layout/process4"/>
    <dgm:cxn modelId="{71B5C8E3-F88C-4784-B46C-D90F5CAD6010}" type="presParOf" srcId="{AE014C8C-4869-4B82-B35B-F9BAC99943D7}" destId="{6082F83F-F82D-4D46-8B8E-49C8130539ED}" srcOrd="1" destOrd="0" presId="urn:microsoft.com/office/officeart/2005/8/layout/process4"/>
    <dgm:cxn modelId="{D536E06C-E3DA-482A-B740-C0DB5C2B60B4}" type="presParOf" srcId="{AE014C8C-4869-4B82-B35B-F9BAC99943D7}" destId="{301BC6F7-7D54-4C47-B174-8A8D42683B7A}" srcOrd="2" destOrd="0" presId="urn:microsoft.com/office/officeart/2005/8/layout/process4"/>
    <dgm:cxn modelId="{9624634F-EA68-446F-A21D-CA7605C546F6}" type="presParOf" srcId="{301BC6F7-7D54-4C47-B174-8A8D42683B7A}" destId="{D49AEADA-5DAF-453B-8BFD-B6ACD0C001A1}" srcOrd="0" destOrd="0" presId="urn:microsoft.com/office/officeart/2005/8/layout/process4"/>
    <dgm:cxn modelId="{674827B5-809C-4643-A9AA-4429B3A7BB71}" type="presParOf" srcId="{301BC6F7-7D54-4C47-B174-8A8D42683B7A}" destId="{D064F3E9-F100-44A4-BC5E-2D2B104B98D9}" srcOrd="1" destOrd="0" presId="urn:microsoft.com/office/officeart/2005/8/layout/process4"/>
    <dgm:cxn modelId="{7E6A0461-065D-4671-9188-C87755C4F085}" type="presParOf" srcId="{88056170-DBBF-431B-A701-51B19CD7194E}" destId="{996EB850-8FA8-48AE-9944-9C14764D2F7B}" srcOrd="1" destOrd="0" presId="urn:microsoft.com/office/officeart/2005/8/layout/process4"/>
    <dgm:cxn modelId="{C5BD2616-463E-4003-843E-45CB9B6D51EB}" type="presParOf" srcId="{88056170-DBBF-431B-A701-51B19CD7194E}" destId="{91EE806C-7C0C-4B35-AA98-121209A01602}" srcOrd="2" destOrd="0" presId="urn:microsoft.com/office/officeart/2005/8/layout/process4"/>
    <dgm:cxn modelId="{59F7EE85-7D87-4CED-8C14-4D75FA76C912}" type="presParOf" srcId="{91EE806C-7C0C-4B35-AA98-121209A01602}" destId="{D9948CEC-9834-4E2D-9AA4-99C06ACF4A30}" srcOrd="0" destOrd="0" presId="urn:microsoft.com/office/officeart/2005/8/layout/process4"/>
    <dgm:cxn modelId="{0B2559A7-F598-46BB-8F23-0905FEFC6270}" type="presParOf" srcId="{91EE806C-7C0C-4B35-AA98-121209A01602}" destId="{0E211CA9-70FF-4233-92BB-BA9569307144}" srcOrd="1" destOrd="0" presId="urn:microsoft.com/office/officeart/2005/8/layout/process4"/>
    <dgm:cxn modelId="{38845756-0638-4ECF-B385-987E886AB69D}" type="presParOf" srcId="{91EE806C-7C0C-4B35-AA98-121209A01602}" destId="{D60DC907-5C29-40FF-A2F0-6C117513659A}" srcOrd="2" destOrd="0" presId="urn:microsoft.com/office/officeart/2005/8/layout/process4"/>
    <dgm:cxn modelId="{B63C975A-8DA7-4DD3-818C-00F464DD3FFE}" type="presParOf" srcId="{D60DC907-5C29-40FF-A2F0-6C117513659A}" destId="{98850285-AABE-46DA-B33D-E02F42BFD86E}" srcOrd="0" destOrd="0" presId="urn:microsoft.com/office/officeart/2005/8/layout/process4"/>
    <dgm:cxn modelId="{A06D1057-4F0C-4EB4-8CEA-238D5D918001}" type="presParOf" srcId="{88056170-DBBF-431B-A701-51B19CD7194E}" destId="{2982A8CB-721A-427D-8630-87CFC44510F8}" srcOrd="3" destOrd="0" presId="urn:microsoft.com/office/officeart/2005/8/layout/process4"/>
    <dgm:cxn modelId="{115726CE-17C5-4843-B113-DEDE2458AEED}" type="presParOf" srcId="{88056170-DBBF-431B-A701-51B19CD7194E}" destId="{52E55EC0-93DF-49CE-80D6-C839FD7E5B08}" srcOrd="4" destOrd="0" presId="urn:microsoft.com/office/officeart/2005/8/layout/process4"/>
    <dgm:cxn modelId="{FA0497D7-1E43-42D4-BA30-977754604310}" type="presParOf" srcId="{52E55EC0-93DF-49CE-80D6-C839FD7E5B08}" destId="{AB61846B-F719-4FC9-ADF5-AD737086D6F9}" srcOrd="0" destOrd="0" presId="urn:microsoft.com/office/officeart/2005/8/layout/process4"/>
    <dgm:cxn modelId="{49DDA4D7-C4DD-4889-8C45-56667ACD0E29}" type="presParOf" srcId="{52E55EC0-93DF-49CE-80D6-C839FD7E5B08}" destId="{C67C1679-798A-4ABE-A1DA-71D2BFBC3B26}" srcOrd="1" destOrd="0" presId="urn:microsoft.com/office/officeart/2005/8/layout/process4"/>
    <dgm:cxn modelId="{8512E213-A80D-4778-B177-03558C9BCA84}" type="presParOf" srcId="{52E55EC0-93DF-49CE-80D6-C839FD7E5B08}" destId="{51110261-5485-42C4-ADB4-16C4F3A16278}" srcOrd="2" destOrd="0" presId="urn:microsoft.com/office/officeart/2005/8/layout/process4"/>
    <dgm:cxn modelId="{C7E579A0-B4E8-4E26-9D41-01D060D09939}" type="presParOf" srcId="{51110261-5485-42C4-ADB4-16C4F3A16278}" destId="{495F5BD1-6D0C-45BF-AA39-1236454DA495}" srcOrd="0" destOrd="0" presId="urn:microsoft.com/office/officeart/2005/8/layout/process4"/>
    <dgm:cxn modelId="{98A5B8F0-51F0-4BEE-A993-B92F357CA9E1}" type="presParOf" srcId="{51110261-5485-42C4-ADB4-16C4F3A16278}" destId="{962DD286-05B5-48CF-A287-5E12375C117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017D8-C5E4-4AF6-A3F2-8F364DF1380D}">
      <dsp:nvSpPr>
        <dsp:cNvPr id="0" name=""/>
        <dsp:cNvSpPr/>
      </dsp:nvSpPr>
      <dsp:spPr>
        <a:xfrm>
          <a:off x="227724" y="0"/>
          <a:ext cx="3811751" cy="381175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99568" rIns="36000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Inteligencia Artificial</a:t>
          </a:r>
        </a:p>
      </dsp:txBody>
      <dsp:txXfrm>
        <a:off x="1600717" y="190587"/>
        <a:ext cx="1065765" cy="571762"/>
      </dsp:txXfrm>
    </dsp:sp>
    <dsp:sp modelId="{E71EB937-CC97-4F8F-A28D-24157CAEF9BD}">
      <dsp:nvSpPr>
        <dsp:cNvPr id="0" name=""/>
        <dsp:cNvSpPr/>
      </dsp:nvSpPr>
      <dsp:spPr>
        <a:xfrm>
          <a:off x="608899" y="762350"/>
          <a:ext cx="3049400" cy="3049400"/>
        </a:xfrm>
        <a:prstGeom prst="ellips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Machine Learning</a:t>
          </a:r>
        </a:p>
      </dsp:txBody>
      <dsp:txXfrm>
        <a:off x="1600717" y="945314"/>
        <a:ext cx="1065765" cy="548892"/>
      </dsp:txXfrm>
    </dsp:sp>
    <dsp:sp modelId="{1AD4C761-3FCB-4F46-ACFA-A3B8B5D00370}">
      <dsp:nvSpPr>
        <dsp:cNvPr id="0" name=""/>
        <dsp:cNvSpPr/>
      </dsp:nvSpPr>
      <dsp:spPr>
        <a:xfrm>
          <a:off x="990074" y="1524700"/>
          <a:ext cx="2287050" cy="2287050"/>
        </a:xfrm>
        <a:prstGeom prst="ellips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Métodos</a:t>
          </a:r>
        </a:p>
      </dsp:txBody>
      <dsp:txXfrm>
        <a:off x="1600717" y="1696229"/>
        <a:ext cx="1065765" cy="514586"/>
      </dsp:txXfrm>
    </dsp:sp>
    <dsp:sp modelId="{C3B9BD37-53CF-46DA-808F-A414C4A68FEA}">
      <dsp:nvSpPr>
        <dsp:cNvPr id="0" name=""/>
        <dsp:cNvSpPr/>
      </dsp:nvSpPr>
      <dsp:spPr>
        <a:xfrm>
          <a:off x="1371249" y="2287050"/>
          <a:ext cx="1524700" cy="1524700"/>
        </a:xfrm>
        <a:prstGeom prst="ellips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0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Tecnologías</a:t>
          </a:r>
        </a:p>
      </dsp:txBody>
      <dsp:txXfrm>
        <a:off x="1594537" y="2668225"/>
        <a:ext cx="1078125" cy="7623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E3E71-09A1-4018-8CF6-709A20C7D2C3}">
      <dsp:nvSpPr>
        <dsp:cNvPr id="0" name=""/>
        <dsp:cNvSpPr/>
      </dsp:nvSpPr>
      <dsp:spPr>
        <a:xfrm rot="21416334">
          <a:off x="5031787" y="1937321"/>
          <a:ext cx="29982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9825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AE99CF-9A9B-4359-971B-982B3D9D703A}">
      <dsp:nvSpPr>
        <dsp:cNvPr id="0" name=""/>
        <dsp:cNvSpPr/>
      </dsp:nvSpPr>
      <dsp:spPr>
        <a:xfrm rot="10864708">
          <a:off x="3213226" y="1972361"/>
          <a:ext cx="16749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492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16DFCF-4089-4B51-B10F-24011CB8B94C}">
      <dsp:nvSpPr>
        <dsp:cNvPr id="0" name=""/>
        <dsp:cNvSpPr/>
      </dsp:nvSpPr>
      <dsp:spPr>
        <a:xfrm>
          <a:off x="3380703" y="1344314"/>
          <a:ext cx="1651297" cy="12903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2200" b="1" kern="1200" dirty="0">
              <a:solidFill>
                <a:schemeClr val="tx1"/>
              </a:solidFill>
            </a:rPr>
            <a:t>Aprendizaje supervisado</a:t>
          </a:r>
          <a:endParaRPr lang="es-AR" sz="2200" kern="1200" dirty="0">
            <a:solidFill>
              <a:schemeClr val="tx1"/>
            </a:solidFill>
          </a:endParaRPr>
        </a:p>
      </dsp:txBody>
      <dsp:txXfrm>
        <a:off x="3443692" y="1407303"/>
        <a:ext cx="1525319" cy="1164353"/>
      </dsp:txXfrm>
    </dsp:sp>
    <dsp:sp modelId="{A859F330-6BE9-4CFA-BAC1-F0B39E99AE32}">
      <dsp:nvSpPr>
        <dsp:cNvPr id="0" name=""/>
        <dsp:cNvSpPr/>
      </dsp:nvSpPr>
      <dsp:spPr>
        <a:xfrm>
          <a:off x="1631751" y="1439672"/>
          <a:ext cx="1581489" cy="1032454"/>
        </a:xfrm>
        <a:prstGeom prst="roundRect">
          <a:avLst/>
        </a:prstGeom>
        <a:gradFill rotWithShape="0">
          <a:gsLst>
            <a:gs pos="0">
              <a:schemeClr val="accent2">
                <a:hueOff val="-132306"/>
                <a:satOff val="-76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32306"/>
                <a:satOff val="-76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32306"/>
                <a:satOff val="-76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800" b="1" kern="1200" dirty="0">
              <a:solidFill>
                <a:schemeClr val="tx1"/>
              </a:solidFill>
            </a:rPr>
            <a:t>Clasificación</a:t>
          </a:r>
          <a:endParaRPr lang="es-AR" sz="1800" kern="1200" dirty="0">
            <a:solidFill>
              <a:schemeClr val="tx1"/>
            </a:solidFill>
          </a:endParaRPr>
        </a:p>
      </dsp:txBody>
      <dsp:txXfrm>
        <a:off x="1682151" y="1490072"/>
        <a:ext cx="1480689" cy="931654"/>
      </dsp:txXfrm>
    </dsp:sp>
    <dsp:sp modelId="{5462DB5F-D90B-4A80-8DF7-9A7BAD4703FF}">
      <dsp:nvSpPr>
        <dsp:cNvPr id="0" name=""/>
        <dsp:cNvSpPr/>
      </dsp:nvSpPr>
      <dsp:spPr>
        <a:xfrm rot="16252823">
          <a:off x="2259545" y="1266142"/>
          <a:ext cx="34710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7100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E79A8-9CF2-4287-9AD8-33D914614240}">
      <dsp:nvSpPr>
        <dsp:cNvPr id="0" name=""/>
        <dsp:cNvSpPr/>
      </dsp:nvSpPr>
      <dsp:spPr>
        <a:xfrm>
          <a:off x="1759672" y="60157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264611"/>
                <a:satOff val="-15260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64611"/>
                <a:satOff val="-15260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64611"/>
                <a:satOff val="-15260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Identificación de fraudes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1810072" y="110557"/>
        <a:ext cx="1267244" cy="931654"/>
      </dsp:txXfrm>
    </dsp:sp>
    <dsp:sp modelId="{D87786F7-3C4D-4AA1-ADA2-92251A5B13FC}">
      <dsp:nvSpPr>
        <dsp:cNvPr id="0" name=""/>
        <dsp:cNvSpPr/>
      </dsp:nvSpPr>
      <dsp:spPr>
        <a:xfrm rot="9417694">
          <a:off x="1414425" y="2336467"/>
          <a:ext cx="22635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6352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3B76A8-9DB6-4E17-BCCB-ACECBC2B7FD3}">
      <dsp:nvSpPr>
        <dsp:cNvPr id="0" name=""/>
        <dsp:cNvSpPr/>
      </dsp:nvSpPr>
      <dsp:spPr>
        <a:xfrm>
          <a:off x="55407" y="2155423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396917"/>
                <a:satOff val="-22889"/>
                <a:lumOff val="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96917"/>
                <a:satOff val="-22889"/>
                <a:lumOff val="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96917"/>
                <a:satOff val="-22889"/>
                <a:lumOff val="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Retención de clientes</a:t>
          </a:r>
          <a:endParaRPr lang="es-AR" sz="1400" kern="1200">
            <a:solidFill>
              <a:schemeClr val="tx1"/>
            </a:solidFill>
          </a:endParaRPr>
        </a:p>
      </dsp:txBody>
      <dsp:txXfrm>
        <a:off x="105807" y="2205823"/>
        <a:ext cx="1267244" cy="931654"/>
      </dsp:txXfrm>
    </dsp:sp>
    <dsp:sp modelId="{6AF6EB88-D453-4298-A13F-16A3F4C056E7}">
      <dsp:nvSpPr>
        <dsp:cNvPr id="0" name=""/>
        <dsp:cNvSpPr/>
      </dsp:nvSpPr>
      <dsp:spPr>
        <a:xfrm rot="12205704">
          <a:off x="1433449" y="1572130"/>
          <a:ext cx="20682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682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2E9319-C347-46D8-9078-1A9D97248AB4}">
      <dsp:nvSpPr>
        <dsp:cNvPr id="0" name=""/>
        <dsp:cNvSpPr/>
      </dsp:nvSpPr>
      <dsp:spPr>
        <a:xfrm>
          <a:off x="73930" y="718380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529223"/>
                <a:satOff val="-30519"/>
                <a:lumOff val="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29223"/>
                <a:satOff val="-30519"/>
                <a:lumOff val="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29223"/>
                <a:satOff val="-30519"/>
                <a:lumOff val="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Clasificación de imágenes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124330" y="768780"/>
        <a:ext cx="1267244" cy="931654"/>
      </dsp:txXfrm>
    </dsp:sp>
    <dsp:sp modelId="{46717DBC-68AE-4952-AC56-664D4A30D91A}">
      <dsp:nvSpPr>
        <dsp:cNvPr id="0" name=""/>
        <dsp:cNvSpPr/>
      </dsp:nvSpPr>
      <dsp:spPr>
        <a:xfrm rot="5472395">
          <a:off x="2269546" y="2611242"/>
          <a:ext cx="27829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93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F54E06-5A35-425A-9041-DACB48782F80}">
      <dsp:nvSpPr>
        <dsp:cNvPr id="0" name=""/>
        <dsp:cNvSpPr/>
      </dsp:nvSpPr>
      <dsp:spPr>
        <a:xfrm>
          <a:off x="1710868" y="2750358"/>
          <a:ext cx="1368044" cy="1032454"/>
        </a:xfrm>
        <a:prstGeom prst="roundRect">
          <a:avLst/>
        </a:prstGeom>
        <a:gradFill rotWithShape="0">
          <a:gsLst>
            <a:gs pos="0">
              <a:schemeClr val="accent2">
                <a:hueOff val="-661529"/>
                <a:satOff val="-38149"/>
                <a:lumOff val="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61529"/>
                <a:satOff val="-38149"/>
                <a:lumOff val="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61529"/>
                <a:satOff val="-38149"/>
                <a:lumOff val="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Diagnósticos médicos y/o técnicos</a:t>
          </a:r>
          <a:endParaRPr lang="es-AR" sz="1400" kern="1200">
            <a:solidFill>
              <a:schemeClr val="tx1"/>
            </a:solidFill>
          </a:endParaRPr>
        </a:p>
      </dsp:txBody>
      <dsp:txXfrm>
        <a:off x="1761268" y="2800758"/>
        <a:ext cx="1267244" cy="931654"/>
      </dsp:txXfrm>
    </dsp:sp>
    <dsp:sp modelId="{4EADC877-53E0-49ED-88A4-C1911627B292}">
      <dsp:nvSpPr>
        <dsp:cNvPr id="0" name=""/>
        <dsp:cNvSpPr/>
      </dsp:nvSpPr>
      <dsp:spPr>
        <a:xfrm>
          <a:off x="5331399" y="1481371"/>
          <a:ext cx="1541593" cy="813448"/>
        </a:xfrm>
        <a:prstGeom prst="roundRect">
          <a:avLst/>
        </a:prstGeom>
        <a:gradFill rotWithShape="0">
          <a:gsLst>
            <a:gs pos="0">
              <a:schemeClr val="accent2">
                <a:hueOff val="-793834"/>
                <a:satOff val="-45779"/>
                <a:lumOff val="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93834"/>
                <a:satOff val="-45779"/>
                <a:lumOff val="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93834"/>
                <a:satOff val="-45779"/>
                <a:lumOff val="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800" b="1" kern="1200" dirty="0">
              <a:solidFill>
                <a:schemeClr val="tx1"/>
              </a:solidFill>
            </a:rPr>
            <a:t>Regresión</a:t>
          </a:r>
          <a:endParaRPr lang="es-AR" sz="1800" kern="1200" dirty="0">
            <a:solidFill>
              <a:schemeClr val="tx1"/>
            </a:solidFill>
          </a:endParaRPr>
        </a:p>
      </dsp:txBody>
      <dsp:txXfrm>
        <a:off x="5371108" y="1521080"/>
        <a:ext cx="1462175" cy="734030"/>
      </dsp:txXfrm>
    </dsp:sp>
    <dsp:sp modelId="{489A78F6-2615-457E-84EA-DDA0563FE2B4}">
      <dsp:nvSpPr>
        <dsp:cNvPr id="0" name=""/>
        <dsp:cNvSpPr/>
      </dsp:nvSpPr>
      <dsp:spPr>
        <a:xfrm rot="19445495">
          <a:off x="6600699" y="1286361"/>
          <a:ext cx="66500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65006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67150C-9164-4AD1-9639-DC1AE8FB1942}">
      <dsp:nvSpPr>
        <dsp:cNvPr id="0" name=""/>
        <dsp:cNvSpPr/>
      </dsp:nvSpPr>
      <dsp:spPr>
        <a:xfrm>
          <a:off x="7097443" y="277901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926140"/>
                <a:satOff val="-53409"/>
                <a:lumOff val="549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26140"/>
                <a:satOff val="-53409"/>
                <a:lumOff val="549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26140"/>
                <a:satOff val="-53409"/>
                <a:lumOff val="549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Predicción de aceptación de publicidad</a:t>
          </a:r>
          <a:endParaRPr lang="es-AR" sz="1400" kern="1200">
            <a:solidFill>
              <a:schemeClr val="tx1"/>
            </a:solidFill>
          </a:endParaRPr>
        </a:p>
      </dsp:txBody>
      <dsp:txXfrm>
        <a:off x="7137152" y="317610"/>
        <a:ext cx="1254115" cy="734030"/>
      </dsp:txXfrm>
    </dsp:sp>
    <dsp:sp modelId="{78FFD143-FF48-46C9-9086-A7824D230FB7}">
      <dsp:nvSpPr>
        <dsp:cNvPr id="0" name=""/>
        <dsp:cNvSpPr/>
      </dsp:nvSpPr>
      <dsp:spPr>
        <a:xfrm rot="16200545">
          <a:off x="5783856" y="1162916"/>
          <a:ext cx="6369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6909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A23AE9-2FFC-41CB-B933-AFAD6C886971}">
      <dsp:nvSpPr>
        <dsp:cNvPr id="0" name=""/>
        <dsp:cNvSpPr/>
      </dsp:nvSpPr>
      <dsp:spPr>
        <a:xfrm>
          <a:off x="5435659" y="31012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058446"/>
                <a:satOff val="-61039"/>
                <a:lumOff val="62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58446"/>
                <a:satOff val="-61039"/>
                <a:lumOff val="62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58446"/>
                <a:satOff val="-61039"/>
                <a:lumOff val="62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Predicción del clima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5475368" y="70721"/>
        <a:ext cx="1254115" cy="734030"/>
      </dsp:txXfrm>
    </dsp:sp>
    <dsp:sp modelId="{6D4AC51E-EA98-4913-87A4-FAAEF51FB99D}">
      <dsp:nvSpPr>
        <dsp:cNvPr id="0" name=""/>
        <dsp:cNvSpPr/>
      </dsp:nvSpPr>
      <dsp:spPr>
        <a:xfrm rot="173869">
          <a:off x="6872755" y="1936484"/>
          <a:ext cx="37074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0740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58F6AE-4812-4010-9882-BE16A6EB729E}">
      <dsp:nvSpPr>
        <dsp:cNvPr id="0" name=""/>
        <dsp:cNvSpPr/>
      </dsp:nvSpPr>
      <dsp:spPr>
        <a:xfrm>
          <a:off x="7243258" y="1572883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190752"/>
                <a:satOff val="-68668"/>
                <a:lumOff val="70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90752"/>
                <a:satOff val="-68668"/>
                <a:lumOff val="70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90752"/>
                <a:satOff val="-68668"/>
                <a:lumOff val="70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>
              <a:solidFill>
                <a:schemeClr val="tx1"/>
              </a:solidFill>
            </a:rPr>
            <a:t>Predicciones económicas</a:t>
          </a:r>
          <a:endParaRPr lang="es-AR" sz="1400" kern="1200">
            <a:solidFill>
              <a:schemeClr val="tx1"/>
            </a:solidFill>
          </a:endParaRPr>
        </a:p>
      </dsp:txBody>
      <dsp:txXfrm>
        <a:off x="7282967" y="1612592"/>
        <a:ext cx="1254115" cy="734030"/>
      </dsp:txXfrm>
    </dsp:sp>
    <dsp:sp modelId="{AC599A9B-1145-4C2B-AE93-935AB28C0B12}">
      <dsp:nvSpPr>
        <dsp:cNvPr id="0" name=""/>
        <dsp:cNvSpPr/>
      </dsp:nvSpPr>
      <dsp:spPr>
        <a:xfrm rot="2340783">
          <a:off x="6517364" y="2540016"/>
          <a:ext cx="77902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9022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78992-87D6-49F0-8F1B-FFBDADE06B22}">
      <dsp:nvSpPr>
        <dsp:cNvPr id="0" name=""/>
        <dsp:cNvSpPr/>
      </dsp:nvSpPr>
      <dsp:spPr>
        <a:xfrm>
          <a:off x="7044789" y="2785213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323057"/>
                <a:satOff val="-76298"/>
                <a:lumOff val="7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323057"/>
                <a:satOff val="-76298"/>
                <a:lumOff val="7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323057"/>
                <a:satOff val="-76298"/>
                <a:lumOff val="7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Estimación de la esperanza de vida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7084498" y="2824922"/>
        <a:ext cx="1254115" cy="734030"/>
      </dsp:txXfrm>
    </dsp:sp>
    <dsp:sp modelId="{5DA43AC1-AA8B-466C-BB0E-7AE8453A5E5E}">
      <dsp:nvSpPr>
        <dsp:cNvPr id="0" name=""/>
        <dsp:cNvSpPr/>
      </dsp:nvSpPr>
      <dsp:spPr>
        <a:xfrm rot="5442946">
          <a:off x="5791103" y="2597032"/>
          <a:ext cx="60447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4471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92F8DB-3E97-494D-8FCF-5AA1F5252D72}">
      <dsp:nvSpPr>
        <dsp:cNvPr id="0" name=""/>
        <dsp:cNvSpPr/>
      </dsp:nvSpPr>
      <dsp:spPr>
        <a:xfrm>
          <a:off x="5417715" y="2899244"/>
          <a:ext cx="1333533" cy="813448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Times New Roman" panose="02020603050405020304" pitchFamily="18" charset="0"/>
            <a:buNone/>
          </a:pPr>
          <a:r>
            <a:rPr lang="es-AR" sz="1400" b="1" kern="1200" dirty="0">
              <a:solidFill>
                <a:schemeClr val="tx1"/>
              </a:solidFill>
            </a:rPr>
            <a:t>Crecimiento poblacional</a:t>
          </a:r>
          <a:endParaRPr lang="es-AR" sz="1400" kern="1200" dirty="0">
            <a:solidFill>
              <a:schemeClr val="tx1"/>
            </a:solidFill>
          </a:endParaRPr>
        </a:p>
      </dsp:txBody>
      <dsp:txXfrm>
        <a:off x="5457424" y="2938953"/>
        <a:ext cx="1254115" cy="7340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3D3A0B-ED26-4ECE-9EE6-8F3FD1F54689}">
      <dsp:nvSpPr>
        <dsp:cNvPr id="0" name=""/>
        <dsp:cNvSpPr/>
      </dsp:nvSpPr>
      <dsp:spPr>
        <a:xfrm rot="5400000">
          <a:off x="353999" y="638525"/>
          <a:ext cx="996320" cy="120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27BD8-0C85-4010-9691-38FA55ECE97A}">
      <dsp:nvSpPr>
        <dsp:cNvPr id="0" name=""/>
        <dsp:cNvSpPr/>
      </dsp:nvSpPr>
      <dsp:spPr>
        <a:xfrm>
          <a:off x="31880" y="918"/>
          <a:ext cx="2436449" cy="801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del problema </a:t>
          </a:r>
          <a:endParaRPr lang="es-AR" sz="1600" b="1" kern="1200" dirty="0">
            <a:solidFill>
              <a:schemeClr val="tx1"/>
            </a:solidFill>
          </a:endParaRPr>
        </a:p>
      </dsp:txBody>
      <dsp:txXfrm>
        <a:off x="55362" y="24400"/>
        <a:ext cx="2389485" cy="754754"/>
      </dsp:txXfrm>
    </dsp:sp>
    <dsp:sp modelId="{8137F42C-221A-4477-A336-8E771CD76325}">
      <dsp:nvSpPr>
        <dsp:cNvPr id="0" name=""/>
        <dsp:cNvSpPr/>
      </dsp:nvSpPr>
      <dsp:spPr>
        <a:xfrm rot="5400000">
          <a:off x="353999" y="1640674"/>
          <a:ext cx="996320" cy="1202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7A452-51CD-4ED0-B43A-AC384208E231}">
      <dsp:nvSpPr>
        <dsp:cNvPr id="0" name=""/>
        <dsp:cNvSpPr/>
      </dsp:nvSpPr>
      <dsp:spPr>
        <a:xfrm>
          <a:off x="31880" y="1003066"/>
          <a:ext cx="2436449" cy="8017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Análisis detallado de los datos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362" y="1026548"/>
        <a:ext cx="2389485" cy="754754"/>
      </dsp:txXfrm>
    </dsp:sp>
    <dsp:sp modelId="{6992572F-2CDA-41D3-8C9F-24CDA92D07E2}">
      <dsp:nvSpPr>
        <dsp:cNvPr id="0" name=""/>
        <dsp:cNvSpPr/>
      </dsp:nvSpPr>
      <dsp:spPr>
        <a:xfrm rot="5400000">
          <a:off x="353999" y="2642822"/>
          <a:ext cx="996320" cy="1202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D448B-9378-4EFB-AB47-7AD4DC2CA955}">
      <dsp:nvSpPr>
        <dsp:cNvPr id="0" name=""/>
        <dsp:cNvSpPr/>
      </dsp:nvSpPr>
      <dsp:spPr>
        <a:xfrm>
          <a:off x="31880" y="2005214"/>
          <a:ext cx="2436449" cy="8017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Definición de métricas de éxito y fracaso </a:t>
          </a:r>
        </a:p>
      </dsp:txBody>
      <dsp:txXfrm>
        <a:off x="55362" y="2028696"/>
        <a:ext cx="2389485" cy="754754"/>
      </dsp:txXfrm>
    </dsp:sp>
    <dsp:sp modelId="{7FCF80E6-864A-4B0B-B7CB-F2C6DF5F9C32}">
      <dsp:nvSpPr>
        <dsp:cNvPr id="0" name=""/>
        <dsp:cNvSpPr/>
      </dsp:nvSpPr>
      <dsp:spPr>
        <a:xfrm>
          <a:off x="857472" y="3143896"/>
          <a:ext cx="2866769" cy="1202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A35FE-B990-4DC9-AB5B-A9B4FCC468C7}">
      <dsp:nvSpPr>
        <dsp:cNvPr id="0" name=""/>
        <dsp:cNvSpPr/>
      </dsp:nvSpPr>
      <dsp:spPr>
        <a:xfrm>
          <a:off x="31880" y="3007362"/>
          <a:ext cx="2436449" cy="8017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División del conjunto de datos (entrenamiento y test) </a:t>
          </a:r>
        </a:p>
      </dsp:txBody>
      <dsp:txXfrm>
        <a:off x="55362" y="3030844"/>
        <a:ext cx="2389485" cy="754754"/>
      </dsp:txXfrm>
    </dsp:sp>
    <dsp:sp modelId="{44C647EE-346A-4A0C-815D-2777AD27DB0F}">
      <dsp:nvSpPr>
        <dsp:cNvPr id="0" name=""/>
        <dsp:cNvSpPr/>
      </dsp:nvSpPr>
      <dsp:spPr>
        <a:xfrm rot="16200000">
          <a:off x="3231393" y="2642822"/>
          <a:ext cx="996320" cy="1202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38BB0-BD9E-44F2-B185-C2E3405E9B19}">
      <dsp:nvSpPr>
        <dsp:cNvPr id="0" name=""/>
        <dsp:cNvSpPr/>
      </dsp:nvSpPr>
      <dsp:spPr>
        <a:xfrm>
          <a:off x="2909275" y="3007362"/>
          <a:ext cx="2436449" cy="8017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Procesar los datos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3030844"/>
        <a:ext cx="2389485" cy="754754"/>
      </dsp:txXfrm>
    </dsp:sp>
    <dsp:sp modelId="{6AEAE248-B24A-471F-BD96-60342083B180}">
      <dsp:nvSpPr>
        <dsp:cNvPr id="0" name=""/>
        <dsp:cNvSpPr/>
      </dsp:nvSpPr>
      <dsp:spPr>
        <a:xfrm rot="16200000">
          <a:off x="3231393" y="1640674"/>
          <a:ext cx="996320" cy="1202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E3186-CC9F-41EF-8F23-904648F68E52}">
      <dsp:nvSpPr>
        <dsp:cNvPr id="0" name=""/>
        <dsp:cNvSpPr/>
      </dsp:nvSpPr>
      <dsp:spPr>
        <a:xfrm>
          <a:off x="2909275" y="2005214"/>
          <a:ext cx="2436449" cy="801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Diseñar un modelo "blando" para ver que ande</a:t>
          </a:r>
          <a:endParaRPr lang="es-AR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2028696"/>
        <a:ext cx="2389485" cy="754754"/>
      </dsp:txXfrm>
    </dsp:sp>
    <dsp:sp modelId="{71008876-898D-40FA-BE7B-C4AE270ACAFB}">
      <dsp:nvSpPr>
        <dsp:cNvPr id="0" name=""/>
        <dsp:cNvSpPr/>
      </dsp:nvSpPr>
      <dsp:spPr>
        <a:xfrm rot="16200000">
          <a:off x="3231393" y="638525"/>
          <a:ext cx="996320" cy="1202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92608-9895-47ED-B1F5-7890A4FCF362}">
      <dsp:nvSpPr>
        <dsp:cNvPr id="0" name=""/>
        <dsp:cNvSpPr/>
      </dsp:nvSpPr>
      <dsp:spPr>
        <a:xfrm>
          <a:off x="2909275" y="1003066"/>
          <a:ext cx="2436449" cy="8017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Ajustar los parámetros del modelo a lo deseado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1026548"/>
        <a:ext cx="2389485" cy="754754"/>
      </dsp:txXfrm>
    </dsp:sp>
    <dsp:sp modelId="{3D6A2A2C-BB43-4F8C-9628-76C90530D427}">
      <dsp:nvSpPr>
        <dsp:cNvPr id="0" name=""/>
        <dsp:cNvSpPr/>
      </dsp:nvSpPr>
      <dsp:spPr>
        <a:xfrm>
          <a:off x="3734866" y="137451"/>
          <a:ext cx="2866769" cy="1202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6028F-72D1-4F8E-8AFA-1CE33A57564F}">
      <dsp:nvSpPr>
        <dsp:cNvPr id="0" name=""/>
        <dsp:cNvSpPr/>
      </dsp:nvSpPr>
      <dsp:spPr>
        <a:xfrm>
          <a:off x="2909275" y="918"/>
          <a:ext cx="2436449" cy="8017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Analizar la evolución del entrenamiento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32757" y="24400"/>
        <a:ext cx="2389485" cy="754754"/>
      </dsp:txXfrm>
    </dsp:sp>
    <dsp:sp modelId="{CFE57272-2EE8-4BFE-9C24-428ECB6DAE7D}">
      <dsp:nvSpPr>
        <dsp:cNvPr id="0" name=""/>
        <dsp:cNvSpPr/>
      </dsp:nvSpPr>
      <dsp:spPr>
        <a:xfrm rot="5400000">
          <a:off x="6108788" y="638525"/>
          <a:ext cx="996320" cy="1202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40B5D-941C-48BE-BF80-A9DA87EF1002}">
      <dsp:nvSpPr>
        <dsp:cNvPr id="0" name=""/>
        <dsp:cNvSpPr/>
      </dsp:nvSpPr>
      <dsp:spPr>
        <a:xfrm>
          <a:off x="5786669" y="918"/>
          <a:ext cx="2436449" cy="8017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Entrenar con los requerimientos definidos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10151" y="24400"/>
        <a:ext cx="2389485" cy="754754"/>
      </dsp:txXfrm>
    </dsp:sp>
    <dsp:sp modelId="{B965AACD-0AC0-44D1-AA0B-9A758AF04BCB}">
      <dsp:nvSpPr>
        <dsp:cNvPr id="0" name=""/>
        <dsp:cNvSpPr/>
      </dsp:nvSpPr>
      <dsp:spPr>
        <a:xfrm rot="5400000">
          <a:off x="6108788" y="1640674"/>
          <a:ext cx="996320" cy="12025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ACC04-24B2-434C-846B-39B7A7D19998}">
      <dsp:nvSpPr>
        <dsp:cNvPr id="0" name=""/>
        <dsp:cNvSpPr/>
      </dsp:nvSpPr>
      <dsp:spPr>
        <a:xfrm>
          <a:off x="5786669" y="1003066"/>
          <a:ext cx="2436449" cy="8017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Testear el sistema </a:t>
          </a:r>
          <a:endParaRPr lang="es-MX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10151" y="1026548"/>
        <a:ext cx="2389485" cy="754754"/>
      </dsp:txXfrm>
    </dsp:sp>
    <dsp:sp modelId="{D2D6C9F4-1CC5-4FA4-9403-B588668E4F3D}">
      <dsp:nvSpPr>
        <dsp:cNvPr id="0" name=""/>
        <dsp:cNvSpPr/>
      </dsp:nvSpPr>
      <dsp:spPr>
        <a:xfrm>
          <a:off x="5786669" y="2005214"/>
          <a:ext cx="2436449" cy="801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 caso de no obtener resultados aceptables, volver al principio</a:t>
          </a:r>
          <a:endParaRPr lang="es-AR" sz="1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10151" y="2028696"/>
        <a:ext cx="2389485" cy="7547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41205-699A-4AC3-9C38-B1E49FF8D1B2}">
      <dsp:nvSpPr>
        <dsp:cNvPr id="0" name=""/>
        <dsp:cNvSpPr/>
      </dsp:nvSpPr>
      <dsp:spPr>
        <a:xfrm>
          <a:off x="264024" y="1250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de entrenamiento</a:t>
          </a:r>
        </a:p>
      </dsp:txBody>
      <dsp:txXfrm>
        <a:off x="281902" y="19128"/>
        <a:ext cx="1373786" cy="574647"/>
      </dsp:txXfrm>
    </dsp:sp>
    <dsp:sp modelId="{A9A46301-B785-489D-91C5-751AD00A7AF0}">
      <dsp:nvSpPr>
        <dsp:cNvPr id="0" name=""/>
        <dsp:cNvSpPr/>
      </dsp:nvSpPr>
      <dsp:spPr>
        <a:xfrm>
          <a:off x="1763093" y="180302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763093" y="230762"/>
        <a:ext cx="150973" cy="151379"/>
      </dsp:txXfrm>
    </dsp:sp>
    <dsp:sp modelId="{1409A966-C608-41DC-8711-1A2D8ABA07A7}">
      <dsp:nvSpPr>
        <dsp:cNvPr id="0" name=""/>
        <dsp:cNvSpPr/>
      </dsp:nvSpPr>
      <dsp:spPr>
        <a:xfrm>
          <a:off x="2080503" y="1250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451767"/>
                <a:satOff val="16667"/>
                <a:lumOff val="-2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51767"/>
                <a:satOff val="16667"/>
                <a:lumOff val="-2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51767"/>
                <a:satOff val="16667"/>
                <a:lumOff val="-2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Entrenamiento con ML</a:t>
          </a:r>
        </a:p>
      </dsp:txBody>
      <dsp:txXfrm>
        <a:off x="2098381" y="19128"/>
        <a:ext cx="1373786" cy="574647"/>
      </dsp:txXfrm>
    </dsp:sp>
    <dsp:sp modelId="{4C511746-5A06-4585-9C74-A36A2FE8E5F3}">
      <dsp:nvSpPr>
        <dsp:cNvPr id="0" name=""/>
        <dsp:cNvSpPr/>
      </dsp:nvSpPr>
      <dsp:spPr>
        <a:xfrm rot="5400000">
          <a:off x="2677436" y="682867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42120"/>
                <a:satOff val="20000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542120"/>
                <a:satOff val="20000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542120"/>
                <a:satOff val="20000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2709584" y="701179"/>
        <a:ext cx="151379" cy="150973"/>
      </dsp:txXfrm>
    </dsp:sp>
    <dsp:sp modelId="{1CF20EAA-9629-4762-A6B9-011721B5938F}">
      <dsp:nvSpPr>
        <dsp:cNvPr id="0" name=""/>
        <dsp:cNvSpPr/>
      </dsp:nvSpPr>
      <dsp:spPr>
        <a:xfrm>
          <a:off x="2080503" y="1018589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Modelado de datos de entrada</a:t>
          </a:r>
        </a:p>
      </dsp:txBody>
      <dsp:txXfrm>
        <a:off x="2098381" y="1036467"/>
        <a:ext cx="1373786" cy="574647"/>
      </dsp:txXfrm>
    </dsp:sp>
    <dsp:sp modelId="{1A684C3F-CD17-48F7-98A7-7189261CB988}">
      <dsp:nvSpPr>
        <dsp:cNvPr id="0" name=""/>
        <dsp:cNvSpPr/>
      </dsp:nvSpPr>
      <dsp:spPr>
        <a:xfrm rot="10800000">
          <a:off x="1775301" y="1197640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084240"/>
                <a:satOff val="40000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84240"/>
                <a:satOff val="40000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84240"/>
                <a:satOff val="40000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840003" y="1248100"/>
        <a:ext cx="150973" cy="151379"/>
      </dsp:txXfrm>
    </dsp:sp>
    <dsp:sp modelId="{06D8A0A4-3D15-4DE7-8ECE-1A13C4E2CD92}">
      <dsp:nvSpPr>
        <dsp:cNvPr id="0" name=""/>
        <dsp:cNvSpPr/>
      </dsp:nvSpPr>
      <dsp:spPr>
        <a:xfrm>
          <a:off x="264024" y="1018589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Algoritmo de ML</a:t>
          </a:r>
        </a:p>
      </dsp:txBody>
      <dsp:txXfrm>
        <a:off x="281902" y="1036467"/>
        <a:ext cx="1373786" cy="574647"/>
      </dsp:txXfrm>
    </dsp:sp>
    <dsp:sp modelId="{6B673F2A-F093-4B33-A68A-19FEE633D625}">
      <dsp:nvSpPr>
        <dsp:cNvPr id="0" name=""/>
        <dsp:cNvSpPr/>
      </dsp:nvSpPr>
      <dsp:spPr>
        <a:xfrm rot="5400000">
          <a:off x="860958" y="1700205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626359"/>
                <a:satOff val="60000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26359"/>
                <a:satOff val="60000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26359"/>
                <a:satOff val="60000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893106" y="1718517"/>
        <a:ext cx="151379" cy="150973"/>
      </dsp:txXfrm>
    </dsp:sp>
    <dsp:sp modelId="{3813DBA6-EECE-45EB-A44A-B5D71C61C35A}">
      <dsp:nvSpPr>
        <dsp:cNvPr id="0" name=""/>
        <dsp:cNvSpPr/>
      </dsp:nvSpPr>
      <dsp:spPr>
        <a:xfrm>
          <a:off x="264024" y="2035927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Analiza la Predicción</a:t>
          </a:r>
        </a:p>
      </dsp:txBody>
      <dsp:txXfrm>
        <a:off x="281902" y="2053805"/>
        <a:ext cx="1373786" cy="574647"/>
      </dsp:txXfrm>
    </dsp:sp>
    <dsp:sp modelId="{976DF7B0-EF33-4CD9-98F6-F6AC1772DACD}">
      <dsp:nvSpPr>
        <dsp:cNvPr id="0" name=""/>
        <dsp:cNvSpPr/>
      </dsp:nvSpPr>
      <dsp:spPr>
        <a:xfrm>
          <a:off x="1763093" y="2214979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168479"/>
                <a:satOff val="80000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68479"/>
                <a:satOff val="80000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68479"/>
                <a:satOff val="80000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763093" y="2265439"/>
        <a:ext cx="150973" cy="151379"/>
      </dsp:txXfrm>
    </dsp:sp>
    <dsp:sp modelId="{2B631D4E-6463-459D-84CB-69C384702572}">
      <dsp:nvSpPr>
        <dsp:cNvPr id="0" name=""/>
        <dsp:cNvSpPr/>
      </dsp:nvSpPr>
      <dsp:spPr>
        <a:xfrm>
          <a:off x="2080503" y="2035927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258833"/>
                <a:satOff val="83333"/>
                <a:lumOff val="-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258833"/>
                <a:satOff val="83333"/>
                <a:lumOff val="-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258833"/>
                <a:satOff val="83333"/>
                <a:lumOff val="-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Verifica la Precisión</a:t>
          </a:r>
        </a:p>
      </dsp:txBody>
      <dsp:txXfrm>
        <a:off x="2098381" y="2053805"/>
        <a:ext cx="1373786" cy="574647"/>
      </dsp:txXfrm>
    </dsp:sp>
    <dsp:sp modelId="{36E63F57-50A6-4943-8CE6-54B9EC72EC10}">
      <dsp:nvSpPr>
        <dsp:cNvPr id="0" name=""/>
        <dsp:cNvSpPr/>
      </dsp:nvSpPr>
      <dsp:spPr>
        <a:xfrm rot="5400000">
          <a:off x="2677436" y="2717544"/>
          <a:ext cx="215675" cy="2522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1400" b="1" kern="120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2709584" y="2735856"/>
        <a:ext cx="151379" cy="150973"/>
      </dsp:txXfrm>
    </dsp:sp>
    <dsp:sp modelId="{69BC0D3B-9310-4E05-817C-7D164E085898}">
      <dsp:nvSpPr>
        <dsp:cNvPr id="0" name=""/>
        <dsp:cNvSpPr/>
      </dsp:nvSpPr>
      <dsp:spPr>
        <a:xfrm>
          <a:off x="2080503" y="3053266"/>
          <a:ext cx="1409542" cy="6104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Modelo Exitoso</a:t>
          </a:r>
        </a:p>
      </dsp:txBody>
      <dsp:txXfrm>
        <a:off x="2098381" y="3071144"/>
        <a:ext cx="1373786" cy="5746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82F83F-F82D-4D46-8B8E-49C8130539ED}">
      <dsp:nvSpPr>
        <dsp:cNvPr id="0" name=""/>
        <dsp:cNvSpPr/>
      </dsp:nvSpPr>
      <dsp:spPr>
        <a:xfrm>
          <a:off x="0" y="3000357"/>
          <a:ext cx="7513637" cy="9847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Predicción</a:t>
          </a:r>
          <a:endParaRPr lang="es-AR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3000357"/>
        <a:ext cx="7513637" cy="531783"/>
      </dsp:txXfrm>
    </dsp:sp>
    <dsp:sp modelId="{D49AEADA-5DAF-453B-8BFD-B6ACD0C001A1}">
      <dsp:nvSpPr>
        <dsp:cNvPr id="0" name=""/>
        <dsp:cNvSpPr/>
      </dsp:nvSpPr>
      <dsp:spPr>
        <a:xfrm>
          <a:off x="0" y="3512445"/>
          <a:ext cx="3756818" cy="4530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𝑦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=</m:t>
                </m:r>
                <m:acc>
                  <m:accPr>
                    <m:chr m:val="̂"/>
                    <m:ctrlPr>
                      <a:rPr lang="es-AR" sz="20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 lang="es-AR" sz="20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𝑓</m:t>
                    </m:r>
                  </m:e>
                </m:acc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(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𝑥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3512445"/>
        <a:ext cx="3756818" cy="453000"/>
      </dsp:txXfrm>
    </dsp:sp>
    <dsp:sp modelId="{D064F3E9-F100-44A4-BC5E-2D2B104B98D9}">
      <dsp:nvSpPr>
        <dsp:cNvPr id="0" name=""/>
        <dsp:cNvSpPr/>
      </dsp:nvSpPr>
      <dsp:spPr>
        <a:xfrm>
          <a:off x="3756818" y="3512445"/>
          <a:ext cx="3756818" cy="4530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nuevos </a:t>
          </a:r>
          <a14:m xmlns:a14="http://schemas.microsoft.com/office/drawing/2010/main">
            <m:oMath xmlns:m="http://schemas.openxmlformats.org/officeDocument/2006/math">
              <m:r>
                <a:rPr lang="es-AR" sz="2000" b="0" i="1" kern="120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m:t>𝑥</m:t>
              </m:r>
            </m:oMath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56818" y="3512445"/>
        <a:ext cx="3756818" cy="453000"/>
      </dsp:txXfrm>
    </dsp:sp>
    <dsp:sp modelId="{0E211CA9-70FF-4233-92BB-BA9569307144}">
      <dsp:nvSpPr>
        <dsp:cNvPr id="0" name=""/>
        <dsp:cNvSpPr/>
      </dsp:nvSpPr>
      <dsp:spPr>
        <a:xfrm rot="10800000">
          <a:off x="0" y="1500530"/>
          <a:ext cx="7513637" cy="1514598"/>
        </a:xfrm>
        <a:prstGeom prst="upArrowCallout">
          <a:avLst/>
        </a:prstGeom>
        <a:solidFill>
          <a:schemeClr val="accent5">
            <a:shade val="80000"/>
            <a:hueOff val="135632"/>
            <a:satOff val="2588"/>
            <a:lumOff val="114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Aprendizaje</a:t>
          </a:r>
          <a:endParaRPr lang="es-AR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10800000">
        <a:off x="0" y="1500530"/>
        <a:ext cx="7513637" cy="531623"/>
      </dsp:txXfrm>
    </dsp:sp>
    <dsp:sp modelId="{98850285-AABE-46DA-B33D-E02F42BFD86E}">
      <dsp:nvSpPr>
        <dsp:cNvPr id="0" name=""/>
        <dsp:cNvSpPr/>
      </dsp:nvSpPr>
      <dsp:spPr>
        <a:xfrm>
          <a:off x="0" y="2032154"/>
          <a:ext cx="7513637" cy="452864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Encontrar </a:t>
          </a:r>
          <a14:m xmlns:a14="http://schemas.microsoft.com/office/drawing/2010/main">
            <m:oMath xmlns:m="http://schemas.openxmlformats.org/officeDocument/2006/math">
              <m:f>
                <m:fPr>
                  <m:type m:val="lin"/>
                  <m:ctrlP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</m:ctrlPr>
                </m:fPr>
                <m:num>
                  <m:acc>
                    <m:accPr>
                      <m:chr m:val="̂"/>
                      <m:ctrlPr>
                        <a:rPr lang="es-AR" sz="200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𝑓</m:t>
                      </m:r>
                    </m:e>
                  </m:acc>
                  <m:r>
                    <a:rPr lang="es-AR" sz="200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∈</m:t>
                  </m:r>
                  <m:r>
                    <a:rPr lang="es-AR" sz="200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ℱ</m:t>
                  </m:r>
                </m:num>
                <m:den>
                  <m:sSub>
                    <m:sSubPr>
                      <m:ctrlP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≈</m:t>
                  </m:r>
                  <m:acc>
                    <m:accPr>
                      <m:chr m:val="̂"/>
                      <m:ctrlP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acc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e>
                  </m:acc>
                  <m: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</a:rPr>
                    <m:t>(</m:t>
                  </m:r>
                  <m:sSub>
                    <m:sSubPr>
                      <m:ctrlP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</m:e>
                    <m:sub>
                      <m:r>
                        <a:rPr lang="es-AR" sz="2000" b="0" i="1" kern="12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 lang="es-AR" sz="2000" b="0" i="1" kern="1200" smtClean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Cambria Math" panose="02040503050406030204" pitchFamily="18" charset="0"/>
                    </a:rPr>
                    <m:t>)</m:t>
                  </m:r>
                </m:den>
              </m:f>
            </m:oMath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032154"/>
        <a:ext cx="7513637" cy="452864"/>
      </dsp:txXfrm>
    </dsp:sp>
    <dsp:sp modelId="{C67C1679-798A-4ABE-A1DA-71D2BFBC3B26}">
      <dsp:nvSpPr>
        <dsp:cNvPr id="0" name=""/>
        <dsp:cNvSpPr/>
      </dsp:nvSpPr>
      <dsp:spPr>
        <a:xfrm rot="10800000">
          <a:off x="0" y="60682"/>
          <a:ext cx="7513637" cy="1514598"/>
        </a:xfrm>
        <a:prstGeom prst="upArrowCallout">
          <a:avLst/>
        </a:prstGeom>
        <a:solidFill>
          <a:schemeClr val="accent5">
            <a:shade val="80000"/>
            <a:hueOff val="271263"/>
            <a:satOff val="5175"/>
            <a:lumOff val="228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Separación del set de datos</a:t>
          </a:r>
          <a:endParaRPr lang="es-AR" sz="20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10800000">
        <a:off x="0" y="60682"/>
        <a:ext cx="7513637" cy="531623"/>
      </dsp:txXfrm>
    </dsp:sp>
    <dsp:sp modelId="{495F5BD1-6D0C-45BF-AA39-1236454DA495}">
      <dsp:nvSpPr>
        <dsp:cNvPr id="0" name=""/>
        <dsp:cNvSpPr/>
      </dsp:nvSpPr>
      <dsp:spPr>
        <a:xfrm>
          <a:off x="0" y="432288"/>
          <a:ext cx="3756818" cy="652945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Función </a:t>
          </a:r>
          <a14:m xmlns:a14="http://schemas.microsoft.com/office/drawing/2010/main">
            <m:oMath xmlns:m="http://schemas.openxmlformats.org/officeDocument/2006/math">
              <m:r>
                <a:rPr lang="es-AR" sz="2000" b="0" i="1" kern="120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rPr>
                <m:t>ℱ</m:t>
              </m:r>
            </m:oMath>
          </a14:m>
          <a:br>
            <a:rPr lang="es-AR" sz="2000" b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 Math" panose="02040503050406030204" pitchFamily="18" charset="0"/>
            </a:rPr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𝑓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: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𝑥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→</m:t>
                </m:r>
                <m:r>
                  <a:rPr lang="es-AR" sz="2000" b="0" i="1" kern="1200" smtClean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m:t>𝑦</m:t>
                </m:r>
              </m:oMath>
            </m:oMathPara>
          </a14:m>
          <a:endParaRPr lang="es-AR" sz="20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432288"/>
        <a:ext cx="3756818" cy="652945"/>
      </dsp:txXfrm>
    </dsp:sp>
    <dsp:sp modelId="{962DD286-05B5-48CF-A287-5E12375C1171}">
      <dsp:nvSpPr>
        <dsp:cNvPr id="0" name=""/>
        <dsp:cNvSpPr/>
      </dsp:nvSpPr>
      <dsp:spPr>
        <a:xfrm>
          <a:off x="3756818" y="432288"/>
          <a:ext cx="3756818" cy="652945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Datos de entrenamiento</a:t>
          </a:r>
          <a:br>
            <a:rPr lang="es-AR" sz="18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{"/>
                    <m:endChr m:val="}"/>
                    <m:ctrlPr>
                      <a:rPr lang="es-AR" sz="180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dPr>
                  <m:e>
                    <m:d>
                      <m:dPr>
                        <m:ctrlPr>
                          <a:rPr lang="es-AR" sz="1800" i="1" kern="12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AR" sz="1800" b="0" i="1" kern="12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AR" sz="1800" b="0" i="1" kern="1200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AR" sz="1800" b="0" i="1" kern="12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e>
                </m:d>
              </m:oMath>
            </m:oMathPara>
          </a14:m>
          <a:endParaRPr lang="es-AR" sz="1800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56818" y="432288"/>
        <a:ext cx="3756818" cy="6529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890E1-FEF3-4BBD-8409-D2D2CB640813}">
      <dsp:nvSpPr>
        <dsp:cNvPr id="0" name=""/>
        <dsp:cNvSpPr/>
      </dsp:nvSpPr>
      <dsp:spPr>
        <a:xfrm>
          <a:off x="39854" y="6"/>
          <a:ext cx="3655445" cy="3679678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Entrena-miento</a:t>
          </a:r>
          <a:endParaRPr lang="es-AR" sz="1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27286" y="678994"/>
        <a:ext cx="1240240" cy="1226559"/>
      </dsp:txXfrm>
    </dsp:sp>
    <dsp:sp modelId="{EBE6C249-5566-4E97-AF95-1FA92C48B1EA}">
      <dsp:nvSpPr>
        <dsp:cNvPr id="0" name=""/>
        <dsp:cNvSpPr/>
      </dsp:nvSpPr>
      <dsp:spPr>
        <a:xfrm>
          <a:off x="39862" y="12"/>
          <a:ext cx="3655445" cy="3679678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Validación</a:t>
          </a:r>
          <a:endParaRPr lang="es-AR" sz="1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40758" y="2321714"/>
        <a:ext cx="1653654" cy="1138948"/>
      </dsp:txXfrm>
    </dsp:sp>
    <dsp:sp modelId="{45EB9188-47E4-4C78-B7DA-FA4F6958DD37}">
      <dsp:nvSpPr>
        <dsp:cNvPr id="0" name=""/>
        <dsp:cNvSpPr/>
      </dsp:nvSpPr>
      <dsp:spPr>
        <a:xfrm>
          <a:off x="39862" y="12"/>
          <a:ext cx="3655445" cy="3679678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Evaluación</a:t>
          </a:r>
          <a:endParaRPr lang="es-AR" sz="18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31517" y="722806"/>
        <a:ext cx="1240240" cy="12265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14B65-EE2B-4E39-9E00-0683F2DC310B}">
      <dsp:nvSpPr>
        <dsp:cNvPr id="0" name=""/>
        <dsp:cNvSpPr/>
      </dsp:nvSpPr>
      <dsp:spPr>
        <a:xfrm>
          <a:off x="82060" y="218"/>
          <a:ext cx="2407758" cy="16517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Entrada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Conjunto de entrenamiento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Tasa de aprendizaje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0438" y="48596"/>
        <a:ext cx="2311002" cy="1554989"/>
      </dsp:txXfrm>
    </dsp:sp>
    <dsp:sp modelId="{8AC9F4F6-72A2-4079-B0AB-647E1E0CE31D}">
      <dsp:nvSpPr>
        <dsp:cNvPr id="0" name=""/>
        <dsp:cNvSpPr/>
      </dsp:nvSpPr>
      <dsp:spPr>
        <a:xfrm>
          <a:off x="2590153" y="684710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90153" y="741262"/>
        <a:ext cx="169201" cy="169657"/>
      </dsp:txXfrm>
    </dsp:sp>
    <dsp:sp modelId="{4345CB63-140B-4AE4-A259-43A8590AC034}">
      <dsp:nvSpPr>
        <dsp:cNvPr id="0" name=""/>
        <dsp:cNvSpPr/>
      </dsp:nvSpPr>
      <dsp:spPr>
        <a:xfrm>
          <a:off x="2945885" y="218"/>
          <a:ext cx="2407758" cy="16517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Algoritmo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Inicializar los pesos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𝟎</m:t>
                  </m:r>
                </m:sup>
              </m:s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∈ 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ℝ</m:t>
              </m:r>
            </m:oMath>
          </a14:m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94263" y="48596"/>
        <a:ext cx="2311002" cy="1554989"/>
      </dsp:txXfrm>
    </dsp:sp>
    <dsp:sp modelId="{937C3DA7-EFE2-4C01-AB2F-1BD28F88CE52}">
      <dsp:nvSpPr>
        <dsp:cNvPr id="0" name=""/>
        <dsp:cNvSpPr/>
      </dsp:nvSpPr>
      <dsp:spPr>
        <a:xfrm>
          <a:off x="5453978" y="684710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53978" y="741262"/>
        <a:ext cx="169201" cy="169657"/>
      </dsp:txXfrm>
    </dsp:sp>
    <dsp:sp modelId="{1101B247-0762-4BB4-BF9E-C2B4FEED3BE5}">
      <dsp:nvSpPr>
        <dsp:cNvPr id="0" name=""/>
        <dsp:cNvSpPr/>
      </dsp:nvSpPr>
      <dsp:spPr>
        <a:xfrm>
          <a:off x="5809710" y="218"/>
          <a:ext cx="2724690" cy="16517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Proceso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Para cada ejemplo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,</m:t>
                  </m:r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</m:e>
              </m:d>
            </m:oMath>
          </a14:m>
          <a:r>
            <a:rPr lang="es-AR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predecir </a:t>
          </a:r>
          <a14:m xmlns:a14="http://schemas.microsoft.com/office/drawing/2010/main">
            <m:oMath xmlns:m="http://schemas.openxmlformats.org/officeDocument/2006/math">
              <m:sSubSup>
                <m:sSub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b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=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𝒔𝒊𝒈𝒏𝒐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(</m:t>
              </m:r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p>
              <m:sSub>
                <m:sSub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𝒙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</m:sSub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+</m:t>
              </m:r>
              <m:sSub>
                <m:sSub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𝟎</m:t>
                  </m:r>
                </m:sub>
              </m:sSub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m:t>)</m:t>
              </m:r>
            </m:oMath>
          </a14:m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8088" y="48596"/>
        <a:ext cx="2627934" cy="1554989"/>
      </dsp:txXfrm>
    </dsp:sp>
    <dsp:sp modelId="{7BCE0AAF-5EC0-4DC2-9C61-181A8113A950}">
      <dsp:nvSpPr>
        <dsp:cNvPr id="0" name=""/>
        <dsp:cNvSpPr/>
      </dsp:nvSpPr>
      <dsp:spPr>
        <a:xfrm rot="5142034">
          <a:off x="7129575" y="1731775"/>
          <a:ext cx="242397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7163219" y="1752060"/>
        <a:ext cx="169657" cy="169678"/>
      </dsp:txXfrm>
    </dsp:sp>
    <dsp:sp modelId="{1A077147-BA48-4308-962A-837858A2F5EF}">
      <dsp:nvSpPr>
        <dsp:cNvPr id="0" name=""/>
        <dsp:cNvSpPr/>
      </dsp:nvSpPr>
      <dsp:spPr>
        <a:xfrm>
          <a:off x="6126642" y="2108030"/>
          <a:ext cx="2407758" cy="16517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Comparo salidas real y obtenida</a:t>
          </a:r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</a:t>
          </a:r>
          <a14:m xmlns:a14="http://schemas.microsoft.com/office/drawing/2010/main">
            <m:oMath xmlns:m="http://schemas.openxmlformats.org/officeDocument/2006/math">
              <m:sSubSup>
                <m:sSub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b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≠</m:t>
              </m:r>
              <m:sSub>
                <m:sSub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b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𝒚</m:t>
                  </m:r>
                </m:e>
                <m:sub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𝒊</m:t>
                  </m:r>
                </m:sub>
              </m:sSub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∴</m:t>
              </m:r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+</m:t>
                  </m:r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𝟏</m:t>
                  </m:r>
                </m:sup>
              </m:s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←</m:t>
              </m:r>
              <m:sSup>
                <m:sSup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sSupPr>
                <m:e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𝝎</m:t>
                  </m:r>
                </m:e>
                <m:sup>
                  <m: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m:t>𝒕</m:t>
                  </m:r>
                </m:sup>
              </m:sSup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+</m:t>
              </m:r>
              <m:r>
                <a:rPr lang="es-US" sz="2000" b="1" i="1" kern="120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m:t>𝒓</m:t>
              </m:r>
              <m:d>
                <m:dPr>
                  <m:ctrlPr>
                    <a:rPr lang="es-US" sz="20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</m:ctrlPr>
                </m:dPr>
                <m:e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  <m:sSub>
                    <m:sSubPr>
                      <m:ctrlP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</m:ctrlPr>
                    </m:sSubPr>
                    <m:e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</m:e>
                    <m:sub>
                      <m:r>
                        <a:rPr lang="es-US" sz="20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sub>
                  </m:sSub>
                </m:e>
              </m:d>
            </m:oMath>
          </a14:m>
          <a:endParaRPr lang="es-AR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75020" y="2156408"/>
        <a:ext cx="2311002" cy="1554989"/>
      </dsp:txXfrm>
    </dsp:sp>
    <dsp:sp modelId="{8C8347B6-BE12-463C-B801-E62302D8E7A6}">
      <dsp:nvSpPr>
        <dsp:cNvPr id="0" name=""/>
        <dsp:cNvSpPr/>
      </dsp:nvSpPr>
      <dsp:spPr>
        <a:xfrm rot="10800000">
          <a:off x="5784592" y="2792522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857106" y="2849074"/>
        <a:ext cx="169201" cy="169657"/>
      </dsp:txXfrm>
    </dsp:sp>
    <dsp:sp modelId="{54B5EC1D-05F3-4534-A53D-15F232B1A00D}">
      <dsp:nvSpPr>
        <dsp:cNvPr id="0" name=""/>
        <dsp:cNvSpPr/>
      </dsp:nvSpPr>
      <dsp:spPr>
        <a:xfrm>
          <a:off x="3262817" y="2108030"/>
          <a:ext cx="2407758" cy="16517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Sólo se actualiza cuando se comete un error</a:t>
          </a:r>
          <a:endParaRPr lang="es-US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11195" y="2156408"/>
        <a:ext cx="2311002" cy="1554989"/>
      </dsp:txXfrm>
    </dsp:sp>
    <dsp:sp modelId="{8E89A849-C2BC-4240-B112-B7C3958DF1C6}">
      <dsp:nvSpPr>
        <dsp:cNvPr id="0" name=""/>
        <dsp:cNvSpPr/>
      </dsp:nvSpPr>
      <dsp:spPr>
        <a:xfrm rot="10800000">
          <a:off x="2920767" y="2792522"/>
          <a:ext cx="241715" cy="2827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2000" b="1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993281" y="2849074"/>
        <a:ext cx="169201" cy="169657"/>
      </dsp:txXfrm>
    </dsp:sp>
    <dsp:sp modelId="{CB41D332-2C50-42A8-8DA1-716DA0C9433A}">
      <dsp:nvSpPr>
        <dsp:cNvPr id="0" name=""/>
        <dsp:cNvSpPr/>
      </dsp:nvSpPr>
      <dsp:spPr>
        <a:xfrm>
          <a:off x="400384" y="2195745"/>
          <a:ext cx="2406367" cy="14763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US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 se han actualizado algunos pesos se vuelve a “Proceso”, si no, se finaliza</a:t>
          </a:r>
          <a:endParaRPr lang="es-US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3624" y="2238985"/>
        <a:ext cx="2319887" cy="1389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introduction-to-logistic-regression-66248243c148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towardsdatascience.com/gradient-descent-demystified-bc30b26e432a" TargetMode="Externa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l-cheatsheet.readthedocs.io/en/latest/logistic_regression.html#cost-function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support-vector-machine-introduction-to-machine-learning-algorithms-934a444fca47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60452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260452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c68f6eefd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c68f6eefd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1478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9e3ad8761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9e3ad8761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03396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8b4ce035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58b4ce035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105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5c53b51a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5c53b51a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187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c68f6eefd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c68f6eefd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c68f6ee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c68f6ee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c336dc69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c336dc69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c336dc69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c336dc69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c68f6eef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c68f6eef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2604522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2604522d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2604522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2604522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c53b51a6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c53b51a6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c68f6eefd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c68f6eefd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5c68f6eefd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5c68f6eefd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cce31122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cce31122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demo nos muestra ciertos "problemas" con el perceptrón que intentaremos corregir luego con las SVMs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c68f6eefd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5c68f6eefd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c68f6eefd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c68f6eefd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c68f6eef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c68f6eef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5c68f6eefd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5c68f6eefd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Descenso por gradientes: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https://towardsdatascience.com/introduction-to-logistic-regression-66248243c148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https://towardsdatascience.com/gradient-descent-demystified-bc30b26e432a</a:t>
            </a:r>
            <a:r>
              <a:rPr lang="en"/>
              <a:t>,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5cb1b97e2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5cb1b97e2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qué esa función de costo?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https://ml-cheatsheet.readthedocs.io/en/latest/logistic_regression.html#cost-function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5cce3112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5cce3112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demo nos muestra ciertos "problemas" con el perceptrón que intentaremos corregir luego con las SVMs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c68f6eefd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c68f6eefd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835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2604522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2604522d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130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2604522d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2604522d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8717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2604522d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2604522d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Antes de la demo: https://www.youtube.com/watch?time_continue=23&amp;v=vGwemZhPlsA&amp;feature=emb_logo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demo nos muestra ciertos "problemas" con el perceptrón que intentaremos corregir luego con las SVMs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04483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a670ec7b1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a670ec7b1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8a670ec7b1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8a670ec7b1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8a670ec7b1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8a670ec7b1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e736032ac8_16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e736032ac8_16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Intuitivamente, si algo está del lado correcto del hiperplano, no se castiga, no importa que tan lejos o cerca esté (se podría castigar los que están cerca con un margen de error más chico). Sin embargo, si algo está del lado contrario del hiperplano si se castiga, y es proporcional a qué tan lejos esté del hiperplano.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e736032ac8_16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e736032ac8_16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quien le interese, acá tenemos una implementación en python: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https://towardsdatascience.com/support-vector-machine-introduction-to-machine-learning-algorithms-934a444fca47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c7f72db6e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c7f72db6e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5c7f72db6e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5c7f72db6e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c7f72db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c7f72db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c7f72db6e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c7f72db6e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5c68f6eefd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5c68f6eefd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BFDD2-BDC3-09C1-2EB4-F197F1EE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273D7C-531D-C4F8-1A95-3DC7A2411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12E7BE-8910-1CD0-60DB-80FE06C5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344E2B-5D0E-65C9-1504-C8AB2483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1EA44-51C8-A927-E079-78AC99C0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005BFB66-0316-94CF-425D-2FC308D5A46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2573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A79C0-D246-B33E-8FE2-EA25D4D6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F7ED7-7179-6BA5-3511-66C979CC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2598C-5040-DBC5-C012-FC277F09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83D265-4F25-5E7C-2BA0-2F62FC12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B562C-9EB4-4CF3-4223-0A5A695D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5257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256EA-F733-B5D8-3C8B-4B9C767A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21F90B-36EF-848F-C883-0C4C847C8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99E6BA-72D1-275B-9691-15231B54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CED55B-4A8D-FF35-017B-D3EAE703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F7AE4D-2096-0D97-E8C8-F53B4033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03784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43F7D-F6AE-B9F8-1767-3BB478FB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2AACC-0799-5A16-C14F-51CFFD8D6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E4E20D-C350-7803-4215-0968EE355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027CF4-8F82-EDD6-4CEF-CFB57432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BDF924-1BCA-9002-DC65-51537604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AB10E0-0A83-718B-A44E-0B96B363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70168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9C450-7A9B-4847-7E2F-1461EFCD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DCEF9F-29AA-D49A-1894-C0AA62C5E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B8677C-AAB6-4E77-9143-74727C56E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99DB71-6F17-6710-D2C6-EE677EBB9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1B218A-6866-324B-9A4F-B81E81F00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D3DDD2-6A88-0AC5-9791-D2B6F6D58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9B84B4-DEF1-A9F4-CF3D-C6DA3094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21453E-3C17-B612-3593-BB5E244F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31315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6FCD2-856E-EE59-7A89-E77FC03C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D4A0C41-D7F3-FF49-2F0E-03CD7AD9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04F1DF-435C-7F05-A838-C96B27DD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06D9B1-9E39-65DE-81F1-943A51EC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70088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5B3F6D-F1FA-7C67-66F8-EFFE34AD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F9FFC8-0EA5-D6D7-9949-50FDFA94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428BD-F863-561C-F43B-7FCCEE9E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63471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C82BB-B39A-5252-0789-D3384D31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BE5B08-3329-74B0-DBDB-25057C4B4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7AFA4D-9C85-9C40-5A80-074F86A78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AF2112-EE0C-2FBD-368E-B112B4EC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42B163-E4C6-71E1-72D1-194368D2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225B8F-0D37-E0B3-8E77-D62AC373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82976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41ED0-67CA-5AB8-B260-6D9A375EB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754286-88D9-029B-2623-A6C1B0682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50F576-159E-4BEC-15E9-19D874238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C7F8E9-911E-1461-ACD3-43A3A6AC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6F0558-9360-EC3A-3E6A-D57A56B3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39790-A198-8C74-A5B6-C32CBF4D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91863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85F3B-A54A-BCBC-F37B-11A37B14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3633AB-85A5-23E7-A9BE-9971C65FE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A9AFF-B5BB-8838-72B2-07801BB3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FE01C-3FC2-57CF-B05C-AD614CDC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C92923-6B25-4455-CAE2-C964EA18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08367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B89AE8-93C1-CC45-4056-7EE2D995D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994D3E-6793-4DA4-6EA5-4ACA174ED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92CF57-8C30-EE68-71AC-850B60EF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D49EA-A59F-7B44-A2E4-25F28605A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145D5-7363-033F-2585-6FE92811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46660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655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3702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7353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67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C7B3D7-81CC-2F63-85CE-50D7CBE4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37CB84-15DE-E7FE-7902-4440DD0EB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68784-BBAF-54B8-2A0E-96ABC608B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4/25/2026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049AC0-F851-93BD-6067-31DB3CC37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24EB1-683F-E40D-8E07-FA50EAA5A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Google Shape;30;p1">
            <a:extLst>
              <a:ext uri="{FF2B5EF4-FFF2-40B4-BE49-F238E27FC236}">
                <a16:creationId xmlns:a16="http://schemas.microsoft.com/office/drawing/2014/main" id="{4DDE66BE-0539-23E0-D981-18E081F34826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113233" y="25044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F55022-7424-56C5-8C43-0F359CC3B092}"/>
              </a:ext>
            </a:extLst>
          </p:cNvPr>
          <p:cNvSpPr txBox="1"/>
          <p:nvPr userDrawn="1"/>
        </p:nvSpPr>
        <p:spPr>
          <a:xfrm>
            <a:off x="3261636" y="25044"/>
            <a:ext cx="536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4350"/>
            <a:r>
              <a:rPr lang="en-US" sz="1800" dirty="0" err="1">
                <a:latin typeface="Gill Sans MT" panose="020B0502020104020203" pitchFamily="34" charset="77"/>
              </a:rPr>
              <a:t>Inteligencia</a:t>
            </a:r>
            <a:r>
              <a:rPr lang="en-US" sz="1800" dirty="0">
                <a:latin typeface="Gill Sans MT" panose="020B0502020104020203" pitchFamily="34" charset="77"/>
              </a:rPr>
              <a:t> Artificial en las </a:t>
            </a:r>
            <a:r>
              <a:rPr lang="en-US" sz="1800" dirty="0" err="1">
                <a:latin typeface="Gill Sans MT" panose="020B0502020104020203" pitchFamily="34" charset="77"/>
              </a:rPr>
              <a:t>Energías</a:t>
            </a:r>
            <a:r>
              <a:rPr lang="en-US" sz="1800" dirty="0">
                <a:latin typeface="Gill Sans MT" panose="020B0502020104020203" pitchFamily="34" charset="77"/>
              </a:rPr>
              <a:t> </a:t>
            </a:r>
            <a:r>
              <a:rPr lang="en-US" sz="1800" dirty="0" err="1">
                <a:latin typeface="Gill Sans MT" panose="020B0502020104020203" pitchFamily="34" charset="77"/>
              </a:rPr>
              <a:t>Renovables</a:t>
            </a:r>
            <a:endParaRPr lang="en-US" sz="18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3934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0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hyperlink" Target="https://playground.tensorflow.org/#activation=linear&amp;batchSize=1&amp;dataset=gauss&amp;regDataset=reg-plane&amp;learningRate=0.00001&amp;regularizationRate=0&amp;noise=10&amp;networkShape=&amp;seed=0.82467&amp;showTestData=false&amp;discretize=false&amp;percTrainData=70&amp;x=true&amp;y=true&amp;xTimesY=false&amp;xSquared=false&amp;ySquared=false&amp;cosX=false&amp;sinX=false&amp;cosY=false&amp;sinY=false&amp;collectStats=false&amp;problem=classification&amp;initZero=false&amp;hideText=fals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macheads101.com/demos/svm-playground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log.statsbot.co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blog.statsbot.co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1325576" y="1510594"/>
            <a:ext cx="7280305" cy="10414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ysClr val="windowText" lastClr="0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  <a:br>
              <a:rPr lang="en" dirty="0">
                <a:ln w="0">
                  <a:solidFill>
                    <a:schemeClr val="accent1">
                      <a:lumMod val="50000"/>
                    </a:schemeClr>
                  </a:solidFill>
                </a:ln>
                <a:solidFill>
                  <a:sysClr val="windowText" lastClr="0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n w="0">
                <a:solidFill>
                  <a:schemeClr val="accent1">
                    <a:lumMod val="50000"/>
                  </a:schemeClr>
                </a:solidFill>
              </a:ln>
              <a:solidFill>
                <a:sysClr val="windowText" lastClr="00000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87C5CA5-58B7-1323-F065-2F33655A4429}"/>
              </a:ext>
            </a:extLst>
          </p:cNvPr>
          <p:cNvSpPr txBox="1"/>
          <p:nvPr/>
        </p:nvSpPr>
        <p:spPr>
          <a:xfrm>
            <a:off x="1663818" y="2889680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230117" y="170902"/>
            <a:ext cx="6683765" cy="96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Contenido de la Primera clase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86;p17">
            <a:extLst>
              <a:ext uri="{FF2B5EF4-FFF2-40B4-BE49-F238E27FC236}">
                <a16:creationId xmlns:a16="http://schemas.microsoft.com/office/drawing/2014/main" id="{5FFE8490-D977-1AFE-2894-DB59FC20A197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1230116" y="960120"/>
            <a:ext cx="3517143" cy="4012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Introducció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al ML</a:t>
            </a:r>
            <a:endParaRPr lang="e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Etapas en la aplicación del ML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Lineal y Polinomial,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Perceptrón.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Machines.</a:t>
            </a:r>
            <a:endParaRPr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SVC/SVR.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 no linealmente separables.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 de costo.</a:t>
            </a:r>
          </a:p>
        </p:txBody>
      </p:sp>
      <p:sp>
        <p:nvSpPr>
          <p:cNvPr id="10" name="Marcador de contenido 1">
            <a:extLst>
              <a:ext uri="{FF2B5EF4-FFF2-40B4-BE49-F238E27FC236}">
                <a16:creationId xmlns:a16="http://schemas.microsoft.com/office/drawing/2014/main" id="{B28CDB3A-EF23-B447-9A17-BDEAEE7A1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461" y="960120"/>
            <a:ext cx="3705742" cy="40124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 neuronales multicapa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Repaso: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Árboles de decisión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Forest,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A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Voting</a:t>
            </a: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de recomendación.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Filtrado colaborativo.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Prácticas</a:t>
            </a:r>
          </a:p>
        </p:txBody>
      </p:sp>
    </p:spTree>
    <p:extLst>
      <p:ext uri="{BB962C8B-B14F-4D97-AF65-F5344CB8AC3E}">
        <p14:creationId xmlns:p14="http://schemas.microsoft.com/office/powerpoint/2010/main" val="15663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Primera Clase</a:t>
            </a:r>
            <a:endParaRPr sz="5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innerShdw blurRad="63500" dist="50800" dir="13500000">
                  <a:prstClr val="black">
                    <a:alpha val="50000"/>
                  </a:prstClr>
                </a:inn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BE4D3-A5C6-749C-5D60-EFFC3C88D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736" y="407122"/>
            <a:ext cx="7311723" cy="960668"/>
          </a:xfrm>
        </p:spPr>
        <p:txBody>
          <a:bodyPr/>
          <a:lstStyle/>
          <a:p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al Machine Learning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7BFF89-1EB0-1FA4-461C-E6194F5D0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3688" y="1312724"/>
            <a:ext cx="3791660" cy="365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aprendizaje automático es el proceso que le da a las computadoras la habilidad de aprender sin ser explícitamente programadas. </a:t>
            </a:r>
            <a:b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A.L Samuel</a:t>
            </a:r>
            <a:endParaRPr lang="es-AR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71FD24-59F2-4030-BFF8-87DAE9633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799" y="1312725"/>
            <a:ext cx="3791660" cy="365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dice que un programa de computación aprende de la experiencia E con respecto a una tarea T y alguna medida de rendimiento P, si es que el rendimiento en T, medido por P, mejora con la experiencia </a:t>
            </a:r>
            <a:b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E.T.M Mitchell</a:t>
            </a:r>
            <a:endParaRPr lang="es-AR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68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27B2BEC-84F4-692E-E0B4-36FA9B083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117" y="456151"/>
            <a:ext cx="6683765" cy="507864"/>
          </a:xfrm>
        </p:spPr>
        <p:txBody>
          <a:bodyPr>
            <a:normAutofit fontScale="90000"/>
          </a:bodyPr>
          <a:lstStyle/>
          <a:p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¿Cómo se relacionan la IA y el ML?</a:t>
            </a:r>
          </a:p>
        </p:txBody>
      </p:sp>
      <p:graphicFrame>
        <p:nvGraphicFramePr>
          <p:cNvPr id="17" name="Marcador de contenido 16">
            <a:extLst>
              <a:ext uri="{FF2B5EF4-FFF2-40B4-BE49-F238E27FC236}">
                <a16:creationId xmlns:a16="http://schemas.microsoft.com/office/drawing/2014/main" id="{AD55E61E-148C-6C43-F8BF-EC3C8B65D3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206449"/>
              </p:ext>
            </p:extLst>
          </p:nvPr>
        </p:nvGraphicFramePr>
        <p:xfrm>
          <a:off x="304801" y="1145059"/>
          <a:ext cx="4267200" cy="3811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Bocadillo nube: nube 17">
            <a:extLst>
              <a:ext uri="{FF2B5EF4-FFF2-40B4-BE49-F238E27FC236}">
                <a16:creationId xmlns:a16="http://schemas.microsoft.com/office/drawing/2014/main" id="{2326CCFA-B184-B786-D91F-995207DA2991}"/>
              </a:ext>
            </a:extLst>
          </p:cNvPr>
          <p:cNvSpPr/>
          <p:nvPr/>
        </p:nvSpPr>
        <p:spPr>
          <a:xfrm>
            <a:off x="4259580" y="952585"/>
            <a:ext cx="2689860" cy="1352465"/>
          </a:xfrm>
          <a:prstGeom prst="cloudCallout">
            <a:avLst>
              <a:gd name="adj1" fmla="val -77575"/>
              <a:gd name="adj2" fmla="val 111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AR" dirty="0">
                <a:solidFill>
                  <a:schemeClr val="tx1"/>
                </a:solidFill>
              </a:rPr>
              <a:t>Capacidad de censar, razonar, relacionar y aprender</a:t>
            </a:r>
          </a:p>
        </p:txBody>
      </p:sp>
      <p:sp>
        <p:nvSpPr>
          <p:cNvPr id="19" name="Bocadillo nube: nube 18">
            <a:extLst>
              <a:ext uri="{FF2B5EF4-FFF2-40B4-BE49-F238E27FC236}">
                <a16:creationId xmlns:a16="http://schemas.microsoft.com/office/drawing/2014/main" id="{F0B253F6-1938-E5EB-5CFD-ACED379A8EF3}"/>
              </a:ext>
            </a:extLst>
          </p:cNvPr>
          <p:cNvSpPr/>
          <p:nvPr/>
        </p:nvSpPr>
        <p:spPr>
          <a:xfrm>
            <a:off x="6938730" y="187495"/>
            <a:ext cx="2158313" cy="2650956"/>
          </a:xfrm>
          <a:prstGeom prst="cloudCallout">
            <a:avLst>
              <a:gd name="adj1" fmla="val -80202"/>
              <a:gd name="adj2" fmla="val 772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Visión por computadora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Procesamiento del lenguaje natural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Reconocimiento de voz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Robótica y movimiento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Planificación y optimización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Simulación de conocimiento</a:t>
            </a:r>
          </a:p>
        </p:txBody>
      </p:sp>
      <p:sp>
        <p:nvSpPr>
          <p:cNvPr id="20" name="Bocadillo nube: nube 19">
            <a:extLst>
              <a:ext uri="{FF2B5EF4-FFF2-40B4-BE49-F238E27FC236}">
                <a16:creationId xmlns:a16="http://schemas.microsoft.com/office/drawing/2014/main" id="{F2583459-7002-ECC3-0D22-55C486171D11}"/>
              </a:ext>
            </a:extLst>
          </p:cNvPr>
          <p:cNvSpPr/>
          <p:nvPr/>
        </p:nvSpPr>
        <p:spPr>
          <a:xfrm>
            <a:off x="4248870" y="2251601"/>
            <a:ext cx="2689860" cy="888521"/>
          </a:xfrm>
          <a:prstGeom prst="cloudCallout">
            <a:avLst>
              <a:gd name="adj1" fmla="val -92349"/>
              <a:gd name="adj2" fmla="val -190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Habilidad de aprender</a:t>
            </a:r>
          </a:p>
        </p:txBody>
      </p:sp>
      <p:sp>
        <p:nvSpPr>
          <p:cNvPr id="21" name="Bocadillo nube: nube 20">
            <a:extLst>
              <a:ext uri="{FF2B5EF4-FFF2-40B4-BE49-F238E27FC236}">
                <a16:creationId xmlns:a16="http://schemas.microsoft.com/office/drawing/2014/main" id="{A2C77C76-8DEC-AECE-A17B-0F570DC314FC}"/>
              </a:ext>
            </a:extLst>
          </p:cNvPr>
          <p:cNvSpPr/>
          <p:nvPr/>
        </p:nvSpPr>
        <p:spPr>
          <a:xfrm>
            <a:off x="6949440" y="2571750"/>
            <a:ext cx="2147603" cy="1302589"/>
          </a:xfrm>
          <a:prstGeom prst="cloudCallout">
            <a:avLst>
              <a:gd name="adj1" fmla="val -77991"/>
              <a:gd name="adj2" fmla="val -401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tx1"/>
                </a:solidFill>
              </a:rPr>
              <a:t>Aprendizaje supervisado,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tx1"/>
                </a:solidFill>
              </a:rPr>
              <a:t>Aprendizaje no supervisado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tx1"/>
                </a:solidFill>
              </a:rPr>
              <a:t>A. por refuerzo</a:t>
            </a:r>
          </a:p>
        </p:txBody>
      </p:sp>
      <p:sp>
        <p:nvSpPr>
          <p:cNvPr id="22" name="Bocadillo nube: nube 21">
            <a:extLst>
              <a:ext uri="{FF2B5EF4-FFF2-40B4-BE49-F238E27FC236}">
                <a16:creationId xmlns:a16="http://schemas.microsoft.com/office/drawing/2014/main" id="{09356154-9C66-BA5A-86F4-1ED013ACA18B}"/>
              </a:ext>
            </a:extLst>
          </p:cNvPr>
          <p:cNvSpPr/>
          <p:nvPr/>
        </p:nvSpPr>
        <p:spPr>
          <a:xfrm>
            <a:off x="3295461" y="3140122"/>
            <a:ext cx="3322622" cy="970151"/>
          </a:xfrm>
          <a:prstGeom prst="cloudCallout">
            <a:avLst>
              <a:gd name="adj1" fmla="val -64157"/>
              <a:gd name="adj2" fmla="val -4108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</a:rPr>
              <a:t>Habilidad de razonar</a:t>
            </a:r>
          </a:p>
        </p:txBody>
      </p:sp>
      <p:sp>
        <p:nvSpPr>
          <p:cNvPr id="23" name="Bocadillo nube: nube 22">
            <a:extLst>
              <a:ext uri="{FF2B5EF4-FFF2-40B4-BE49-F238E27FC236}">
                <a16:creationId xmlns:a16="http://schemas.microsoft.com/office/drawing/2014/main" id="{B91C09E5-35B7-CB32-7165-F392EF865F71}"/>
              </a:ext>
            </a:extLst>
          </p:cNvPr>
          <p:cNvSpPr/>
          <p:nvPr/>
        </p:nvSpPr>
        <p:spPr>
          <a:xfrm>
            <a:off x="6618083" y="3874339"/>
            <a:ext cx="2449902" cy="1086929"/>
          </a:xfrm>
          <a:prstGeom prst="cloudCallout">
            <a:avLst>
              <a:gd name="adj1" fmla="val -81176"/>
              <a:gd name="adj2" fmla="val -6111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Regresión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Árboles de decisión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ANN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100" dirty="0">
                <a:solidFill>
                  <a:schemeClr val="tx1"/>
                </a:solidFill>
              </a:rPr>
              <a:t>Ensemble Learning</a:t>
            </a:r>
          </a:p>
        </p:txBody>
      </p:sp>
      <p:sp>
        <p:nvSpPr>
          <p:cNvPr id="24" name="Bocadillo nube: nube 23">
            <a:extLst>
              <a:ext uri="{FF2B5EF4-FFF2-40B4-BE49-F238E27FC236}">
                <a16:creationId xmlns:a16="http://schemas.microsoft.com/office/drawing/2014/main" id="{3E29B04C-2F6D-A9EF-DEB0-18E037AD90A8}"/>
              </a:ext>
            </a:extLst>
          </p:cNvPr>
          <p:cNvSpPr/>
          <p:nvPr/>
        </p:nvSpPr>
        <p:spPr>
          <a:xfrm>
            <a:off x="3145141" y="4254979"/>
            <a:ext cx="3217653" cy="888521"/>
          </a:xfrm>
          <a:prstGeom prst="cloudCallout">
            <a:avLst>
              <a:gd name="adj1" fmla="val -61584"/>
              <a:gd name="adj2" fmla="val -3167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tx1"/>
                </a:solidFill>
              </a:rPr>
              <a:t>Habilitación física de hardware y software</a:t>
            </a:r>
          </a:p>
        </p:txBody>
      </p:sp>
    </p:spTree>
    <p:extLst>
      <p:ext uri="{BB962C8B-B14F-4D97-AF65-F5344CB8AC3E}">
        <p14:creationId xmlns:p14="http://schemas.microsoft.com/office/powerpoint/2010/main" val="409458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AE017D8-C5E4-4AF6-A3F2-8F364DF138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E71EB937-CC97-4F8F-A28D-24157CAEF9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1AD4C761-3FCB-4F46-ACFA-A3B8B5D00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3B9BD37-53CF-46DA-808F-A414C4A68F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 uiExpand="1">
        <p:bldSub>
          <a:bldDgm bld="one"/>
        </p:bldSub>
      </p:bldGraphic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E2659-AF54-2482-FD79-F388270B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239" y="463709"/>
            <a:ext cx="7704438" cy="703133"/>
          </a:xfrm>
        </p:spPr>
        <p:txBody>
          <a:bodyPr>
            <a:normAutofit/>
          </a:bodyPr>
          <a:lstStyle/>
          <a:p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Principales usos del aprendizaje supervisado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2F0540D-312B-7292-D33C-B8F8FC3CA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500334"/>
              </p:ext>
            </p:extLst>
          </p:nvPr>
        </p:nvGraphicFramePr>
        <p:xfrm>
          <a:off x="247136" y="1227435"/>
          <a:ext cx="8656541" cy="3807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176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6DFCF-4089-4B51-B10F-24011CB8B9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9AE99CF-9A9B-4359-971B-982B3D9D70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59F330-6BE9-4CFA-BAC1-F0B39E99AE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8FE3E71-09A1-4018-8CF6-709A20C7D2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DC877-53E0-49ED-88A4-C1911627B2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62DB5F-D90B-4A80-8DF7-9A7BAD4703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0E79A8-9CF2-4287-9AD8-33D9146142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7786F7-3C4D-4AA1-ADA2-92251A5B13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3B76A8-9DB6-4E17-BCCB-ACECBC2B7F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AF6EB88-D453-4298-A13F-16A3F4C056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2E9319-C347-46D8-9078-1A9D97248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717DBC-68AE-4952-AC56-664D4A30D9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EF54E06-5A35-425A-9041-DACB48782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89A78F6-2615-457E-84EA-DDA0563FE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67150C-9164-4AD1-9639-DC1AE8FB19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FFD143-FF48-46C9-9086-A7824D230F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A23AE9-2FFC-41CB-B933-AFAD6C8869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4AC51E-EA98-4913-87A4-FAAEF51FB9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58F6AE-4812-4010-9882-BE16A6EB72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C599A9B-1145-4C2B-AE93-935AB28C0B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378992-87D6-49F0-8F1B-FFBDADE06B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DA43AC1-AA8B-466C-BB0E-7AE8453A5E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92F8DB-3E97-494D-8FCF-5AA1F5252D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527080" y="268167"/>
            <a:ext cx="7514035" cy="8875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Etapas en la aplicación del Aprendizaje Supervisado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230BA6EE-9F15-D6EA-68D2-53AA11358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044299"/>
              </p:ext>
            </p:extLst>
          </p:nvPr>
        </p:nvGraphicFramePr>
        <p:xfrm>
          <a:off x="698500" y="1231900"/>
          <a:ext cx="82550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lecha: en U 1">
            <a:extLst>
              <a:ext uri="{FF2B5EF4-FFF2-40B4-BE49-F238E27FC236}">
                <a16:creationId xmlns:a16="http://schemas.microsoft.com/office/drawing/2014/main" id="{CB2814E7-513F-E077-9477-15E526D1ACEB}"/>
              </a:ext>
            </a:extLst>
          </p:cNvPr>
          <p:cNvSpPr/>
          <p:nvPr/>
        </p:nvSpPr>
        <p:spPr>
          <a:xfrm flipH="1">
            <a:off x="1283677" y="691662"/>
            <a:ext cx="6066692" cy="2555630"/>
          </a:xfrm>
          <a:prstGeom prst="uturnArrow">
            <a:avLst>
              <a:gd name="adj1" fmla="val 4147"/>
              <a:gd name="adj2" fmla="val 8591"/>
              <a:gd name="adj3" fmla="val 8345"/>
              <a:gd name="adj4" fmla="val 47527"/>
              <a:gd name="adj5" fmla="val 229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06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D27BD8-0C85-4010-9691-38FA55ECE9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1D27BD8-0C85-4010-9691-38FA55ECE9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1D27BD8-0C85-4010-9691-38FA55ECE9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3D3A0B-ED26-4ECE-9EE6-8F3FD1F54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FA3D3A0B-ED26-4ECE-9EE6-8F3FD1F54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FA3D3A0B-ED26-4ECE-9EE6-8F3FD1F54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767A452-51CD-4ED0-B43A-AC384208E2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A767A452-51CD-4ED0-B43A-AC384208E2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A767A452-51CD-4ED0-B43A-AC384208E2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37F42C-221A-4477-A336-8E771CD76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8137F42C-221A-4477-A336-8E771CD76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8137F42C-221A-4477-A336-8E771CD76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7D448B-9378-4EFB-AB47-7AD4DC2CA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A67D448B-9378-4EFB-AB47-7AD4DC2CA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A67D448B-9378-4EFB-AB47-7AD4DC2CA9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92572F-2CDA-41D3-8C9F-24CDA92D0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dgm id="{6992572F-2CDA-41D3-8C9F-24CDA92D0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6992572F-2CDA-41D3-8C9F-24CDA92D0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5A35FE-B990-4DC9-AB5B-A9B4FCC46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D25A35FE-B990-4DC9-AB5B-A9B4FCC46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D25A35FE-B990-4DC9-AB5B-A9B4FCC46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FCF80E6-864A-4B0B-B7CB-F2C6DF5F9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7FCF80E6-864A-4B0B-B7CB-F2C6DF5F9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7FCF80E6-864A-4B0B-B7CB-F2C6DF5F9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A38BB0-BD9E-44F2-B185-C2E3405E9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graphicEl>
                                              <a:dgm id="{B8A38BB0-BD9E-44F2-B185-C2E3405E9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graphicEl>
                                              <a:dgm id="{B8A38BB0-BD9E-44F2-B185-C2E3405E9B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C647EE-346A-4A0C-815D-2777AD27DB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44C647EE-346A-4A0C-815D-2777AD27DB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44C647EE-346A-4A0C-815D-2777AD27DB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D5E3186-CC9F-41EF-8F23-904648F68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BD5E3186-CC9F-41EF-8F23-904648F68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BD5E3186-CC9F-41EF-8F23-904648F68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EAE248-B24A-471F-BD96-60342083B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6AEAE248-B24A-471F-BD96-60342083B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6AEAE248-B24A-471F-BD96-60342083B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5792608-9895-47ED-B1F5-7890A4FCF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25792608-9895-47ED-B1F5-7890A4FCF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25792608-9895-47ED-B1F5-7890A4FCF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1008876-898D-40FA-BE7B-C4AE270AC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graphicEl>
                                              <a:dgm id="{71008876-898D-40FA-BE7B-C4AE270AC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graphicEl>
                                              <a:dgm id="{71008876-898D-40FA-BE7B-C4AE270ACA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C6028F-72D1-4F8E-8AFA-1CE33A575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graphicEl>
                                              <a:dgm id="{FCC6028F-72D1-4F8E-8AFA-1CE33A575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graphicEl>
                                              <a:dgm id="{FCC6028F-72D1-4F8E-8AFA-1CE33A575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6A2A2C-BB43-4F8C-9628-76C90530D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>
                                            <p:graphicEl>
                                              <a:dgm id="{3D6A2A2C-BB43-4F8C-9628-76C90530D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>
                                            <p:graphicEl>
                                              <a:dgm id="{3D6A2A2C-BB43-4F8C-9628-76C90530D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F340B5D-941C-48BE-BF80-A9DA87EF10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>
                                            <p:graphicEl>
                                              <a:dgm id="{FF340B5D-941C-48BE-BF80-A9DA87EF10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>
                                            <p:graphicEl>
                                              <a:dgm id="{FF340B5D-941C-48BE-BF80-A9DA87EF10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FE57272-2EE8-4BFE-9C24-428ECB6DA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">
                                            <p:graphicEl>
                                              <a:dgm id="{CFE57272-2EE8-4BFE-9C24-428ECB6DA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">
                                            <p:graphicEl>
                                              <a:dgm id="{CFE57272-2EE8-4BFE-9C24-428ECB6DA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EACC04-24B2-434C-846B-39B7A7D19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">
                                            <p:graphicEl>
                                              <a:dgm id="{BAEACC04-24B2-434C-846B-39B7A7D19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">
                                            <p:graphicEl>
                                              <a:dgm id="{BAEACC04-24B2-434C-846B-39B7A7D199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65AACD-0AC0-44D1-AA0B-9A758AF0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">
                                            <p:graphicEl>
                                              <a:dgm id="{B965AACD-0AC0-44D1-AA0B-9A758AF0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">
                                            <p:graphicEl>
                                              <a:dgm id="{B965AACD-0AC0-44D1-AA0B-9A758AF04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D6C9F4-1CC5-4FA4-9403-B588668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">
                                            <p:graphicEl>
                                              <a:dgm id="{D2D6C9F4-1CC5-4FA4-9403-B588668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">
                                            <p:graphicEl>
                                              <a:dgm id="{D2D6C9F4-1CC5-4FA4-9403-B588668E4F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820234" y="475955"/>
            <a:ext cx="8323766" cy="648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Descripción del problema: Aprendizaje supervisado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sz="half" idx="1"/>
          </p:nvPr>
        </p:nvSpPr>
        <p:spPr>
          <a:xfrm>
            <a:off x="189421" y="1149625"/>
            <a:ext cx="3754071" cy="37308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Datos: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dispone de un conjunto de registros (o ejemplos, o instancias) descritos por </a:t>
            </a:r>
            <a:r>
              <a:rPr lang="e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atributos: A</a:t>
            </a:r>
            <a:r>
              <a:rPr lang="e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 , A</a:t>
            </a:r>
            <a:r>
              <a:rPr lang="e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cada instancia está anotada con una etiqueta, pudiendo ser una clase o un valor numérico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Aprender un modelo (o función) a partir de los datos, buscando predecir sus etiquetas a partir de los atributos. Este modelo puede ser utilizado para predecir las etiquetas de nuevos registros sin anotar.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C8F9240C-5A2A-B05C-6FA9-289EFBCFBA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35436964"/>
              </p:ext>
            </p:extLst>
          </p:nvPr>
        </p:nvGraphicFramePr>
        <p:xfrm>
          <a:off x="5200510" y="1236550"/>
          <a:ext cx="3754071" cy="3664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12B1CAC-2297-9682-62A8-59459B40E8A9}"/>
              </a:ext>
            </a:extLst>
          </p:cNvPr>
          <p:cNvSpPr/>
          <p:nvPr/>
        </p:nvSpPr>
        <p:spPr>
          <a:xfrm>
            <a:off x="3816385" y="2353005"/>
            <a:ext cx="1300621" cy="64828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>
                <a:solidFill>
                  <a:schemeClr val="tx1"/>
                </a:solidFill>
              </a:rPr>
              <a:t>Nuevos datos de entrada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E16D5181-9362-C5AD-498B-27A736DF3245}"/>
              </a:ext>
            </a:extLst>
          </p:cNvPr>
          <p:cNvSpPr/>
          <p:nvPr/>
        </p:nvSpPr>
        <p:spPr>
          <a:xfrm>
            <a:off x="5117007" y="2479440"/>
            <a:ext cx="489150" cy="395416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 b="1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683A3D5-9AF5-2308-96EA-2994A49FB000}"/>
              </a:ext>
            </a:extLst>
          </p:cNvPr>
          <p:cNvGrpSpPr/>
          <p:nvPr/>
        </p:nvGrpSpPr>
        <p:grpSpPr>
          <a:xfrm rot="5400000">
            <a:off x="7656998" y="2307881"/>
            <a:ext cx="2320647" cy="557292"/>
            <a:chOff x="1896920" y="2295214"/>
            <a:chExt cx="5566559" cy="557292"/>
          </a:xfrm>
          <a:effectLst/>
        </p:grpSpPr>
        <p:sp>
          <p:nvSpPr>
            <p:cNvPr id="9" name="Flecha: doblada 8">
              <a:extLst>
                <a:ext uri="{FF2B5EF4-FFF2-40B4-BE49-F238E27FC236}">
                  <a16:creationId xmlns:a16="http://schemas.microsoft.com/office/drawing/2014/main" id="{ADA74ED2-2555-5628-9F53-778F34290BAF}"/>
                </a:ext>
              </a:extLst>
            </p:cNvPr>
            <p:cNvSpPr/>
            <p:nvPr/>
          </p:nvSpPr>
          <p:spPr>
            <a:xfrm flipH="1">
              <a:off x="2265404" y="2295215"/>
              <a:ext cx="5198075" cy="489149"/>
            </a:xfrm>
            <a:prstGeom prst="bentArrow">
              <a:avLst>
                <a:gd name="adj1" fmla="val 29424"/>
                <a:gd name="adj2" fmla="val 14712"/>
                <a:gd name="adj3" fmla="val 45510"/>
                <a:gd name="adj4" fmla="val 43750"/>
              </a:avLst>
            </a:prstGeom>
            <a:gradFill rotWithShape="0">
              <a:gsLst>
                <a:gs pos="0">
                  <a:srgbClr val="265991">
                    <a:hueOff val="2758539"/>
                    <a:satOff val="-518"/>
                    <a:lumOff val="13889"/>
                    <a:alphaOff val="0"/>
                    <a:tint val="96000"/>
                    <a:lumMod val="104000"/>
                  </a:srgbClr>
                </a:gs>
                <a:gs pos="100000">
                  <a:srgbClr val="265991">
                    <a:hueOff val="2758539"/>
                    <a:satOff val="-518"/>
                    <a:lumOff val="13889"/>
                    <a:alphaOff val="0"/>
                    <a:shade val="98000"/>
                    <a:lumMod val="94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p:spPr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endParaRPr lang="es-A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Flecha: doblada 9">
              <a:extLst>
                <a:ext uri="{FF2B5EF4-FFF2-40B4-BE49-F238E27FC236}">
                  <a16:creationId xmlns:a16="http://schemas.microsoft.com/office/drawing/2014/main" id="{015BB08B-6E1F-CFCC-C169-E24A632372BB}"/>
                </a:ext>
              </a:extLst>
            </p:cNvPr>
            <p:cNvSpPr/>
            <p:nvPr/>
          </p:nvSpPr>
          <p:spPr>
            <a:xfrm rot="16200000" flipH="1">
              <a:off x="2395800" y="1796334"/>
              <a:ext cx="557292" cy="1555052"/>
            </a:xfrm>
            <a:prstGeom prst="bentArrow">
              <a:avLst/>
            </a:prstGeom>
            <a:gradFill rotWithShape="0">
              <a:gsLst>
                <a:gs pos="0">
                  <a:srgbClr val="265991">
                    <a:hueOff val="2758539"/>
                    <a:satOff val="-518"/>
                    <a:lumOff val="13889"/>
                    <a:alphaOff val="0"/>
                    <a:tint val="96000"/>
                    <a:lumMod val="104000"/>
                  </a:srgbClr>
                </a:gs>
                <a:gs pos="100000">
                  <a:srgbClr val="265991">
                    <a:hueOff val="2758539"/>
                    <a:satOff val="-518"/>
                    <a:lumOff val="13889"/>
                    <a:alphaOff val="0"/>
                    <a:shade val="98000"/>
                    <a:lumMod val="94000"/>
                  </a:srgb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60000"/>
                </a:srgbClr>
              </a:outerShdw>
            </a:effectLst>
          </p:spPr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endParaRPr lang="es-AR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078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F41205-699A-4AC3-9C38-B1E49FF8D1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A46301-B785-489D-91C5-751AD00A7A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409A966-C608-41DC-8711-1A2D8ABA07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511746-5A06-4585-9C74-A36A2FE8E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F20EAA-9629-4762-A6B9-011721B593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684C3F-CD17-48F7-98A7-7189261CB9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D8A0A4-3D15-4DE7-8ECE-1A13C4E2C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B673F2A-F093-4B33-A68A-19FEE633D6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13DBA6-EECE-45EB-A44A-B5D71C61C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6DF7B0-EF33-4CD9-98F6-F6AC1772DA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631D4E-6463-459D-84CB-69C3847025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E63F57-50A6-4943-8CE6-54B9EC72EC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BC0D3B-9310-4E05-817C-7D164E0858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uiExpand="1" build="p"/>
      <p:bldGraphic spid="5" grpId="0" uiExpand="1">
        <p:bldSub>
          <a:bldDgm bld="one"/>
        </p:bldSub>
      </p:bldGraphic>
      <p:bldP spid="3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555429" y="1678649"/>
            <a:ext cx="6806663" cy="22954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Aprendizaje Supervisado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1485180" y="473607"/>
            <a:ext cx="4746287" cy="6223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656601" y="1095936"/>
            <a:ext cx="3915399" cy="3581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…,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</a:t>
            </a:r>
            <a:endParaRPr sz="1800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Aprender una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f(x)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predecir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i="1" dirty="0">
              <a:latin typeface="Times New Roman" panose="02020603050405020304" pitchFamily="18" charset="0"/>
              <a:cs typeface="Times New Roman" panose="02020603050405020304" pitchFamily="18" charset="0"/>
              <a:sym typeface="Spectr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en" sz="20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2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ϵ ℝ</a:t>
            </a:r>
            <a:r>
              <a:rPr lang="en" sz="2000" baseline="30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Es un problema de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839" y="1410864"/>
            <a:ext cx="4605201" cy="26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1200443" y="315925"/>
            <a:ext cx="7643580" cy="6700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endParaRPr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1088940" y="1160875"/>
            <a:ext cx="6531060" cy="1367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…,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</a:t>
            </a:r>
            <a:endParaRPr sz="1800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Aprender una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f(x)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predecir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endParaRPr sz="1800" i="1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en" sz="20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categórica: Es un problema de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 b="31441"/>
          <a:stretch/>
        </p:blipFill>
        <p:spPr>
          <a:xfrm>
            <a:off x="2859370" y="2699251"/>
            <a:ext cx="4875650" cy="18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1036320" y="315925"/>
            <a:ext cx="779598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1123590" y="1284281"/>
            <a:ext cx="6896820" cy="14245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1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2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), …, (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,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baseline="-250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)</a:t>
            </a:r>
            <a:endParaRPr sz="1800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Aprender una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f(x)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permita predecir </a:t>
            </a:r>
            <a:r>
              <a:rPr lang="en" sz="1800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partir de </a:t>
            </a:r>
            <a:r>
              <a:rPr lang="en" sz="18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endParaRPr sz="1800" i="1" dirty="0"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en" sz="2000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y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categórica: Es un problema de </a:t>
            </a:r>
            <a:r>
              <a:rPr lang="e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" name="Google Shape;143;p26"/>
          <p:cNvPicPr preferRelativeResize="0"/>
          <p:nvPr/>
        </p:nvPicPr>
        <p:blipFill rotWithShape="1">
          <a:blip r:embed="rId3">
            <a:alphaModFix/>
          </a:blip>
          <a:srcRect b="31441"/>
          <a:stretch/>
        </p:blipFill>
        <p:spPr>
          <a:xfrm>
            <a:off x="235500" y="2845863"/>
            <a:ext cx="4875650" cy="18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l="21526" t="69578" r="2381" b="1390"/>
          <a:stretch/>
        </p:blipFill>
        <p:spPr>
          <a:xfrm>
            <a:off x="5267131" y="3684644"/>
            <a:ext cx="3709949" cy="7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1104900" y="315925"/>
            <a:ext cx="7727400" cy="6805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Aprendizaje Supervisado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4325815" y="1225224"/>
            <a:ext cx="4654061" cy="3780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variable </a:t>
            </a:r>
            <a:r>
              <a:rPr lang="en" sz="2000" b="1" i="1" dirty="0"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x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puede ser multidimensional.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dimensión corresponde a un atributo: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Edad del paciente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Tamaño del tumor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Uniformidad en la forma de la célula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Etcétera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regresión busca “acercar” los datos a una función (lineal, polinomial, etc.)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clasificación busca separar los datos mediante ciertos “bordes”.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l="3969" t="39131" r="47681" b="11442"/>
          <a:stretch/>
        </p:blipFill>
        <p:spPr>
          <a:xfrm>
            <a:off x="164124" y="1319010"/>
            <a:ext cx="3999900" cy="313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7BCAF-808C-C4F3-2FCA-3B2CF464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38" y="397121"/>
            <a:ext cx="7514035" cy="599341"/>
          </a:xfrm>
        </p:spPr>
        <p:txBody>
          <a:bodyPr/>
          <a:lstStyle/>
          <a:p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Aprendizaje supervisado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C2B0549-C289-99CC-9249-5862733966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14773957"/>
                  </p:ext>
                </p:extLst>
              </p:nvPr>
            </p:nvGraphicFramePr>
            <p:xfrm>
              <a:off x="1112838" y="996463"/>
              <a:ext cx="7513637" cy="398584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C2B0549-C289-99CC-9249-5862733966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14773957"/>
                  </p:ext>
                </p:extLst>
              </p:nvPr>
            </p:nvGraphicFramePr>
            <p:xfrm>
              <a:off x="1112838" y="996463"/>
              <a:ext cx="7513637" cy="398584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F8FB5604-A1B5-039C-443B-342EB6533BE3}"/>
              </a:ext>
            </a:extLst>
          </p:cNvPr>
          <p:cNvSpPr/>
          <p:nvPr/>
        </p:nvSpPr>
        <p:spPr>
          <a:xfrm flipH="1">
            <a:off x="4125240" y="4629149"/>
            <a:ext cx="1488831" cy="294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67C1679-798A-4ABE-A1DA-71D2BFBC3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E211CA9-70FF-4233-92BB-BA95693071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82F83F-F82D-4D46-8B8E-49C8130539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95F5BD1-6D0C-45BF-AA39-1236454DA4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62DD286-05B5-48CF-A287-5E12375C1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8850285-AABE-46DA-B33D-E02F42BFD8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49AEADA-5DAF-453B-8BFD-B6ACD0C001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064F3E9-F100-44A4-BC5E-2D2B104B98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F45542C4-6CF0-D896-318B-02D36F60029A}"/>
              </a:ext>
            </a:extLst>
          </p:cNvPr>
          <p:cNvSpPr/>
          <p:nvPr/>
        </p:nvSpPr>
        <p:spPr>
          <a:xfrm>
            <a:off x="5059680" y="1294639"/>
            <a:ext cx="3685735" cy="363453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Datos</a:t>
            </a:r>
            <a:endParaRPr lang="es-A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847164-C85A-6E76-222D-E07256F1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126" y="463724"/>
            <a:ext cx="5364852" cy="661750"/>
          </a:xfrm>
        </p:spPr>
        <p:txBody>
          <a:bodyPr>
            <a:normAutofit/>
          </a:bodyPr>
          <a:lstStyle/>
          <a:p>
            <a:r>
              <a:rPr lang="es-A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Elección de </a:t>
            </a:r>
            <a:r>
              <a:rPr lang="es-AR" sz="3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hiperparámetros</a:t>
            </a:r>
            <a:endParaRPr lang="es-AR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26851-5460-03DB-0537-F63D3FA6F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904" y="1105448"/>
            <a:ext cx="4621583" cy="403805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Se tiene la base de datos con todos los datos. Dividir el conjunto total de ejemplos en tres subconjuntos</a:t>
            </a:r>
          </a:p>
          <a:p>
            <a:pPr marL="412750" indent="-28575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s-AR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Entrenamiento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aprendizaje de variables del modelo</a:t>
            </a:r>
          </a:p>
          <a:p>
            <a:pPr marL="412750" indent="-28575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s-AR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Validación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ajuste/elección de </a:t>
            </a:r>
            <a:r>
              <a:rPr lang="es-AR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hiperparámetros</a:t>
            </a:r>
            <a:endParaRPr lang="es-AR" sz="1800" dirty="0">
              <a:solidFill>
                <a:schemeClr val="tx1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412750" indent="-285750">
              <a:lnSpc>
                <a:spcPct val="150000"/>
              </a:lnSpc>
              <a:spcBef>
                <a:spcPts val="0"/>
              </a:spcBef>
              <a:buSzPts val="1600"/>
            </a:pPr>
            <a:r>
              <a:rPr lang="es-AR" sz="1800" b="1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Evaluación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: estimación </a:t>
            </a:r>
            <a:r>
              <a:rPr lang="es-AR" sz="1800" u="sng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final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del desempeño del modelo entrenado (y con </a:t>
            </a:r>
            <a:r>
              <a:rPr lang="es-AR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hiperparámetros</a:t>
            </a:r>
            <a:r>
              <a:rPr lang="es-AR" sz="1800" dirty="0">
                <a:solidFill>
                  <a:schemeClr val="tx1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elegidos adecuadamente)</a:t>
            </a:r>
          </a:p>
          <a:p>
            <a:endParaRPr lang="es-AR" sz="1600" dirty="0">
              <a:solidFill>
                <a:schemeClr val="tx1"/>
              </a:solidFill>
            </a:endParaRPr>
          </a:p>
        </p:txBody>
      </p:sp>
      <p:graphicFrame>
        <p:nvGraphicFramePr>
          <p:cNvPr id="15" name="Marcador de contenido 14">
            <a:extLst>
              <a:ext uri="{FF2B5EF4-FFF2-40B4-BE49-F238E27FC236}">
                <a16:creationId xmlns:a16="http://schemas.microsoft.com/office/drawing/2014/main" id="{6E57B600-4B50-6147-7243-1A326BD73F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217383"/>
              </p:ext>
            </p:extLst>
          </p:nvPr>
        </p:nvGraphicFramePr>
        <p:xfrm>
          <a:off x="5059680" y="1294638"/>
          <a:ext cx="4108704" cy="3679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193890E1-FEF3-4BBD-8409-D2D2CB6408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EBE6C249-5566-4E97-AF95-1FA92C48B1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45EB9188-47E4-4C78-B7DA-FA4F6958D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15" grpId="0" uiExpand="1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656835" y="1913111"/>
            <a:ext cx="8009450" cy="1786200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 Lineal y Polinomial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>
            <a:spLocks noGrp="1"/>
          </p:cNvSpPr>
          <p:nvPr>
            <p:ph type="title"/>
          </p:nvPr>
        </p:nvSpPr>
        <p:spPr>
          <a:xfrm>
            <a:off x="3030608" y="295429"/>
            <a:ext cx="3362795" cy="713623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Aft>
                <a:spcPts val="0"/>
              </a:spcAft>
            </a:pP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Google Shape;182;p31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750277" y="973015"/>
                <a:ext cx="5568461" cy="3911093"/>
              </a:xfrm>
              <a:prstGeom prst="rect">
                <a:avLst/>
              </a:prstGeom>
            </p:spPr>
            <p:txBody>
              <a:bodyPr spcFirstLastPara="1" vert="horz" lIns="91440" tIns="45720" rIns="91440" bIns="45720" rtlCol="0" anchorCtr="0">
                <a:noAutofit/>
              </a:bodyPr>
              <a:lstStyle/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Busca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ajustar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entrenamiento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mediante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una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función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que sea un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hiperplano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… 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SzPts val="1100"/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valores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𝜃 son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pesos de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atributos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</a:t>
                </a:r>
                <a:r>
                  <a:rPr lang="en-US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features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entrena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minimizando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suma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del error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cuadrático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sub>
                                  </m:sSub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en-US" sz="20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457200">
                  <a:lnSpc>
                    <a:spcPct val="90000"/>
                  </a:lnSpc>
                  <a:spcBef>
                    <a:spcPts val="1000"/>
                  </a:spcBef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resuelve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mediante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lim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2" name="Google Shape;182;p3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50277" y="973015"/>
                <a:ext cx="5568461" cy="3911093"/>
              </a:xfrm>
              <a:prstGeom prst="rect">
                <a:avLst/>
              </a:prstGeom>
              <a:blipFill>
                <a:blip r:embed="rId3"/>
                <a:stretch>
                  <a:fillRect l="-1094" t="-6552" b="-733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6F28BEC-2DF0-BCFA-1A8F-B83D64B6FE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890853" y="1419798"/>
            <a:ext cx="3362794" cy="31627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3449448" y="150930"/>
            <a:ext cx="5599661" cy="9606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Regresión Polinomial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Google Shape;199;p33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883664" y="937456"/>
                <a:ext cx="8186196" cy="405511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Busca ajustar los datos de entrenamiento mediante una función polinomial:</a:t>
                </a: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d>
                        <m:d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</m:d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sub>
                      </m:sSub>
                      <m:sSup>
                        <m:sSupPr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sup>
                      </m:sSup>
                    </m:oMath>
                  </m:oMathPara>
                </a14:m>
                <a:endParaRPr lang="es-AR" sz="18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sup>
                        <m:e>
                          <m:sSub>
                            <m:sSubPr>
                              <m:ctrlP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ar-AE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ar-AE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AR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AR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ar-AE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Mientras más alto el grado del polinomio, más se ajusta a los datos (pero se vuelve más complejo y tiende a sobreajustar).</a:t>
                </a:r>
              </a:p>
            </p:txBody>
          </p:sp>
        </mc:Choice>
        <mc:Fallback xmlns="">
          <p:sp>
            <p:nvSpPr>
              <p:cNvPr id="199" name="Google Shape;199;p3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83664" y="937456"/>
                <a:ext cx="8186196" cy="4055114"/>
              </a:xfrm>
              <a:prstGeom prst="rect">
                <a:avLst/>
              </a:prstGeom>
              <a:blipFill>
                <a:blip r:embed="rId3"/>
                <a:stretch>
                  <a:fillRect l="-670" r="-11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082250F-987B-E2E2-299A-127E50FFFD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48303" y="1372691"/>
            <a:ext cx="3800806" cy="2507647"/>
          </a:xfr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76C01A6-FB19-3CC2-8672-F5D2F85F535B}"/>
              </a:ext>
            </a:extLst>
          </p:cNvPr>
          <p:cNvCxnSpPr>
            <a:cxnSpLocks/>
          </p:cNvCxnSpPr>
          <p:nvPr/>
        </p:nvCxnSpPr>
        <p:spPr>
          <a:xfrm>
            <a:off x="7422292" y="1812324"/>
            <a:ext cx="360000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EE0D210-CE8A-350C-B931-B4D2EC3E6B7B}"/>
              </a:ext>
            </a:extLst>
          </p:cNvPr>
          <p:cNvCxnSpPr>
            <a:cxnSpLocks/>
          </p:cNvCxnSpPr>
          <p:nvPr/>
        </p:nvCxnSpPr>
        <p:spPr>
          <a:xfrm>
            <a:off x="7414054" y="1952368"/>
            <a:ext cx="360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9E6929-39EF-AC08-185E-E7185EFB2A9F}"/>
              </a:ext>
            </a:extLst>
          </p:cNvPr>
          <p:cNvSpPr txBox="1"/>
          <p:nvPr/>
        </p:nvSpPr>
        <p:spPr>
          <a:xfrm>
            <a:off x="7768281" y="1688756"/>
            <a:ext cx="130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 entrenamiento</a:t>
            </a:r>
          </a:p>
          <a:p>
            <a:r>
              <a:rPr lang="es-A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 testeo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uiExpand="1" build="p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>
            <a:spLocks noGrp="1"/>
          </p:cNvSpPr>
          <p:nvPr>
            <p:ph type="title"/>
          </p:nvPr>
        </p:nvSpPr>
        <p:spPr>
          <a:xfrm>
            <a:off x="822960" y="1840522"/>
            <a:ext cx="7799990" cy="2700427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(demo_1_linear_regression)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258250" y="1678650"/>
            <a:ext cx="7349558" cy="1786200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 Logística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>
            <a:spLocks noGrp="1"/>
          </p:cNvSpPr>
          <p:nvPr>
            <p:ph type="title"/>
          </p:nvPr>
        </p:nvSpPr>
        <p:spPr>
          <a:xfrm>
            <a:off x="3060686" y="468082"/>
            <a:ext cx="4638236" cy="64246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Aft>
                <a:spcPts val="0"/>
              </a:spcAft>
            </a:pP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Logística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Google Shape;216;p36"/>
              <p:cNvSpPr txBox="1">
                <a:spLocks noGrp="1"/>
              </p:cNvSpPr>
              <p:nvPr>
                <p:ph sz="half" idx="1"/>
              </p:nvPr>
            </p:nvSpPr>
            <p:spPr>
              <a:xfrm>
                <a:off x="906779" y="1110547"/>
                <a:ext cx="4638235" cy="3776391"/>
              </a:xfrm>
              <a:prstGeom prst="rect">
                <a:avLst/>
              </a:prstGeom>
            </p:spPr>
            <p:txBody>
              <a:bodyPr spcFirstLastPara="1" vert="horz" lIns="91440" tIns="45720" rIns="91440" bIns="45720" rtlCol="0" anchorCtr="0">
                <a:normAutofit/>
              </a:bodyPr>
              <a:lstStyle/>
              <a:p>
                <a:pPr marL="0" lvl="0" indent="0" defTabSz="457200">
                  <a:spcBef>
                    <a:spcPts val="1000"/>
                  </a:spcBef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 un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enfoque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probabilístico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0" indent="0" defTabSz="457200">
                  <a:spcBef>
                    <a:spcPts val="10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debería</a:t>
                </a:r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devolver</a:t>
                </a:r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defTabSz="457200">
                  <a:spcBef>
                    <a:spcPts val="1000"/>
                  </a:spcBef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es-E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s-ES" sz="1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Modelo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 de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regresión</a:t>
                </a:r>
                <a:r>
                  <a:rPr lang="en-US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 </a:t>
                </a:r>
                <a:r>
                  <a:rPr lang="en-US" sz="18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ns"/>
                  </a:rPr>
                  <a:t>logística</a:t>
                </a:r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ns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h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𝑥</m:t>
                          </m:r>
                        </m:e>
                      </m:d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=</m:t>
                      </m:r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𝑔</m:t>
                      </m:r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ns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𝑔</m:t>
                      </m:r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𝑧</m:t>
                          </m:r>
                        </m:e>
                      </m:d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=</m:t>
                      </m:r>
                      <m:f>
                        <m:f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fPr>
                        <m:num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−</m:t>
                              </m:r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Open Sans"/>
                </a:endParaRPr>
              </a:p>
              <a:p>
                <a:pPr marL="0" indent="0" defTabSz="457200">
                  <a:spcBef>
                    <a:spcPts val="1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h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dPr>
                        <m:e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𝑥</m:t>
                          </m:r>
                        </m:e>
                      </m:d>
                      <m:r>
                        <a:rPr lang="en-US" sz="1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Open Sans"/>
                        </a:rPr>
                        <m:t>=</m:t>
                      </m:r>
                      <m:f>
                        <m:fPr>
                          <m:ctrlP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</m:ctrlPr>
                        </m:fPr>
                        <m:num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Open Sans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</m:ctrlPr>
                            </m:sSupPr>
                            <m:e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Open Sans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Open Sans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1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Open Sans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Open Sans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6" name="Google Shape;216;p3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906779" y="1110547"/>
                <a:ext cx="4638235" cy="3776391"/>
              </a:xfrm>
              <a:prstGeom prst="rect">
                <a:avLst/>
              </a:prstGeom>
              <a:blipFill>
                <a:blip r:embed="rId3"/>
                <a:stretch>
                  <a:fillRect l="-118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220;p36">
            <a:extLst>
              <a:ext uri="{FF2B5EF4-FFF2-40B4-BE49-F238E27FC236}">
                <a16:creationId xmlns:a16="http://schemas.microsoft.com/office/drawing/2014/main" id="{664B5E11-06B9-6F69-A237-6AD8CE187065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260854" y="2117899"/>
            <a:ext cx="2622792" cy="17665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>
            <a:spLocks noGrp="1"/>
          </p:cNvSpPr>
          <p:nvPr>
            <p:ph type="title"/>
          </p:nvPr>
        </p:nvSpPr>
        <p:spPr>
          <a:xfrm>
            <a:off x="3357879" y="345137"/>
            <a:ext cx="5097499" cy="6223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Regresión Logística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F23F1E1-6222-FC26-3DA1-B5753BC9A96A}"/>
              </a:ext>
            </a:extLst>
          </p:cNvPr>
          <p:cNvGrpSpPr/>
          <p:nvPr/>
        </p:nvGrpSpPr>
        <p:grpSpPr>
          <a:xfrm>
            <a:off x="1412324" y="1115291"/>
            <a:ext cx="6194201" cy="3837800"/>
            <a:chOff x="1412324" y="1115291"/>
            <a:chExt cx="6194201" cy="3837800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112EC8DE-07ED-D0DF-BAA2-3E3D6F820FC8}"/>
                </a:ext>
              </a:extLst>
            </p:cNvPr>
            <p:cNvGrpSpPr/>
            <p:nvPr/>
          </p:nvGrpSpPr>
          <p:grpSpPr>
            <a:xfrm>
              <a:off x="1412324" y="1115291"/>
              <a:ext cx="6194201" cy="3837800"/>
              <a:chOff x="1412324" y="1115291"/>
              <a:chExt cx="6194201" cy="3837800"/>
            </a:xfrm>
          </p:grpSpPr>
          <p:pic>
            <p:nvPicPr>
              <p:cNvPr id="227" name="Google Shape;227;p37"/>
              <p:cNvPicPr preferRelativeResize="0"/>
              <p:nvPr/>
            </p:nvPicPr>
            <p:blipFill rotWithShape="1">
              <a:blip r:embed="rId3">
                <a:alphaModFix/>
              </a:blip>
              <a:srcRect t="14864"/>
              <a:stretch/>
            </p:blipFill>
            <p:spPr>
              <a:xfrm>
                <a:off x="1412324" y="1115291"/>
                <a:ext cx="6194201" cy="3837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37"/>
              <p:cNvSpPr/>
              <p:nvPr/>
            </p:nvSpPr>
            <p:spPr>
              <a:xfrm>
                <a:off x="1412324" y="2695384"/>
                <a:ext cx="6194201" cy="6842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𝜭</a:t>
                </a:r>
                <a:r>
                  <a:rPr lang="en" sz="1600" baseline="300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</a:t>
                </a:r>
                <a:r>
                  <a:rPr lang="en" sz="1600" b="1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x</a:t>
                </a: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debería tener 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valores </a:t>
                </a:r>
                <a:r>
                  <a:rPr lang="en" sz="1600" b="1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negativos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grandes para instancias negativas</a:t>
                </a: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y 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valores </a:t>
                </a:r>
                <a:r>
                  <a:rPr lang="en" sz="1600" b="1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positivos</a:t>
                </a:r>
                <a:r>
                  <a:rPr lang="en" sz="1600" i="1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 grandes para instancias positivas</a:t>
                </a:r>
                <a:r>
                  <a:rPr lang="en" sz="1600" dirty="0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.</a:t>
                </a:r>
                <a:endParaRPr sz="1600" dirty="0"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29" name="Google Shape;229;p37"/>
            <p:cNvSpPr txBox="1"/>
            <p:nvPr/>
          </p:nvSpPr>
          <p:spPr>
            <a:xfrm>
              <a:off x="1684924" y="3359850"/>
              <a:ext cx="2887075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latin typeface="Open Sans"/>
                  <a:ea typeface="Open Sans"/>
                  <a:cs typeface="Open Sans"/>
                  <a:sym typeface="Open Sans"/>
                </a:rPr>
                <a:t>Definir un umbral y...</a:t>
              </a:r>
              <a:endParaRPr sz="1600" dirty="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37"/>
            <p:cNvSpPr txBox="1"/>
            <p:nvPr/>
          </p:nvSpPr>
          <p:spPr>
            <a:xfrm>
              <a:off x="1803200" y="3809825"/>
              <a:ext cx="11463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Predecir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37"/>
            <p:cNvSpPr txBox="1"/>
            <p:nvPr/>
          </p:nvSpPr>
          <p:spPr>
            <a:xfrm>
              <a:off x="3486625" y="3838650"/>
              <a:ext cx="2955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 sz="1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2" name="Google Shape;232;p37"/>
            <p:cNvSpPr txBox="1"/>
            <p:nvPr/>
          </p:nvSpPr>
          <p:spPr>
            <a:xfrm>
              <a:off x="1803200" y="4176425"/>
              <a:ext cx="11463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Predecir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37"/>
            <p:cNvSpPr txBox="1"/>
            <p:nvPr/>
          </p:nvSpPr>
          <p:spPr>
            <a:xfrm>
              <a:off x="3486625" y="4176425"/>
              <a:ext cx="295500" cy="366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Open Sans"/>
                  <a:ea typeface="Open Sans"/>
                  <a:cs typeface="Open Sans"/>
                  <a:sym typeface="Open Sans"/>
                </a:rPr>
                <a:t>si</a:t>
              </a:r>
              <a:endParaRPr sz="12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>
            <a:spLocks noGrp="1"/>
          </p:cNvSpPr>
          <p:nvPr>
            <p:ph type="title"/>
          </p:nvPr>
        </p:nvSpPr>
        <p:spPr>
          <a:xfrm>
            <a:off x="1371670" y="450348"/>
            <a:ext cx="6683765" cy="5194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Regresión Logística: Función de costo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CB00E639-FEC2-703A-71C0-F7F82E342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7008" y="1182624"/>
                <a:ext cx="7421451" cy="3694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E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func>
                                    <m:func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E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s-E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s-ES" sz="20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s-ES" sz="20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s-ES" sz="20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p>
                                              </m:sSup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s-E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AR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 costo de una sola instancia de los datos se define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E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s-E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y</m:t>
                          </m:r>
                        </m:e>
                      </m:d>
                      <m:r>
                        <a:rPr lang="es-E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s-E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s-ES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s-E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𝑠𝑖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s-E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s-ES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s-E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2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ES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𝑠𝑖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s-E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AR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Reescribimos la función de costo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𝑐𝑜𝑠𝑡</m:t>
                              </m:r>
                              <m:d>
                                <m:dPr>
                                  <m:ctrlPr>
                                    <a:rPr lang="es-E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s-E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s-E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s-E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ES" sz="2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y</m:t>
                                      </m:r>
                                    </m:e>
                                    <m:sup>
                                      <m:r>
                                        <a:rPr lang="es-E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AR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Marcador de contenido 1">
                <a:extLst>
                  <a:ext uri="{FF2B5EF4-FFF2-40B4-BE49-F238E27FC236}">
                    <a16:creationId xmlns:a16="http://schemas.microsoft.com/office/drawing/2014/main" id="{CB00E639-FEC2-703A-71C0-F7F82E342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7008" y="1182624"/>
                <a:ext cx="7421451" cy="3694176"/>
              </a:xfrm>
              <a:blipFill>
                <a:blip r:embed="rId3"/>
                <a:stretch>
                  <a:fillRect l="-8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>
            <a:spLocks noGrp="1"/>
          </p:cNvSpPr>
          <p:nvPr>
            <p:ph type="title"/>
          </p:nvPr>
        </p:nvSpPr>
        <p:spPr>
          <a:xfrm>
            <a:off x="1082040" y="315925"/>
            <a:ext cx="775026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Comportamiento de la función de costo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7" name="Google Shape;2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25" y="1449800"/>
            <a:ext cx="3856582" cy="304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47000"/>
            <a:ext cx="4014775" cy="29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>
            <a:spLocks noGrp="1"/>
          </p:cNvSpPr>
          <p:nvPr>
            <p:ph type="title"/>
          </p:nvPr>
        </p:nvSpPr>
        <p:spPr>
          <a:xfrm>
            <a:off x="490250" y="1594338"/>
            <a:ext cx="8075100" cy="2946612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(demo_2_logistic_regression)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>
            <a:spLocks noGrp="1"/>
          </p:cNvSpPr>
          <p:nvPr>
            <p:ph type="title"/>
          </p:nvPr>
        </p:nvSpPr>
        <p:spPr>
          <a:xfrm>
            <a:off x="645110" y="1936557"/>
            <a:ext cx="8498890" cy="1861719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 del perceptrón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890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BFAB2-AF32-DA25-1E97-3ED041374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444" y="460938"/>
            <a:ext cx="7364015" cy="596337"/>
          </a:xfrm>
        </p:spPr>
        <p:txBody>
          <a:bodyPr/>
          <a:lstStyle/>
          <a:p>
            <a:r>
              <a:rPr lang="es-A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Economica"/>
                <a:cs typeface="Times New Roman" panose="02020603050405020304" pitchFamily="18" charset="0"/>
                <a:sym typeface="Economica"/>
              </a:rPr>
              <a:t>El algoritmo del "perceptrón"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F1CE44-CB02-F0C0-8725-443FDD9C5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713" y="1364456"/>
            <a:ext cx="7575746" cy="3617852"/>
          </a:xfrm>
        </p:spPr>
        <p:txBody>
          <a:bodyPr>
            <a:normAutofit/>
          </a:bodyPr>
          <a:lstStyle/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Propuesto por Frank Rosenblatt en 1958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objetivo es encontrar un hiperplano de separación, esto es, sólo encuentra la solución si los datos son linealmente separables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algoritmo online (procesa un ejemplo a la vez)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la red neuronal más simple</a:t>
            </a:r>
          </a:p>
          <a:p>
            <a:r>
              <a:rPr lang="es-A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Tiene una capa de entrada y un único nodo de salida.</a:t>
            </a:r>
          </a:p>
          <a:p>
            <a:endParaRPr lang="es-A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68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E0598-3802-1358-285A-AD0A9B61E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317" y="391353"/>
            <a:ext cx="5215839" cy="589193"/>
          </a:xfrm>
        </p:spPr>
        <p:txBody>
          <a:bodyPr>
            <a:noAutofit/>
          </a:bodyPr>
          <a:lstStyle/>
          <a:p>
            <a:r>
              <a:rPr lang="es-A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 algoritmo del "perceptrón"</a:t>
            </a:r>
            <a:br>
              <a:rPr lang="es-A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A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F004AA8-FB80-1B8E-2374-783B75DB1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5393375"/>
                  </p:ext>
                </p:extLst>
              </p:nvPr>
            </p:nvGraphicFramePr>
            <p:xfrm>
              <a:off x="328246" y="855785"/>
              <a:ext cx="8616462" cy="375999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6" name="Marcador de contenido 5">
                <a:extLst>
                  <a:ext uri="{FF2B5EF4-FFF2-40B4-BE49-F238E27FC236}">
                    <a16:creationId xmlns:a16="http://schemas.microsoft.com/office/drawing/2014/main" id="{CF004AA8-FB80-1B8E-2374-783B75DB1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5393375"/>
                  </p:ext>
                </p:extLst>
              </p:nvPr>
            </p:nvGraphicFramePr>
            <p:xfrm>
              <a:off x="328246" y="855785"/>
              <a:ext cx="8616462" cy="375999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7" name="Rectángulo: esquinas redondeadas 6">
            <a:hlinkClick r:id="rId12"/>
            <a:extLst>
              <a:ext uri="{FF2B5EF4-FFF2-40B4-BE49-F238E27FC236}">
                <a16:creationId xmlns:a16="http://schemas.microsoft.com/office/drawing/2014/main" id="{08FD9360-4024-0688-7F85-94DC6A235644}"/>
              </a:ext>
            </a:extLst>
          </p:cNvPr>
          <p:cNvSpPr/>
          <p:nvPr/>
        </p:nvSpPr>
        <p:spPr>
          <a:xfrm>
            <a:off x="118036" y="4677508"/>
            <a:ext cx="887218" cy="40481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dirty="0">
                <a:solidFill>
                  <a:schemeClr val="tx1"/>
                </a:solidFill>
              </a:rPr>
              <a:t>Link</a:t>
            </a:r>
            <a:endParaRPr 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13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F14B65-EE2B-4E39-9E00-0683F2DC31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AC9F4F6-72A2-4079-B0AB-647E1E0CE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345CB63-140B-4AE4-A259-43A8590AC0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37C3DA7-EFE2-4C01-AB2F-1BD28F88CE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101B247-0762-4BB4-BF9E-C2B4FEED3B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BCE0AAF-5EC0-4DC2-9C61-181A8113A9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077147-BA48-4308-962A-837858A2F5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C8347B6-BE12-463C-B801-E62302D8E7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4B5EC1D-05F3-4534-A53D-15F232B1A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E89A849-C2BC-4240-B112-B7C3958D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B41D332-2C50-42A8-8DA1-716DA0C943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 txBox="1">
            <a:spLocks noGrp="1"/>
          </p:cNvSpPr>
          <p:nvPr>
            <p:ph type="title"/>
          </p:nvPr>
        </p:nvSpPr>
        <p:spPr>
          <a:xfrm>
            <a:off x="619203" y="1289537"/>
            <a:ext cx="7103556" cy="2876273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(demo_3_perceptron)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8436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7"/>
          <p:cNvSpPr txBox="1">
            <a:spLocks noGrp="1"/>
          </p:cNvSpPr>
          <p:nvPr>
            <p:ph type="title"/>
          </p:nvPr>
        </p:nvSpPr>
        <p:spPr>
          <a:xfrm>
            <a:off x="722700" y="1667829"/>
            <a:ext cx="6763950" cy="2378282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Vector Machines</a:t>
            </a:r>
            <a:endParaRPr sz="4400" b="1" dirty="0">
              <a:ln>
                <a:solidFill>
                  <a:schemeClr val="accent1">
                    <a:lumMod val="50000"/>
                  </a:schemeClr>
                </a:solidFill>
              </a:ln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>
            <a:spLocks noGrp="1"/>
          </p:cNvSpPr>
          <p:nvPr>
            <p:ph type="title"/>
          </p:nvPr>
        </p:nvSpPr>
        <p:spPr>
          <a:xfrm>
            <a:off x="1005820" y="637322"/>
            <a:ext cx="7513831" cy="5391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Fronteras de decisión en clasificación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Google Shape;363;p58"/>
          <p:cNvSpPr txBox="1">
            <a:spLocks noGrp="1"/>
          </p:cNvSpPr>
          <p:nvPr>
            <p:ph sz="half" idx="1"/>
          </p:nvPr>
        </p:nvSpPr>
        <p:spPr>
          <a:xfrm>
            <a:off x="759408" y="1234576"/>
            <a:ext cx="4732480" cy="3826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clasificador busca separar los datos de una y otra clase de la mejor manera.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 separación se da mediante una frontera de decisión.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determina que tan “buena” es una frontera de decisión?</a:t>
            </a:r>
          </a:p>
          <a:p>
            <a:pPr>
              <a:spcBef>
                <a:spcPts val="0"/>
              </a:spcBef>
            </a:pP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Cualquiera de las líneas separa</a:t>
            </a: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 datos correctamente.</a:t>
            </a:r>
          </a:p>
          <a:p>
            <a:pPr>
              <a:spcBef>
                <a:spcPts val="0"/>
              </a:spcBef>
            </a:pP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Buscamos una línea que capture el patrón general entre los datos.</a:t>
            </a:r>
          </a:p>
          <a:p>
            <a:pPr>
              <a:spcBef>
                <a:spcPts val="0"/>
              </a:spcBef>
            </a:pP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línea fucsia tiene menos margen entre ella y ambos clústeres de datos.</a:t>
            </a:r>
          </a:p>
          <a:p>
            <a:pPr>
              <a:spcBef>
                <a:spcPts val="0"/>
              </a:spcBef>
            </a:pPr>
            <a:r>
              <a:rPr lang="es-A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línea azul se encuentra bien a la mitad de ambos clústeres.</a:t>
            </a:r>
          </a:p>
          <a:p>
            <a:pPr>
              <a:spcBef>
                <a:spcPts val="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369;p59">
            <a:extLst>
              <a:ext uri="{FF2B5EF4-FFF2-40B4-BE49-F238E27FC236}">
                <a16:creationId xmlns:a16="http://schemas.microsoft.com/office/drawing/2014/main" id="{C53CA2FB-9A8E-B8A9-45E1-385F820F2C89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tretch/>
        </p:blipFill>
        <p:spPr>
          <a:xfrm>
            <a:off x="5591789" y="1577993"/>
            <a:ext cx="2927862" cy="23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4382A32-BBF3-A565-9028-32AA9A0BC9BA}"/>
              </a:ext>
            </a:extLst>
          </p:cNvPr>
          <p:cNvCxnSpPr>
            <a:cxnSpLocks/>
          </p:cNvCxnSpPr>
          <p:nvPr/>
        </p:nvCxnSpPr>
        <p:spPr>
          <a:xfrm>
            <a:off x="5623652" y="1714194"/>
            <a:ext cx="2978944" cy="220694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C88AD37-4956-9DE3-A76B-EE2A02EF223D}"/>
              </a:ext>
            </a:extLst>
          </p:cNvPr>
          <p:cNvCxnSpPr>
            <a:cxnSpLocks/>
          </p:cNvCxnSpPr>
          <p:nvPr/>
        </p:nvCxnSpPr>
        <p:spPr>
          <a:xfrm>
            <a:off x="6072252" y="1194134"/>
            <a:ext cx="1614722" cy="2887279"/>
          </a:xfrm>
          <a:prstGeom prst="line">
            <a:avLst/>
          </a:prstGeom>
          <a:ln>
            <a:solidFill>
              <a:srgbClr val="CC00FF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2B0F891-6F56-B799-38D6-5FBC22364F29}"/>
              </a:ext>
            </a:extLst>
          </p:cNvPr>
          <p:cNvCxnSpPr>
            <a:cxnSpLocks/>
          </p:cNvCxnSpPr>
          <p:nvPr/>
        </p:nvCxnSpPr>
        <p:spPr>
          <a:xfrm>
            <a:off x="5608412" y="2188418"/>
            <a:ext cx="3471863" cy="14501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1883B2E-1AC7-1669-548A-83017F079DDD}"/>
              </a:ext>
            </a:extLst>
          </p:cNvPr>
          <p:cNvCxnSpPr>
            <a:cxnSpLocks/>
          </p:cNvCxnSpPr>
          <p:nvPr/>
        </p:nvCxnSpPr>
        <p:spPr>
          <a:xfrm>
            <a:off x="5525467" y="1813972"/>
            <a:ext cx="3427157" cy="210717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F7E76245-85D3-9228-E4B9-168C3ABE5246}"/>
              </a:ext>
            </a:extLst>
          </p:cNvPr>
          <p:cNvSpPr/>
          <p:nvPr/>
        </p:nvSpPr>
        <p:spPr>
          <a:xfrm>
            <a:off x="6272054" y="1749443"/>
            <a:ext cx="64529" cy="64529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A2CD2EC-56F2-3456-176F-C8293E45B0BA}"/>
              </a:ext>
            </a:extLst>
          </p:cNvPr>
          <p:cNvSpPr/>
          <p:nvPr/>
        </p:nvSpPr>
        <p:spPr>
          <a:xfrm>
            <a:off x="7736758" y="3421081"/>
            <a:ext cx="71437" cy="71437"/>
          </a:xfrm>
          <a:prstGeom prst="ellipse">
            <a:avLst/>
          </a:prstGeom>
          <a:solidFill>
            <a:srgbClr val="CC0066"/>
          </a:solidFill>
          <a:ln>
            <a:solidFill>
              <a:srgbClr val="CC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D0D33D6-40AE-9C98-A897-369A530EBA9D}"/>
              </a:ext>
            </a:extLst>
          </p:cNvPr>
          <p:cNvSpPr/>
          <p:nvPr/>
        </p:nvSpPr>
        <p:spPr>
          <a:xfrm>
            <a:off x="6095245" y="2123889"/>
            <a:ext cx="64529" cy="64529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78F3B68-1A80-DFD0-8885-C9716F813BA8}"/>
              </a:ext>
            </a:extLst>
          </p:cNvPr>
          <p:cNvSpPr/>
          <p:nvPr/>
        </p:nvSpPr>
        <p:spPr>
          <a:xfrm>
            <a:off x="8666382" y="3520858"/>
            <a:ext cx="71437" cy="71437"/>
          </a:xfrm>
          <a:prstGeom prst="ellipse">
            <a:avLst/>
          </a:prstGeom>
          <a:solidFill>
            <a:srgbClr val="CC0066"/>
          </a:solidFill>
          <a:ln>
            <a:solidFill>
              <a:srgbClr val="CC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0" uiExpand="1" build="p"/>
      <p:bldP spid="12" grpId="0" animBg="1"/>
      <p:bldP spid="12" grpId="1" animBg="1"/>
      <p:bldP spid="14" grpId="0" animBg="1"/>
      <p:bldP spid="14" grpId="1" animBg="1"/>
      <p:bldP spid="17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>
            <a:spLocks noGrp="1"/>
          </p:cNvSpPr>
          <p:nvPr>
            <p:ph type="title"/>
          </p:nvPr>
        </p:nvSpPr>
        <p:spPr>
          <a:xfrm>
            <a:off x="2204545" y="388527"/>
            <a:ext cx="6374697" cy="4963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</a:t>
            </a:r>
            <a:endParaRPr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Google Shape;400;p63"/>
          <p:cNvSpPr txBox="1">
            <a:spLocks noGrp="1"/>
          </p:cNvSpPr>
          <p:nvPr>
            <p:ph sz="half" idx="1"/>
          </p:nvPr>
        </p:nvSpPr>
        <p:spPr>
          <a:xfrm>
            <a:off x="89912" y="778928"/>
            <a:ext cx="5301982" cy="4361312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algoritmo que busca separar los datos mediante la mejor frontera de decisión. Esta frontera de decisión es conocida como </a:t>
            </a: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hiperplano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este caso, “mejor” se refiere a aquella que esté lo más separada posible de los puntos más cercanos a ella. Estos puntos son conocidos como </a:t>
            </a: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vectores de soporte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 el espacio entre ellos y el hiperplano se conoce como </a:t>
            </a:r>
            <a:r>
              <a:rPr lang="e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margen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términos más técnicos, un algoritmo de SVM encuentra el hiperplano que devuelva el mayor margen entre sí mismo y los vectores de soporte.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tipo de clasificador a veces es conocido como “clasificador por márgenes” (margin classifier).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407;p64">
            <a:extLst>
              <a:ext uri="{FF2B5EF4-FFF2-40B4-BE49-F238E27FC236}">
                <a16:creationId xmlns:a16="http://schemas.microsoft.com/office/drawing/2014/main" id="{956AE9CA-F298-AAD0-F7A6-36B7996661C0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4609" y="835527"/>
            <a:ext cx="3709479" cy="31878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: esquinas redondeadas 1">
            <a:hlinkClick r:id="rId4"/>
            <a:extLst>
              <a:ext uri="{FF2B5EF4-FFF2-40B4-BE49-F238E27FC236}">
                <a16:creationId xmlns:a16="http://schemas.microsoft.com/office/drawing/2014/main" id="{1806E1C4-3FD4-B171-87A1-C7F0BB68A6CC}"/>
              </a:ext>
            </a:extLst>
          </p:cNvPr>
          <p:cNvSpPr/>
          <p:nvPr/>
        </p:nvSpPr>
        <p:spPr>
          <a:xfrm>
            <a:off x="8010144" y="4498848"/>
            <a:ext cx="892454" cy="45354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6"/>
          <p:cNvSpPr txBox="1">
            <a:spLocks noGrp="1"/>
          </p:cNvSpPr>
          <p:nvPr>
            <p:ph type="title"/>
          </p:nvPr>
        </p:nvSpPr>
        <p:spPr>
          <a:xfrm>
            <a:off x="1383323" y="436315"/>
            <a:ext cx="7866881" cy="5984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Función de costo y a optimizar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Google Shape;418;p6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83323" y="888035"/>
                <a:ext cx="7608278" cy="417926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 SVM utilizan una función de costo conocida como </a:t>
                </a:r>
                <a:r>
                  <a:rPr lang="es-AR" sz="1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Hinge</a:t>
                </a:r>
                <a:r>
                  <a:rPr lang="es-AR" sz="1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loss</a:t>
                </a: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diferencia de regresión logística, los datos se anotan con </a:t>
                </a:r>
                <a:r>
                  <a:rPr lang="es-AR" sz="1800" dirty="0">
                    <a:latin typeface="Times New Roman" panose="02020603050405020304" pitchFamily="18" charset="0"/>
                    <a:ea typeface="Spectral"/>
                    <a:cs typeface="Times New Roman" panose="02020603050405020304" pitchFamily="18" charset="0"/>
                    <a:sym typeface="Spectral"/>
                  </a:rPr>
                  <a:t>{-1, 1}</a:t>
                </a: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acuerdo al valor de la etiqueta.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función de costo de Hinge se define como: </a:t>
                </a:r>
                <a:br>
                  <a:rPr lang="es-US" sz="1800" b="1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s-AR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d>
                      <m:dPr>
                        <m:ctrlP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𝒎𝒂𝒙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d>
                      <m:dPr>
                        <m:ctrlP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  <m:r>
                      <a:rPr lang="es-US" sz="18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Donde el costo es 0 si el valor real y el predicho tienen el mismo signo y están dentro del margen de error (por lo general 1).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 función que buscamos minimizar es la siguiente:</a:t>
                </a:r>
                <a:br>
                  <a:rPr lang="es-US" sz="18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ar-AE" sz="18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s-US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𝒎𝒊</m:t>
                        </m:r>
                        <m:sSub>
                          <m:sSubPr>
                            <m:ctrlP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s-US" sz="18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</m:sub>
                        </m:sSub>
                      </m:fName>
                      <m:e>
                        <m:nary>
                          <m:naryPr>
                            <m:chr m:val="∑"/>
                            <m:ctrlP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p>
                          <m:e>
                            <m:func>
                              <m:funcPr>
                                <m:ctrlPr>
                                  <a:rPr lang="ar-AE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s-AR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𝐦𝐚𝐱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𝟎</m:t>
                                    </m:r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;</m:t>
                                    </m:r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 sz="18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sz="18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ar-AE" sz="18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ar-AE" sz="18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𝝎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𝝀</m:t>
                            </m:r>
                            <m:r>
                              <a:rPr lang="ar-AE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ar-AE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8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8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e>
                    </m:func>
                  </m:oMath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Dónde </a:t>
                </a:r>
                <a14:m>
                  <m:oMath xmlns:m="http://schemas.openxmlformats.org/officeDocument/2006/math">
                    <m:r>
                      <a:rPr lang="es-AR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s-AR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</m:d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 el parámetro de regularización.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8" name="Google Shape;418;p6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83323" y="888035"/>
                <a:ext cx="7608278" cy="4179265"/>
              </a:xfrm>
              <a:prstGeom prst="rect">
                <a:avLst/>
              </a:prstGeom>
              <a:blipFill>
                <a:blip r:embed="rId3"/>
                <a:stretch>
                  <a:fillRect l="-561" r="-10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8"/>
          <p:cNvSpPr txBox="1">
            <a:spLocks noGrp="1"/>
          </p:cNvSpPr>
          <p:nvPr>
            <p:ph type="title"/>
          </p:nvPr>
        </p:nvSpPr>
        <p:spPr>
          <a:xfrm>
            <a:off x="1081320" y="618769"/>
            <a:ext cx="7851665" cy="5341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Gradientes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2" name="Google Shape;432;p6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81320" y="983616"/>
                <a:ext cx="7522379" cy="415988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buNone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Tenemos dos factores en la función de costo que hay que derivar:</a:t>
                </a:r>
              </a:p>
              <a:p>
                <a:pPr marL="0" lvl="0" indent="0" algn="l" rtl="0">
                  <a:buNone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</m:num>
                        <m:den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𝝎</m:t>
                              </m:r>
                            </m:e>
                          </m:d>
                        </m:e>
                        <m:sup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</m:t>
                      </m:r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s-US" sz="18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</m:num>
                        <m:den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US" sz="18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𝐦𝐚𝐱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;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𝝎</m:t>
                          </m:r>
                        </m:e>
                      </m:d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US" sz="1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𝒔𝒊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US" sz="18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US" sz="18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s-US" sz="18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</m:d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s-US" sz="18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𝒊𝒌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  <m:r>
                                  <a:rPr lang="es-US" sz="18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 actualizar los pesos, de acuerdo al signo de la predicción, tendremos para el caso donde el signo sea el mismo:</a:t>
                </a:r>
              </a:p>
              <a:p>
                <a:pPr marL="0" lv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endParaRPr lang="es-A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r>
                  <a:rPr lang="es-A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Mientras que cuando el signo entre la predicción y el valor real es diferente: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US" sz="18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𝝀𝝎</m:t>
                      </m:r>
                      <m:r>
                        <a:rPr lang="es-US" sz="18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s-AR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buNone/>
                </a:pPr>
                <a:endParaRPr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2" name="Google Shape;432;p6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81320" y="983616"/>
                <a:ext cx="7522379" cy="4159884"/>
              </a:xfrm>
              <a:prstGeom prst="rect">
                <a:avLst/>
              </a:prstGeom>
              <a:blipFill>
                <a:blip r:embed="rId3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984515" y="1296598"/>
            <a:ext cx="6952008" cy="2994048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" sz="4400" b="1" dirty="0">
                <a:ln/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SVM con outliers</a:t>
            </a:r>
            <a:endParaRPr sz="4400" b="1" dirty="0">
              <a:ln/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305909" y="381600"/>
            <a:ext cx="4776936" cy="5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Outliers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92;p18">
            <a:extLst>
              <a:ext uri="{FF2B5EF4-FFF2-40B4-BE49-F238E27FC236}">
                <a16:creationId xmlns:a16="http://schemas.microsoft.com/office/drawing/2014/main" id="{C9448FA1-8B13-5D71-A272-C8AC3B98B96B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866580" y="911457"/>
            <a:ext cx="4138710" cy="4034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mayoría de los casos, los datos no son linealmente separables.</a:t>
            </a:r>
            <a:endParaRPr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algunos casos, existen outliers.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 un parámetro que define qué tan tolerante puede ser SVM sobre la clasificación incorrecta de datos.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“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parámetro C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define un </a:t>
            </a:r>
            <a:r>
              <a:rPr lang="e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clasificar mejor los datos de entrenamiento y tener una mejor “</a:t>
            </a:r>
            <a:r>
              <a:rPr lang="e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separación</a:t>
            </a: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(un margen más amplio).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85;p17">
            <a:extLst>
              <a:ext uri="{FF2B5EF4-FFF2-40B4-BE49-F238E27FC236}">
                <a16:creationId xmlns:a16="http://schemas.microsoft.com/office/drawing/2014/main" id="{7EC6DE00-3B83-98A6-3CAC-8207569C0B21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290" y="994743"/>
            <a:ext cx="4138710" cy="32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7201500" y="4683875"/>
            <a:ext cx="1942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Imagen de  </a:t>
            </a:r>
            <a:r>
              <a:rPr lang="en" sz="8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https://blog.statsbot.co/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231444" y="304636"/>
            <a:ext cx="5381978" cy="5679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SVM: Parámetro C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400" y="741159"/>
            <a:ext cx="5296674" cy="427931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7201500" y="4683875"/>
            <a:ext cx="1942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latin typeface="Open Sans"/>
                <a:ea typeface="Open Sans"/>
                <a:cs typeface="Open Sans"/>
                <a:sym typeface="Open Sans"/>
              </a:rPr>
              <a:t>Imagen de </a:t>
            </a:r>
            <a:r>
              <a:rPr lang="en" sz="8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https://blog.statsbot.co/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978875" y="1559168"/>
            <a:ext cx="7532077" cy="2383904"/>
          </a:xfrm>
          <a:prstGeom prst="rect">
            <a:avLst/>
          </a:prstGeom>
          <a:effectLst/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Demo Time 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  <a:p>
            <a:pPr>
              <a:buClr>
                <a:schemeClr val="lt2"/>
              </a:buClr>
              <a:buSzPts val="4200"/>
            </a:pPr>
            <a:r>
              <a:rPr lang="en" sz="4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(demo_4_svm)</a:t>
            </a:r>
            <a:endParaRPr sz="4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Preguntas y consultas</a:t>
            </a:r>
            <a:endParaRPr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71F7791E01134DAF65125A22D32673" ma:contentTypeVersion="4" ma:contentTypeDescription="Create a new document." ma:contentTypeScope="" ma:versionID="9f8a3494356b222708e120e9ff5e61cb">
  <xsd:schema xmlns:xsd="http://www.w3.org/2001/XMLSchema" xmlns:xs="http://www.w3.org/2001/XMLSchema" xmlns:p="http://schemas.microsoft.com/office/2006/metadata/properties" xmlns:ns3="4ee2e667-2c3c-4145-92d0-24adcf62d1a3" targetNamespace="http://schemas.microsoft.com/office/2006/metadata/properties" ma:root="true" ma:fieldsID="c55aa115f6d9a54e90cdb8b7e0c7d0aa" ns3:_="">
    <xsd:import namespace="4ee2e667-2c3c-4145-92d0-24adcf62d1a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2e667-2c3c-4145-92d0-24adcf62d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E06715-3024-47C5-9F78-A7275E4FF4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e2e667-2c3c-4145-92d0-24adcf62d1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34ED9-D0A4-46CE-85BE-6EBC246BD2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53FF30-5A1E-49CC-8A2E-097D1A155791}">
  <ds:schemaRefs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4ee2e667-2c3c-4145-92d0-24adcf62d1a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914</TotalTime>
  <Words>1946</Words>
  <Application>Microsoft Office PowerPoint</Application>
  <PresentationFormat>Presentación en pantalla (16:9)</PresentationFormat>
  <Paragraphs>251</Paragraphs>
  <Slides>39</Slides>
  <Notes>37</Notes>
  <HiddenSlides>1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9" baseType="lpstr">
      <vt:lpstr>Arial</vt:lpstr>
      <vt:lpstr>Calibri</vt:lpstr>
      <vt:lpstr>Gill Sans MT</vt:lpstr>
      <vt:lpstr>Open Sans</vt:lpstr>
      <vt:lpstr>Economica</vt:lpstr>
      <vt:lpstr>Wingdings</vt:lpstr>
      <vt:lpstr>Times New Roman</vt:lpstr>
      <vt:lpstr>Cambria Math</vt:lpstr>
      <vt:lpstr>Calibri Light</vt:lpstr>
      <vt:lpstr>Tema de Office</vt:lpstr>
      <vt:lpstr>Aprendizaje Supervisado </vt:lpstr>
      <vt:lpstr>Contenido de la Primera clase</vt:lpstr>
      <vt:lpstr>Primera Clase</vt:lpstr>
      <vt:lpstr>Introducción al Machine Learning</vt:lpstr>
      <vt:lpstr>¿Cómo se relacionan la IA y el ML?</vt:lpstr>
      <vt:lpstr>Principales usos del aprendizaje supervisado</vt:lpstr>
      <vt:lpstr>Etapas en la aplicación del Aprendizaje Supervisado</vt:lpstr>
      <vt:lpstr>Descripción del problema: Aprendizaje supervisado</vt:lpstr>
      <vt:lpstr>Aprendizaje Supervisado</vt:lpstr>
      <vt:lpstr>Regresión</vt:lpstr>
      <vt:lpstr>Clasificación</vt:lpstr>
      <vt:lpstr>Clasificación</vt:lpstr>
      <vt:lpstr>Aprendizaje Supervisado</vt:lpstr>
      <vt:lpstr>Aprendizaje supervisado</vt:lpstr>
      <vt:lpstr>Elección de hiperparámetros</vt:lpstr>
      <vt:lpstr>Regresión Lineal y Polinomial</vt:lpstr>
      <vt:lpstr>Regresión Lineal</vt:lpstr>
      <vt:lpstr>Regresión Polinomial</vt:lpstr>
      <vt:lpstr>Demo Time (demo_1_linear_regression)</vt:lpstr>
      <vt:lpstr>Regresión Logística</vt:lpstr>
      <vt:lpstr>Regresión Logística</vt:lpstr>
      <vt:lpstr>Regresión Logística</vt:lpstr>
      <vt:lpstr>Regresión Logística: Función de costo</vt:lpstr>
      <vt:lpstr>Comportamiento de la función de costo</vt:lpstr>
      <vt:lpstr>Demo Time (demo_2_logistic_regression)</vt:lpstr>
      <vt:lpstr>Algoritmo del perceptrón</vt:lpstr>
      <vt:lpstr>El algoritmo del "perceptrón"</vt:lpstr>
      <vt:lpstr>El algoritmo del "perceptrón" </vt:lpstr>
      <vt:lpstr>Demo Time (demo_3_perceptron)</vt:lpstr>
      <vt:lpstr>Support Vector Machines</vt:lpstr>
      <vt:lpstr>   SVM: Fronteras de decisión en clasificación</vt:lpstr>
      <vt:lpstr>Support Vector Machines</vt:lpstr>
      <vt:lpstr>SVM: Función de costo y a optimizar</vt:lpstr>
      <vt:lpstr>SVM: Gradientes</vt:lpstr>
      <vt:lpstr>SVM con outliers</vt:lpstr>
      <vt:lpstr>SVM: Outliers</vt:lpstr>
      <vt:lpstr>SVM: Parámetro C</vt:lpstr>
      <vt:lpstr>Demo Time  (demo_4_svm)</vt:lpstr>
      <vt:lpstr>Preguntas y consultas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Supervisado</dc:title>
  <dc:creator>Karim Nemer</dc:creator>
  <cp:lastModifiedBy>José Ramon Iglesias Gamarra</cp:lastModifiedBy>
  <cp:revision>43</cp:revision>
  <dcterms:modified xsi:type="dcterms:W3CDTF">2026-04-25T15:23:24Z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0x0101001171F7791E01134DAF65125A22D32673</vt:lpwstr>
  </property>
</Properties>
</file>