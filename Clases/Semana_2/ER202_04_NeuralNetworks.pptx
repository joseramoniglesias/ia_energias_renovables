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357" r:id="rId2"/>
    <p:sldId id="303" r:id="rId3"/>
    <p:sldId id="282" r:id="rId4"/>
    <p:sldId id="307" r:id="rId5"/>
    <p:sldId id="316" r:id="rId6"/>
    <p:sldId id="317" r:id="rId7"/>
    <p:sldId id="321" r:id="rId8"/>
    <p:sldId id="324" r:id="rId9"/>
    <p:sldId id="323" r:id="rId10"/>
    <p:sldId id="325" r:id="rId11"/>
    <p:sldId id="326" r:id="rId12"/>
    <p:sldId id="327" r:id="rId13"/>
    <p:sldId id="349" r:id="rId14"/>
    <p:sldId id="350" r:id="rId15"/>
    <p:sldId id="309" r:id="rId16"/>
    <p:sldId id="310" r:id="rId17"/>
    <p:sldId id="328" r:id="rId18"/>
    <p:sldId id="311" r:id="rId19"/>
    <p:sldId id="313" r:id="rId20"/>
    <p:sldId id="314" r:id="rId21"/>
    <p:sldId id="329" r:id="rId22"/>
    <p:sldId id="330" r:id="rId23"/>
    <p:sldId id="305" r:id="rId24"/>
    <p:sldId id="319" r:id="rId25"/>
    <p:sldId id="318" r:id="rId26"/>
    <p:sldId id="320" r:id="rId27"/>
    <p:sldId id="308" r:id="rId28"/>
    <p:sldId id="331" r:id="rId29"/>
    <p:sldId id="306" r:id="rId30"/>
    <p:sldId id="334" r:id="rId31"/>
    <p:sldId id="332" r:id="rId32"/>
    <p:sldId id="302" r:id="rId33"/>
    <p:sldId id="346" r:id="rId34"/>
    <p:sldId id="347" r:id="rId35"/>
    <p:sldId id="348" r:id="rId36"/>
    <p:sldId id="335" r:id="rId37"/>
    <p:sldId id="336" r:id="rId38"/>
    <p:sldId id="337" r:id="rId39"/>
    <p:sldId id="339" r:id="rId40"/>
    <p:sldId id="338" r:id="rId41"/>
    <p:sldId id="340" r:id="rId42"/>
    <p:sldId id="343" r:id="rId43"/>
    <p:sldId id="344" r:id="rId44"/>
    <p:sldId id="341" r:id="rId45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08F00"/>
    <a:srgbClr val="0000FF"/>
    <a:srgbClr val="FF0000"/>
    <a:srgbClr val="FF40FF"/>
    <a:srgbClr val="00FA00"/>
    <a:srgbClr val="0096FF"/>
    <a:srgbClr val="FFB4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77"/>
    <p:restoredTop sz="94651"/>
  </p:normalViewPr>
  <p:slideViewPr>
    <p:cSldViewPr snapToGrid="0">
      <p:cViewPr varScale="1">
        <p:scale>
          <a:sx n="64" d="100"/>
          <a:sy n="64" d="100"/>
        </p:scale>
        <p:origin x="96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E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E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54EAAF-F758-EE40-B73F-3230427CD9A9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8509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k=2, </a:t>
            </a:r>
            <a:r>
              <a:rPr lang="en-US" dirty="0" err="1"/>
              <a:t>ak</a:t>
            </a:r>
            <a:r>
              <a:rPr lang="en-US" dirty="0"/>
              <a:t>, </a:t>
            </a:r>
            <a:r>
              <a:rPr lang="en-US" dirty="0" err="1"/>
              <a:t>zk</a:t>
            </a:r>
            <a:r>
              <a:rPr lang="en-US" dirty="0"/>
              <a:t> y bk  </a:t>
            </a:r>
            <a:r>
              <a:rPr lang="en-US" dirty="0" err="1"/>
              <a:t>tienen</a:t>
            </a:r>
            <a:r>
              <a:rPr lang="en-US" dirty="0"/>
              <a:t> 4 </a:t>
            </a:r>
            <a:r>
              <a:rPr lang="en-US" dirty="0" err="1"/>
              <a:t>elementos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ak-1, o sea a1 </a:t>
            </a:r>
            <a:r>
              <a:rPr lang="en-US" dirty="0" err="1"/>
              <a:t>tiene</a:t>
            </a:r>
            <a:r>
              <a:rPr lang="en-US" dirty="0"/>
              <a:t> 9 </a:t>
            </a:r>
            <a:r>
              <a:rPr lang="en-US" dirty="0" err="1"/>
              <a:t>elementos</a:t>
            </a:r>
            <a:r>
              <a:rPr lang="en-US" dirty="0"/>
              <a:t>, </a:t>
            </a:r>
            <a:r>
              <a:rPr lang="en-US" dirty="0" err="1"/>
              <a:t>Wk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4 x 9 </a:t>
            </a:r>
            <a:r>
              <a:rPr lang="en-US" dirty="0" err="1"/>
              <a:t>elementos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4EAAF-F758-EE40-B73F-3230427CD9A9}" type="slidenum">
              <a:rPr lang="es-ES" smtClean="0"/>
              <a:pPr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50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686F2E3-C5C3-A44F-A4BA-7E93651C247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2515E32-AEC1-A643-BA35-1EE2E73D4B01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C5E8088-9268-8644-9865-B74FAC9F6CF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E239FD70-7999-2E48-92A4-EF77791B16A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A202382B-BCB7-BB4F-A774-C87D807C35F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AFB3B5F1-CC17-5F4B-B56A-50661A0F0BE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00F683-BAE3-8443-91F0-C6B8B5466543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5C6D7FB-1458-3B4F-81B0-63373FFD9332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795EE2BD-37A7-1C47-835E-9CB7EBC6EEC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DC18328-C5AF-044C-95D8-512F52270BD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B6B23A1-D3E7-EB4B-B19D-7E6CDB3A331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765DE3-C718-5147-BC8B-ACF11406263F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8E333B-363F-026E-A41C-E591978A350D}"/>
              </a:ext>
            </a:extLst>
          </p:cNvPr>
          <p:cNvSpPr txBox="1"/>
          <p:nvPr userDrawn="1"/>
        </p:nvSpPr>
        <p:spPr>
          <a:xfrm>
            <a:off x="3261636" y="25044"/>
            <a:ext cx="53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1800" dirty="0" err="1">
                <a:latin typeface="Gill Sans MT" panose="020B0502020104020203" pitchFamily="34" charset="77"/>
              </a:rPr>
              <a:t>Inteligencia</a:t>
            </a:r>
            <a:r>
              <a:rPr lang="en-US" sz="1800" dirty="0">
                <a:latin typeface="Gill Sans MT" panose="020B0502020104020203" pitchFamily="34" charset="77"/>
              </a:rPr>
              <a:t> Artificial en las </a:t>
            </a:r>
            <a:r>
              <a:rPr lang="en-US" sz="1800" dirty="0" err="1">
                <a:latin typeface="Gill Sans MT" panose="020B0502020104020203" pitchFamily="34" charset="77"/>
              </a:rPr>
              <a:t>Energías</a:t>
            </a:r>
            <a:r>
              <a:rPr lang="en-US" sz="1800" dirty="0">
                <a:latin typeface="Gill Sans MT" panose="020B0502020104020203" pitchFamily="34" charset="77"/>
              </a:rPr>
              <a:t> </a:t>
            </a:r>
            <a:r>
              <a:rPr lang="en-US" sz="1800" dirty="0" err="1">
                <a:latin typeface="Gill Sans MT" panose="020B0502020104020203" pitchFamily="34" charset="77"/>
              </a:rPr>
              <a:t>Renovables</a:t>
            </a:r>
            <a:endParaRPr lang="en-US" sz="1800" dirty="0">
              <a:latin typeface="Gill Sans MT" panose="020B0502020104020203" pitchFamily="34" charset="7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23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12" Type="http://schemas.openxmlformats.org/officeDocument/2006/relationships/image" Target="../media/image2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image" Target="../media/image21.emf"/><Relationship Id="rId5" Type="http://schemas.openxmlformats.org/officeDocument/2006/relationships/image" Target="../media/image10.emf"/><Relationship Id="rId10" Type="http://schemas.openxmlformats.org/officeDocument/2006/relationships/image" Target="../media/image2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Relationship Id="rId1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29.emf"/><Relationship Id="rId7" Type="http://schemas.openxmlformats.org/officeDocument/2006/relationships/image" Target="../media/image3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5.emf"/><Relationship Id="rId7" Type="http://schemas.openxmlformats.org/officeDocument/2006/relationships/image" Target="../media/image41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image" Target="../media/image9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emf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image" Target="../media/image51.emf"/><Relationship Id="rId5" Type="http://schemas.openxmlformats.org/officeDocument/2006/relationships/image" Target="../media/image45.emf"/><Relationship Id="rId10" Type="http://schemas.openxmlformats.org/officeDocument/2006/relationships/image" Target="../media/image50.png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13" Type="http://schemas.openxmlformats.org/officeDocument/2006/relationships/image" Target="../media/image43.emf"/><Relationship Id="rId3" Type="http://schemas.openxmlformats.org/officeDocument/2006/relationships/image" Target="../media/image53.emf"/><Relationship Id="rId7" Type="http://schemas.openxmlformats.org/officeDocument/2006/relationships/image" Target="../media/image57.emf"/><Relationship Id="rId12" Type="http://schemas.openxmlformats.org/officeDocument/2006/relationships/image" Target="../media/image62.emf"/><Relationship Id="rId2" Type="http://schemas.openxmlformats.org/officeDocument/2006/relationships/image" Target="../media/image35.png"/><Relationship Id="rId16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11" Type="http://schemas.openxmlformats.org/officeDocument/2006/relationships/image" Target="../media/image61.emf"/><Relationship Id="rId5" Type="http://schemas.openxmlformats.org/officeDocument/2006/relationships/image" Target="../media/image55.emf"/><Relationship Id="rId15" Type="http://schemas.openxmlformats.org/officeDocument/2006/relationships/image" Target="../media/image45.emf"/><Relationship Id="rId10" Type="http://schemas.openxmlformats.org/officeDocument/2006/relationships/image" Target="../media/image60.emf"/><Relationship Id="rId4" Type="http://schemas.openxmlformats.org/officeDocument/2006/relationships/image" Target="../media/image54.emf"/><Relationship Id="rId9" Type="http://schemas.openxmlformats.org/officeDocument/2006/relationships/image" Target="../media/image59.emf"/><Relationship Id="rId14" Type="http://schemas.openxmlformats.org/officeDocument/2006/relationships/image" Target="../media/image4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55.emf"/><Relationship Id="rId3" Type="http://schemas.openxmlformats.org/officeDocument/2006/relationships/image" Target="../media/image35.png"/><Relationship Id="rId7" Type="http://schemas.openxmlformats.org/officeDocument/2006/relationships/image" Target="../media/image43.emf"/><Relationship Id="rId12" Type="http://schemas.openxmlformats.org/officeDocument/2006/relationships/image" Target="../media/image5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11" Type="http://schemas.openxmlformats.org/officeDocument/2006/relationships/image" Target="../media/image53.emf"/><Relationship Id="rId5" Type="http://schemas.openxmlformats.org/officeDocument/2006/relationships/image" Target="../media/image64.png"/><Relationship Id="rId10" Type="http://schemas.openxmlformats.org/officeDocument/2006/relationships/image" Target="../media/image46.emf"/><Relationship Id="rId4" Type="http://schemas.openxmlformats.org/officeDocument/2006/relationships/image" Target="../media/image63.png"/><Relationship Id="rId9" Type="http://schemas.openxmlformats.org/officeDocument/2006/relationships/image" Target="../media/image45.emf"/><Relationship Id="rId14" Type="http://schemas.openxmlformats.org/officeDocument/2006/relationships/image" Target="../media/image5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7.emf"/><Relationship Id="rId7" Type="http://schemas.openxmlformats.org/officeDocument/2006/relationships/image" Target="../media/image63.png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11" Type="http://schemas.openxmlformats.org/officeDocument/2006/relationships/image" Target="../media/image73.emf"/><Relationship Id="rId5" Type="http://schemas.openxmlformats.org/officeDocument/2006/relationships/image" Target="../media/image69.emf"/><Relationship Id="rId10" Type="http://schemas.openxmlformats.org/officeDocument/2006/relationships/image" Target="../media/image72.png"/><Relationship Id="rId4" Type="http://schemas.openxmlformats.org/officeDocument/2006/relationships/image" Target="../media/image68.emf"/><Relationship Id="rId9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79.png"/><Relationship Id="rId7" Type="http://schemas.openxmlformats.org/officeDocument/2006/relationships/image" Target="../media/image83.em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emf"/><Relationship Id="rId4" Type="http://schemas.openxmlformats.org/officeDocument/2006/relationships/image" Target="../media/image80.emf"/><Relationship Id="rId9" Type="http://schemas.openxmlformats.org/officeDocument/2006/relationships/image" Target="../media/image8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5.em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9.png"/><Relationship Id="rId7" Type="http://schemas.openxmlformats.org/officeDocument/2006/relationships/image" Target="../media/image85.em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emf"/><Relationship Id="rId4" Type="http://schemas.openxmlformats.org/officeDocument/2006/relationships/image" Target="../media/image80.emf"/><Relationship Id="rId9" Type="http://schemas.openxmlformats.org/officeDocument/2006/relationships/image" Target="../media/image8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emf"/><Relationship Id="rId5" Type="http://schemas.openxmlformats.org/officeDocument/2006/relationships/image" Target="../media/image91.emf"/><Relationship Id="rId4" Type="http://schemas.openxmlformats.org/officeDocument/2006/relationships/image" Target="../media/image9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7.emf"/><Relationship Id="rId7" Type="http://schemas.openxmlformats.org/officeDocument/2006/relationships/image" Target="../media/image105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emf"/><Relationship Id="rId5" Type="http://schemas.openxmlformats.org/officeDocument/2006/relationships/image" Target="../media/image69.emf"/><Relationship Id="rId10" Type="http://schemas.openxmlformats.org/officeDocument/2006/relationships/image" Target="../media/image107.emf"/><Relationship Id="rId4" Type="http://schemas.openxmlformats.org/officeDocument/2006/relationships/image" Target="../media/image68.emf"/><Relationship Id="rId9" Type="http://schemas.openxmlformats.org/officeDocument/2006/relationships/image" Target="../media/image10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1663819" y="4021490"/>
            <a:ext cx="2599366" cy="1442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3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3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3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3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3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1396717" y="2172707"/>
            <a:ext cx="4791696" cy="680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700" b="1" dirty="0">
                <a:latin typeface="Trebuchet MS" charset="0"/>
              </a:rPr>
              <a:t>Minería </a:t>
            </a:r>
            <a:r>
              <a:rPr lang="es-CL" sz="2700" b="1">
                <a:latin typeface="Trebuchet MS" charset="0"/>
              </a:rPr>
              <a:t>de datos y Patrones</a:t>
            </a:r>
            <a:endParaRPr lang="es-CL" sz="2700" b="1" dirty="0">
              <a:latin typeface="Trebuchet MS" charset="0"/>
            </a:endParaRPr>
          </a:p>
          <a:p>
            <a:pPr defTabSz="514350"/>
            <a:r>
              <a:rPr lang="en-US" sz="1125" dirty="0">
                <a:latin typeface="Gill Sans MT" panose="020B0502020104020203" pitchFamily="34" charset="77"/>
              </a:rPr>
              <a:t>Version 2024-1</a:t>
            </a:r>
          </a:p>
        </p:txBody>
      </p:sp>
      <p:pic>
        <p:nvPicPr>
          <p:cNvPr id="5" name="Google Shape;30;p1">
            <a:extLst>
              <a:ext uri="{FF2B5EF4-FFF2-40B4-BE49-F238E27FC236}">
                <a16:creationId xmlns:a16="http://schemas.microsoft.com/office/drawing/2014/main" id="{4339DFEC-8BF3-4650-90E0-2B12933466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46153" y="1536993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C756194D-9605-462C-A771-B88917CC347F}"/>
              </a:ext>
            </a:extLst>
          </p:cNvPr>
          <p:cNvSpPr txBox="1"/>
          <p:nvPr/>
        </p:nvSpPr>
        <p:spPr>
          <a:xfrm>
            <a:off x="1" y="3031066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rebuchet MS"/>
                <a:cs typeface="Trebuchet MS"/>
              </a:rPr>
              <a:t>Neural Networks</a:t>
            </a:r>
          </a:p>
          <a:p>
            <a:pPr algn="ctr"/>
            <a:endParaRPr lang="es-CL" sz="1000" dirty="0">
              <a:latin typeface="Trebuchet MS"/>
              <a:cs typeface="Trebuchet MS"/>
            </a:endParaRPr>
          </a:p>
          <a:p>
            <a:pPr algn="ctr"/>
            <a:r>
              <a:rPr lang="es-CL" sz="1000" dirty="0">
                <a:latin typeface="Trebuchet MS"/>
                <a:cs typeface="Trebuchet MS"/>
              </a:rPr>
              <a:t>[ Capítulo 4 ]</a:t>
            </a: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25413-BB5B-424A-A6C1-5D3E769C2BC6}"/>
              </a:ext>
            </a:extLst>
          </p:cNvPr>
          <p:cNvSpPr txBox="1"/>
          <p:nvPr/>
        </p:nvSpPr>
        <p:spPr>
          <a:xfrm>
            <a:off x="1167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Ejemplo: ¿cómo sería una red neuronal de 2 características y 3 clases?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C25D8-DA86-3344-AFDE-ECCEB2C5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931" y="2406868"/>
            <a:ext cx="5728138" cy="4296103"/>
          </a:xfrm>
          <a:prstGeom prst="rect">
            <a:avLst/>
          </a:prstGeom>
        </p:spPr>
      </p:pic>
      <p:sp>
        <p:nvSpPr>
          <p:cNvPr id="5" name="Arc 4">
            <a:extLst>
              <a:ext uri="{FF2B5EF4-FFF2-40B4-BE49-F238E27FC236}">
                <a16:creationId xmlns:a16="http://schemas.microsoft.com/office/drawing/2014/main" id="{60BAD788-8365-034F-B095-B4DBA6FB79BB}"/>
              </a:ext>
            </a:extLst>
          </p:cNvPr>
          <p:cNvSpPr/>
          <p:nvPr/>
        </p:nvSpPr>
        <p:spPr>
          <a:xfrm rot="19828402">
            <a:off x="2365248" y="4376927"/>
            <a:ext cx="2353056" cy="2483595"/>
          </a:xfrm>
          <a:prstGeom prst="arc">
            <a:avLst>
              <a:gd name="adj1" fmla="val 16200000"/>
              <a:gd name="adj2" fmla="val 3228408"/>
            </a:avLst>
          </a:prstGeom>
          <a:ln>
            <a:solidFill>
              <a:schemeClr val="bg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A7710B2-E30C-7347-BCD6-8F5B7F9441B2}"/>
              </a:ext>
            </a:extLst>
          </p:cNvPr>
          <p:cNvSpPr/>
          <p:nvPr/>
        </p:nvSpPr>
        <p:spPr>
          <a:xfrm rot="19828402">
            <a:off x="1879549" y="3703112"/>
            <a:ext cx="3748103" cy="2537250"/>
          </a:xfrm>
          <a:prstGeom prst="arc">
            <a:avLst>
              <a:gd name="adj1" fmla="val 16200000"/>
              <a:gd name="adj2" fmla="val 4121330"/>
            </a:avLst>
          </a:prstGeom>
          <a:ln>
            <a:solidFill>
              <a:schemeClr val="bg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6F1B47-A9D7-7F43-9775-05D0F6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7F906F05-0005-9244-9FE7-2456473E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94131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88E13B-44FF-3743-A029-D7B02344C1D7}"/>
              </a:ext>
            </a:extLst>
          </p:cNvPr>
          <p:cNvSpPr/>
          <p:nvPr/>
        </p:nvSpPr>
        <p:spPr>
          <a:xfrm>
            <a:off x="2741168" y="1566672"/>
            <a:ext cx="4133088" cy="4542028"/>
          </a:xfrm>
          <a:prstGeom prst="roundRect">
            <a:avLst/>
          </a:prstGeom>
          <a:solidFill>
            <a:schemeClr val="accent4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71455AE-E293-0049-965E-0E248219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28" y="1663700"/>
            <a:ext cx="1135672" cy="5715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BA010FA-420D-5843-B13A-403FF687AE13}"/>
              </a:ext>
            </a:extLst>
          </p:cNvPr>
          <p:cNvGrpSpPr/>
          <p:nvPr/>
        </p:nvGrpSpPr>
        <p:grpSpPr>
          <a:xfrm>
            <a:off x="7212721" y="2529586"/>
            <a:ext cx="1741222" cy="2987879"/>
            <a:chOff x="7212721" y="2529586"/>
            <a:chExt cx="1741222" cy="298787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9A6237-4B5F-C641-8FC7-8EA391B29F54}"/>
                </a:ext>
              </a:extLst>
            </p:cNvPr>
            <p:cNvSpPr/>
            <p:nvPr/>
          </p:nvSpPr>
          <p:spPr>
            <a:xfrm>
              <a:off x="7874202" y="2529586"/>
              <a:ext cx="927100" cy="2616200"/>
            </a:xfrm>
            <a:prstGeom prst="ellipse">
              <a:avLst/>
            </a:prstGeom>
            <a:noFill/>
            <a:ln>
              <a:solidFill>
                <a:srgbClr val="009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CD3B9B-88D4-F643-8850-2F75870A25C1}"/>
                </a:ext>
              </a:extLst>
            </p:cNvPr>
            <p:cNvSpPr txBox="1"/>
            <p:nvPr/>
          </p:nvSpPr>
          <p:spPr>
            <a:xfrm>
              <a:off x="7212721" y="4871134"/>
              <a:ext cx="1741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Salida: </a:t>
              </a:r>
            </a:p>
            <a:p>
              <a:r>
                <a:rPr lang="es-ES_tradnl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 clases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4B09A9-057F-C94B-AF44-CCF84CECD53A}"/>
              </a:ext>
            </a:extLst>
          </p:cNvPr>
          <p:cNvGrpSpPr/>
          <p:nvPr/>
        </p:nvGrpSpPr>
        <p:grpSpPr>
          <a:xfrm>
            <a:off x="2158027" y="6226556"/>
            <a:ext cx="5054694" cy="523220"/>
            <a:chOff x="2158027" y="6226556"/>
            <a:chExt cx="5054694" cy="5232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FBB300-B7A8-5D4F-A421-B89D2C044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3471" y="6235935"/>
              <a:ext cx="2889250" cy="49083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C9EA76-BDEC-A045-A5E2-AC336F60FB3F}"/>
                </a:ext>
              </a:extLst>
            </p:cNvPr>
            <p:cNvSpPr txBox="1"/>
            <p:nvPr/>
          </p:nvSpPr>
          <p:spPr>
            <a:xfrm>
              <a:off x="2158027" y="6226556"/>
              <a:ext cx="23432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Clasificación: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B5770B-9D83-C44B-991F-2A0614005D34}"/>
              </a:ext>
            </a:extLst>
          </p:cNvPr>
          <p:cNvGrpSpPr/>
          <p:nvPr/>
        </p:nvGrpSpPr>
        <p:grpSpPr>
          <a:xfrm>
            <a:off x="101027" y="3124199"/>
            <a:ext cx="1848969" cy="2021587"/>
            <a:chOff x="101027" y="3124199"/>
            <a:chExt cx="1848969" cy="20215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7BA04-4C77-094E-BA5B-6B3015B8C160}"/>
                </a:ext>
              </a:extLst>
            </p:cNvPr>
            <p:cNvSpPr txBox="1"/>
            <p:nvPr/>
          </p:nvSpPr>
          <p:spPr>
            <a:xfrm>
              <a:off x="208774" y="4499455"/>
              <a:ext cx="1741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>
                  <a:solidFill>
                    <a:srgbClr val="FF93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Entrada: </a:t>
              </a:r>
            </a:p>
            <a:p>
              <a:r>
                <a:rPr lang="es-ES_tradnl" dirty="0">
                  <a:solidFill>
                    <a:srgbClr val="FF93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 características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B38F67-A9CD-D04E-BC10-603E36942D50}"/>
                </a:ext>
              </a:extLst>
            </p:cNvPr>
            <p:cNvSpPr/>
            <p:nvPr/>
          </p:nvSpPr>
          <p:spPr>
            <a:xfrm>
              <a:off x="101027" y="3124199"/>
              <a:ext cx="927100" cy="1377949"/>
            </a:xfrm>
            <a:prstGeom prst="ellipse">
              <a:avLst/>
            </a:prstGeom>
            <a:noFill/>
            <a:ln>
              <a:solidFill>
                <a:srgbClr val="FF93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BE42E7-2B17-3544-B1DF-A2E00FDAE661}"/>
              </a:ext>
            </a:extLst>
          </p:cNvPr>
          <p:cNvSpPr txBox="1"/>
          <p:nvPr/>
        </p:nvSpPr>
        <p:spPr>
          <a:xfrm>
            <a:off x="3884185" y="1874180"/>
            <a:ext cx="1939955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6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984C9-079D-7D4D-B22C-798591BD5280}"/>
              </a:ext>
            </a:extLst>
          </p:cNvPr>
          <p:cNvSpPr txBox="1"/>
          <p:nvPr/>
        </p:nvSpPr>
        <p:spPr>
          <a:xfrm>
            <a:off x="1167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Ejemplo: ¿cómo sería una red neuronal de </a:t>
            </a:r>
            <a:r>
              <a:rPr lang="es-ES_tradnl" sz="3200" dirty="0">
                <a:solidFill>
                  <a:srgbClr val="FF9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características</a:t>
            </a:r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_tradnl" sz="32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clases</a:t>
            </a:r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CE0EEC-9820-654B-A22B-4167E2DCD4BC}"/>
              </a:ext>
            </a:extLst>
          </p:cNvPr>
          <p:cNvGrpSpPr/>
          <p:nvPr/>
        </p:nvGrpSpPr>
        <p:grpSpPr>
          <a:xfrm>
            <a:off x="7315200" y="2794000"/>
            <a:ext cx="522477" cy="1738280"/>
            <a:chOff x="7315200" y="2794000"/>
            <a:chExt cx="522477" cy="173828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FBBFBE1-4ACF-E04C-9B3C-BD1543BBB229}"/>
                </a:ext>
              </a:extLst>
            </p:cNvPr>
            <p:cNvSpPr txBox="1"/>
            <p:nvPr/>
          </p:nvSpPr>
          <p:spPr>
            <a:xfrm>
              <a:off x="7315200" y="2794000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0.2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84F2DC-F585-7441-B286-4823CB918E44}"/>
                </a:ext>
              </a:extLst>
            </p:cNvPr>
            <p:cNvSpPr txBox="1"/>
            <p:nvPr/>
          </p:nvSpPr>
          <p:spPr>
            <a:xfrm>
              <a:off x="7332410" y="3484824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0.7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D76DB-E922-474F-B1FA-B02E50B9D37D}"/>
                </a:ext>
              </a:extLst>
            </p:cNvPr>
            <p:cNvSpPr txBox="1"/>
            <p:nvPr/>
          </p:nvSpPr>
          <p:spPr>
            <a:xfrm>
              <a:off x="7332410" y="416294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0.1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C4994AA-DAFB-B543-90F5-E31B7B314B95}"/>
              </a:ext>
            </a:extLst>
          </p:cNvPr>
          <p:cNvSpPr txBox="1"/>
          <p:nvPr/>
        </p:nvSpPr>
        <p:spPr>
          <a:xfrm>
            <a:off x="7293464" y="6226556"/>
            <a:ext cx="1741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0AFBD2-E03B-9F4C-B9ED-E271D6BBD5A9}"/>
              </a:ext>
            </a:extLst>
          </p:cNvPr>
          <p:cNvSpPr txBox="1"/>
          <p:nvPr/>
        </p:nvSpPr>
        <p:spPr>
          <a:xfrm>
            <a:off x="7192538" y="2523697"/>
            <a:ext cx="752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08D88-0421-DB49-981B-42A39B4D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33" name="Footer Placeholder 2">
            <a:extLst>
              <a:ext uri="{FF2B5EF4-FFF2-40B4-BE49-F238E27FC236}">
                <a16:creationId xmlns:a16="http://schemas.microsoft.com/office/drawing/2014/main" id="{F322E5D2-A18C-3941-8582-D08CE530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/>
      <p:bldP spid="25" grpId="1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1984C9-079D-7D4D-B22C-798591BD5280}"/>
              </a:ext>
            </a:extLst>
          </p:cNvPr>
          <p:cNvSpPr txBox="1"/>
          <p:nvPr/>
        </p:nvSpPr>
        <p:spPr>
          <a:xfrm>
            <a:off x="1167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Ejemplo: ¿cómo sería una red neuronal de </a:t>
            </a:r>
            <a:r>
              <a:rPr lang="es-ES_tradnl" sz="3200" dirty="0">
                <a:solidFill>
                  <a:srgbClr val="FF9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características</a:t>
            </a:r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_tradnl" sz="32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clases</a:t>
            </a:r>
            <a:r>
              <a:rPr lang="es-ES_tradn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7CC32-D53F-834E-B3F9-DB36BCEC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6394FB4-B6C8-D749-8822-8B16530A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474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5C97EFB-A88E-A145-BC19-6AE232DA4772}"/>
              </a:ext>
            </a:extLst>
          </p:cNvPr>
          <p:cNvGrpSpPr/>
          <p:nvPr/>
        </p:nvGrpSpPr>
        <p:grpSpPr>
          <a:xfrm>
            <a:off x="4081600" y="886978"/>
            <a:ext cx="1287685" cy="5084044"/>
            <a:chOff x="4081600" y="886978"/>
            <a:chExt cx="1287685" cy="50840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C9848B-C640-404A-95CC-CF2FB7D8F748}"/>
                </a:ext>
              </a:extLst>
            </p:cNvPr>
            <p:cNvSpPr txBox="1"/>
            <p:nvPr/>
          </p:nvSpPr>
          <p:spPr>
            <a:xfrm>
              <a:off x="4081600" y="886978"/>
              <a:ext cx="1287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Capa</a:t>
              </a:r>
            </a:p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oculta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778D5F6-D957-944D-B850-165FC6644BDC}"/>
                </a:ext>
              </a:extLst>
            </p:cNvPr>
            <p:cNvSpPr/>
            <p:nvPr/>
          </p:nvSpPr>
          <p:spPr>
            <a:xfrm>
              <a:off x="4412927" y="1685239"/>
              <a:ext cx="625033" cy="4285783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16E5351-04A5-6941-B39A-1B46239B3824}"/>
              </a:ext>
            </a:extLst>
          </p:cNvPr>
          <p:cNvGrpSpPr/>
          <p:nvPr/>
        </p:nvGrpSpPr>
        <p:grpSpPr>
          <a:xfrm>
            <a:off x="5929521" y="1940233"/>
            <a:ext cx="1006194" cy="3094850"/>
            <a:chOff x="5929521" y="1940233"/>
            <a:chExt cx="1006194" cy="30948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FA3B10-04F7-6445-A4FE-09B3360CB079}"/>
                </a:ext>
              </a:extLst>
            </p:cNvPr>
            <p:cNvSpPr txBox="1"/>
            <p:nvPr/>
          </p:nvSpPr>
          <p:spPr>
            <a:xfrm>
              <a:off x="5929521" y="1940233"/>
              <a:ext cx="10061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FF93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Capa de </a:t>
              </a:r>
            </a:p>
            <a:p>
              <a:pPr algn="ctr"/>
              <a:r>
                <a:rPr lang="es-ES_tradnl" dirty="0">
                  <a:solidFill>
                    <a:srgbClr val="FF93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salida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EED1D3E-6CE1-ED4D-A939-28B601BA8BF4}"/>
                </a:ext>
              </a:extLst>
            </p:cNvPr>
            <p:cNvSpPr/>
            <p:nvPr/>
          </p:nvSpPr>
          <p:spPr>
            <a:xfrm>
              <a:off x="6120102" y="2651760"/>
              <a:ext cx="625033" cy="2383323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C5B5B54-9775-0D4C-BA4E-ECCE563611AD}"/>
              </a:ext>
            </a:extLst>
          </p:cNvPr>
          <p:cNvGrpSpPr/>
          <p:nvPr/>
        </p:nvGrpSpPr>
        <p:grpSpPr>
          <a:xfrm>
            <a:off x="2582268" y="2349765"/>
            <a:ext cx="1060741" cy="2270896"/>
            <a:chOff x="2582268" y="2349765"/>
            <a:chExt cx="1060741" cy="22708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A5E356-B330-B445-8AB0-A4ECA22780B1}"/>
                </a:ext>
              </a:extLst>
            </p:cNvPr>
            <p:cNvSpPr txBox="1"/>
            <p:nvPr/>
          </p:nvSpPr>
          <p:spPr>
            <a:xfrm>
              <a:off x="2582268" y="2349765"/>
              <a:ext cx="10607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Capa de </a:t>
              </a:r>
            </a:p>
            <a:p>
              <a:pPr algn="ctr"/>
              <a:r>
                <a:rPr lang="es-ES_tradnl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entrada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6A3E0BF-1304-714D-B15E-B95D73D8FC2E}"/>
                </a:ext>
              </a:extLst>
            </p:cNvPr>
            <p:cNvSpPr/>
            <p:nvPr/>
          </p:nvSpPr>
          <p:spPr>
            <a:xfrm>
              <a:off x="2831198" y="3127259"/>
              <a:ext cx="625033" cy="1493402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970099-DDA0-C143-AA82-E807B55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2065B7B7-A239-344A-B49A-B80A4131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84524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5-point Star 3">
            <a:extLst>
              <a:ext uri="{FF2B5EF4-FFF2-40B4-BE49-F238E27FC236}">
                <a16:creationId xmlns:a16="http://schemas.microsoft.com/office/drawing/2014/main" id="{55232443-3688-1147-99A0-D802308156F7}"/>
              </a:ext>
            </a:extLst>
          </p:cNvPr>
          <p:cNvSpPr/>
          <p:nvPr/>
        </p:nvSpPr>
        <p:spPr>
          <a:xfrm>
            <a:off x="4620739" y="3387074"/>
            <a:ext cx="230114" cy="209541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2BABA-57CA-1545-8992-BB0CE11C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5B450C7D-A04A-1445-9B81-8692D38B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21915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6060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2895617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4016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2711913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2711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2093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3518493" y="5867266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NO-LIENAL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4720980" y="218912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6031" y="2895501"/>
            <a:ext cx="469900" cy="2667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2AE1D5-65E0-9C44-B831-DE6BA254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1832B8D4-3598-6D4F-8D92-3D8E1020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95644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AE48619-459B-3B4C-A7F6-28A75B731A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3885" y="1019330"/>
            <a:ext cx="8571452" cy="49680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093B11-A519-924F-906A-AAFCE0155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005" y="358929"/>
            <a:ext cx="2019300" cy="660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FA673-2776-FB48-9FFD-BA0F48011940}"/>
              </a:ext>
            </a:extLst>
          </p:cNvPr>
          <p:cNvGrpSpPr/>
          <p:nvPr/>
        </p:nvGrpSpPr>
        <p:grpSpPr>
          <a:xfrm>
            <a:off x="164875" y="2315919"/>
            <a:ext cx="5468772" cy="3624469"/>
            <a:chOff x="164875" y="2315919"/>
            <a:chExt cx="5468772" cy="3624469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73819B-F2C3-B44B-B768-F51EF9079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527" y="2495338"/>
              <a:ext cx="0" cy="30287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0CC40B-2E36-F147-9521-9EA1D8514F41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900974" y="2482297"/>
              <a:ext cx="4461268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09021F-FBFA-2D44-8536-07791BC1E3AD}"/>
                </a:ext>
              </a:extLst>
            </p:cNvPr>
            <p:cNvSpPr txBox="1"/>
            <p:nvPr/>
          </p:nvSpPr>
          <p:spPr>
            <a:xfrm>
              <a:off x="5035406" y="5571056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0.9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BF7FC3-55E3-5C47-8757-DE494890C43F}"/>
                </a:ext>
              </a:extLst>
            </p:cNvPr>
            <p:cNvSpPr txBox="1"/>
            <p:nvPr/>
          </p:nvSpPr>
          <p:spPr>
            <a:xfrm>
              <a:off x="164875" y="231591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0.71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220CBDC-4C28-964D-9703-6E5B3C6AC861}"/>
              </a:ext>
            </a:extLst>
          </p:cNvPr>
          <p:cNvSpPr txBox="1"/>
          <p:nvPr/>
        </p:nvSpPr>
        <p:spPr>
          <a:xfrm>
            <a:off x="303885" y="408998"/>
            <a:ext cx="1721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</a:rPr>
              <a:t>SIGMOIDE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A090E-9D5A-9249-8DB7-8D6F9580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05A6BF-8B76-0F4A-952B-8078E1C4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92892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6060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2895617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4056407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2711913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2711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2093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3518493" y="5867266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NO-LIENAL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4720980" y="218912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6031" y="2895501"/>
            <a:ext cx="469900" cy="2667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B93B40C-643E-4843-9401-BE8C07C300C6}"/>
              </a:ext>
            </a:extLst>
          </p:cNvPr>
          <p:cNvGrpSpPr/>
          <p:nvPr/>
        </p:nvGrpSpPr>
        <p:grpSpPr>
          <a:xfrm>
            <a:off x="1527048" y="2849782"/>
            <a:ext cx="732441" cy="1309266"/>
            <a:chOff x="1527048" y="2849782"/>
            <a:chExt cx="732441" cy="130926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22E9BB-AD17-0740-9F4B-757C4BE96DA8}"/>
                </a:ext>
              </a:extLst>
            </p:cNvPr>
            <p:cNvSpPr txBox="1"/>
            <p:nvPr/>
          </p:nvSpPr>
          <p:spPr>
            <a:xfrm>
              <a:off x="1527048" y="284978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= 1.6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8142C0-0FC0-314B-B9FE-795DAA4CDF37}"/>
                </a:ext>
              </a:extLst>
            </p:cNvPr>
            <p:cNvSpPr txBox="1"/>
            <p:nvPr/>
          </p:nvSpPr>
          <p:spPr>
            <a:xfrm>
              <a:off x="1537817" y="385127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= 2.0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24B729F-9627-1846-AE27-751A5A44036A}"/>
              </a:ext>
            </a:extLst>
          </p:cNvPr>
          <p:cNvSpPr txBox="1"/>
          <p:nvPr/>
        </p:nvSpPr>
        <p:spPr>
          <a:xfrm>
            <a:off x="3736908" y="4811893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9300"/>
                </a:solidFill>
                <a:latin typeface="Courier" pitchFamily="2" charset="0"/>
              </a:rPr>
              <a:t>0.8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2A7454-9FF7-F04E-AD27-F541F3460695}"/>
              </a:ext>
            </a:extLst>
          </p:cNvPr>
          <p:cNvSpPr txBox="1"/>
          <p:nvPr/>
        </p:nvSpPr>
        <p:spPr>
          <a:xfrm>
            <a:off x="4803488" y="4785721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urier" pitchFamily="2" charset="0"/>
              </a:rPr>
              <a:t>0.4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5997DF-DF53-B343-A213-E5464A0E2615}"/>
              </a:ext>
            </a:extLst>
          </p:cNvPr>
          <p:cNvSpPr txBox="1"/>
          <p:nvPr/>
        </p:nvSpPr>
        <p:spPr>
          <a:xfrm>
            <a:off x="5559264" y="4787143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  <a:latin typeface="Courier" pitchFamily="2" charset="0"/>
              </a:rPr>
              <a:t>-0.3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A02447-BC35-1740-950C-6312821D1506}"/>
              </a:ext>
            </a:extLst>
          </p:cNvPr>
          <p:cNvSpPr txBox="1"/>
          <p:nvPr/>
        </p:nvSpPr>
        <p:spPr>
          <a:xfrm>
            <a:off x="7569550" y="509085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F00"/>
                </a:solidFill>
                <a:latin typeface="Courier" pitchFamily="2" charset="0"/>
              </a:rPr>
              <a:t>= 0.9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78E418-F397-DC4B-BE5C-C9055D55CAE9}"/>
              </a:ext>
            </a:extLst>
          </p:cNvPr>
          <p:cNvGrpSpPr/>
          <p:nvPr/>
        </p:nvGrpSpPr>
        <p:grpSpPr>
          <a:xfrm>
            <a:off x="3414287" y="2606296"/>
            <a:ext cx="2239705" cy="1723229"/>
            <a:chOff x="3414287" y="2606296"/>
            <a:chExt cx="2239705" cy="172322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9F989A-A214-CF46-9AF8-040998C3ACF8}"/>
                </a:ext>
              </a:extLst>
            </p:cNvPr>
            <p:cNvSpPr txBox="1"/>
            <p:nvPr/>
          </p:nvSpPr>
          <p:spPr>
            <a:xfrm>
              <a:off x="3573930" y="2606296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0.5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9664C2-732C-7345-BFD1-AD3A4C9EB5A0}"/>
                </a:ext>
              </a:extLst>
            </p:cNvPr>
            <p:cNvSpPr txBox="1"/>
            <p:nvPr/>
          </p:nvSpPr>
          <p:spPr>
            <a:xfrm>
              <a:off x="3594193" y="4021748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0.2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DEBCBD-CEC7-0A4E-92B8-1E3B1D554662}"/>
                </a:ext>
              </a:extLst>
            </p:cNvPr>
            <p:cNvSpPr txBox="1"/>
            <p:nvPr/>
          </p:nvSpPr>
          <p:spPr>
            <a:xfrm>
              <a:off x="5039721" y="3896126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  <a:latin typeface="Courier" pitchFamily="2" charset="0"/>
                </a:rPr>
                <a:t>-0.3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261E45-2EFA-9941-800F-075B3C842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287" y="2824770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859DAC-39CA-6B47-A68D-A99AB86BA76D}"/>
                </a:ext>
              </a:extLst>
            </p:cNvPr>
            <p:cNvCxnSpPr>
              <a:cxnSpLocks/>
            </p:cNvCxnSpPr>
            <p:nvPr/>
          </p:nvCxnSpPr>
          <p:spPr>
            <a:xfrm>
              <a:off x="3439734" y="4012101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62809EF-8B70-F845-8E99-85A83E3CA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3389" y="4119842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0F266C-3A72-F94E-A7E6-4646526D2412}"/>
              </a:ext>
            </a:extLst>
          </p:cNvPr>
          <p:cNvGrpSpPr/>
          <p:nvPr/>
        </p:nvGrpSpPr>
        <p:grpSpPr>
          <a:xfrm>
            <a:off x="4266482" y="3350497"/>
            <a:ext cx="4570533" cy="2537797"/>
            <a:chOff x="4266482" y="3350497"/>
            <a:chExt cx="4570533" cy="253779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223BFD-DED8-464C-8EFB-A2857C386604}"/>
                </a:ext>
              </a:extLst>
            </p:cNvPr>
            <p:cNvSpPr txBox="1"/>
            <p:nvPr/>
          </p:nvSpPr>
          <p:spPr>
            <a:xfrm>
              <a:off x="4266482" y="5549740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= 0.7109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052CDDE-668E-C049-93BA-061911DEFF3E}"/>
                </a:ext>
              </a:extLst>
            </p:cNvPr>
            <p:cNvSpPr txBox="1"/>
            <p:nvPr/>
          </p:nvSpPr>
          <p:spPr>
            <a:xfrm>
              <a:off x="7664899" y="3350497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= 0.7109</a:t>
              </a:r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80B8FC4-D164-1341-B505-775313DF8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59" name="Footer Placeholder 2">
            <a:extLst>
              <a:ext uri="{FF2B5EF4-FFF2-40B4-BE49-F238E27FC236}">
                <a16:creationId xmlns:a16="http://schemas.microsoft.com/office/drawing/2014/main" id="{E546350C-6B13-6146-A05A-40E7F971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23272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1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6060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2895617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4056407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2711913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2711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2093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3518493" y="5867266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NO-LIENAL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4720980" y="218912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6031" y="2895501"/>
            <a:ext cx="469900" cy="2667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104909-3B0F-F445-9987-FC8DCD61B2AC}"/>
              </a:ext>
            </a:extLst>
          </p:cNvPr>
          <p:cNvSpPr txBox="1"/>
          <p:nvPr/>
        </p:nvSpPr>
        <p:spPr>
          <a:xfrm>
            <a:off x="7664899" y="3350497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" pitchFamily="2" charset="0"/>
              </a:rPr>
              <a:t>= 0.7109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1FCFBC0-D732-2A4B-8F04-C22F5B958734}"/>
              </a:ext>
            </a:extLst>
          </p:cNvPr>
          <p:cNvGrpSpPr/>
          <p:nvPr/>
        </p:nvGrpSpPr>
        <p:grpSpPr>
          <a:xfrm>
            <a:off x="1527048" y="2849782"/>
            <a:ext cx="732441" cy="1309266"/>
            <a:chOff x="1527048" y="2849782"/>
            <a:chExt cx="732441" cy="130926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6BB0F0E-7EEA-CA40-ADE7-E37006F3793E}"/>
                </a:ext>
              </a:extLst>
            </p:cNvPr>
            <p:cNvSpPr txBox="1"/>
            <p:nvPr/>
          </p:nvSpPr>
          <p:spPr>
            <a:xfrm>
              <a:off x="1527048" y="284978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= 1.6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DEBEA0-4990-E041-BCD9-225C4AB8D921}"/>
                </a:ext>
              </a:extLst>
            </p:cNvPr>
            <p:cNvSpPr txBox="1"/>
            <p:nvPr/>
          </p:nvSpPr>
          <p:spPr>
            <a:xfrm>
              <a:off x="1537817" y="385127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= 2.0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96A28F3-F1BB-9F42-A445-0D703DB0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39" name="Footer Placeholder 2">
            <a:extLst>
              <a:ext uri="{FF2B5EF4-FFF2-40B4-BE49-F238E27FC236}">
                <a16:creationId xmlns:a16="http://schemas.microsoft.com/office/drawing/2014/main" id="{62871CE9-78B7-0F4F-8108-F7A07E94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43004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8DBD97D-239B-694B-81BE-18153EB3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6030" y="659420"/>
            <a:ext cx="8815377" cy="57277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C01F731-8799-E34F-AD1E-53D780D1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42" y="1581736"/>
            <a:ext cx="2019300" cy="660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58ADFA8-3BCD-CE4D-A3B8-56F84B712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024" y="1574558"/>
            <a:ext cx="2540000" cy="6477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8742CA8-AF3F-3347-9CCB-4E325034025D}"/>
              </a:ext>
            </a:extLst>
          </p:cNvPr>
          <p:cNvSpPr txBox="1"/>
          <p:nvPr/>
        </p:nvSpPr>
        <p:spPr>
          <a:xfrm>
            <a:off x="303885" y="408998"/>
            <a:ext cx="1721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</a:rPr>
              <a:t>SIGMOIDE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90611-065C-4C42-9D5D-F820E717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774356E0-D85C-494F-B49D-19120408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114713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2895617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4056407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4720980" y="218912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CAC606D0-3FC6-754B-AF60-D720D70A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21347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2895617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4056407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4720980" y="218912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CAC606D0-3FC6-754B-AF60-D720D70A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0750B-2743-CF4F-9CDB-E05BD46F9845}"/>
              </a:ext>
            </a:extLst>
          </p:cNvPr>
          <p:cNvSpPr/>
          <p:nvPr/>
        </p:nvSpPr>
        <p:spPr>
          <a:xfrm>
            <a:off x="1133856" y="2726248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EC0DBC-F152-C34C-8223-9DE03B0E9D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132" y="3935320"/>
            <a:ext cx="469900" cy="27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30E9B-55FC-6244-8C4A-96F10D9004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7856" y="2834001"/>
            <a:ext cx="419100" cy="27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261792-7AC2-584C-A2D0-17361C9008CF}"/>
              </a:ext>
            </a:extLst>
          </p:cNvPr>
          <p:cNvSpPr txBox="1"/>
          <p:nvPr/>
        </p:nvSpPr>
        <p:spPr>
          <a:xfrm>
            <a:off x="1429696" y="3172593"/>
            <a:ext cx="24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  <a:p>
            <a:r>
              <a:rPr lang="en-US" dirty="0"/>
              <a:t>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7E43D7-BBC8-4F48-B972-F4BAF051529C}"/>
              </a:ext>
            </a:extLst>
          </p:cNvPr>
          <p:cNvSpPr/>
          <p:nvPr/>
        </p:nvSpPr>
        <p:spPr>
          <a:xfrm>
            <a:off x="3151291" y="3877709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AE65CE-FAA0-4C42-9CC8-2B22630E63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8243" y="4071181"/>
            <a:ext cx="304800" cy="1651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FA3E744-1C4B-AD47-AD08-486FB6AEB5D9}"/>
              </a:ext>
            </a:extLst>
          </p:cNvPr>
          <p:cNvSpPr/>
          <p:nvPr/>
        </p:nvSpPr>
        <p:spPr>
          <a:xfrm>
            <a:off x="7480116" y="3303138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A44A81-3A2D-5A4D-8B59-944C8E636DB5}"/>
              </a:ext>
            </a:extLst>
          </p:cNvPr>
          <p:cNvSpPr txBox="1"/>
          <p:nvPr/>
        </p:nvSpPr>
        <p:spPr>
          <a:xfrm>
            <a:off x="7657475" y="3693287"/>
            <a:ext cx="24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  <a:p>
            <a:r>
              <a:rPr lang="en-US" dirty="0"/>
              <a:t>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0BBF39-5F3A-CE48-937F-6D0362DAA9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9684" y="3381398"/>
            <a:ext cx="673100" cy="241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AE7406-BAB9-004B-BD9E-B565E8FAA555}"/>
              </a:ext>
            </a:extLst>
          </p:cNvPr>
          <p:cNvSpPr txBox="1"/>
          <p:nvPr/>
        </p:nvSpPr>
        <p:spPr>
          <a:xfrm>
            <a:off x="566150" y="646279"/>
            <a:ext cx="3202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rebuchet MS" panose="020B0703020202090204" pitchFamily="34" charset="0"/>
              </a:rPr>
              <a:t>Logistic Regression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8F064-70C5-754B-87E8-D3CC8B3F2A9B}"/>
              </a:ext>
            </a:extLst>
          </p:cNvPr>
          <p:cNvSpPr txBox="1"/>
          <p:nvPr/>
        </p:nvSpPr>
        <p:spPr>
          <a:xfrm>
            <a:off x="3137465" y="3140909"/>
            <a:ext cx="24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  <a:p>
            <a:r>
              <a:rPr lang="en-US" dirty="0"/>
              <a:t>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0DC294-E446-5A45-90CB-93C6CE845DDD}"/>
              </a:ext>
            </a:extLst>
          </p:cNvPr>
          <p:cNvSpPr txBox="1"/>
          <p:nvPr/>
        </p:nvSpPr>
        <p:spPr>
          <a:xfrm>
            <a:off x="220833" y="5336174"/>
            <a:ext cx="864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panose="020B0703020202090204" pitchFamily="34" charset="0"/>
              </a:rPr>
              <a:t>Los </a:t>
            </a:r>
            <a:r>
              <a:rPr lang="en-US" dirty="0" err="1">
                <a:latin typeface="Trebuchet MS" panose="020B0703020202090204" pitchFamily="34" charset="0"/>
              </a:rPr>
              <a:t>parámetros</a:t>
            </a:r>
            <a:r>
              <a:rPr lang="en-US" dirty="0">
                <a:latin typeface="Trebuchet MS" panose="020B0703020202090204" pitchFamily="34" charset="0"/>
              </a:rPr>
              <a:t> se </a:t>
            </a:r>
            <a:r>
              <a:rPr lang="en-US" dirty="0" err="1">
                <a:latin typeface="Trebuchet MS" panose="020B0703020202090204" pitchFamily="34" charset="0"/>
              </a:rPr>
              <a:t>encuentran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minimizando</a:t>
            </a:r>
            <a:r>
              <a:rPr lang="en-US" dirty="0">
                <a:latin typeface="Trebuchet MS" panose="020B0703020202090204" pitchFamily="34" charset="0"/>
              </a:rPr>
              <a:t> una </a:t>
            </a:r>
            <a:r>
              <a:rPr lang="en-US" dirty="0" err="1">
                <a:latin typeface="Trebuchet MS" panose="020B0703020202090204" pitchFamily="34" charset="0"/>
              </a:rPr>
              <a:t>función</a:t>
            </a:r>
            <a:r>
              <a:rPr lang="en-US" dirty="0">
                <a:latin typeface="Trebuchet MS" panose="020B0703020202090204" pitchFamily="34" charset="0"/>
              </a:rPr>
              <a:t> de </a:t>
            </a:r>
            <a:r>
              <a:rPr lang="en-US" dirty="0" err="1">
                <a:latin typeface="Trebuchet MS" panose="020B0703020202090204" pitchFamily="34" charset="0"/>
              </a:rPr>
              <a:t>pérdida</a:t>
            </a:r>
            <a:r>
              <a:rPr lang="en-US" dirty="0">
                <a:latin typeface="Trebuchet MS" panose="020B0703020202090204" pitchFamily="34" charset="0"/>
              </a:rPr>
              <a:t>, por </a:t>
            </a:r>
            <a:r>
              <a:rPr lang="en-US" dirty="0" err="1">
                <a:latin typeface="Trebuchet MS" panose="020B0703020202090204" pitchFamily="34" charset="0"/>
              </a:rPr>
              <a:t>ejemplo</a:t>
            </a:r>
            <a:r>
              <a:rPr lang="en-US" dirty="0">
                <a:latin typeface="Trebuchet MS" panose="020B0703020202090204" pitchFamily="34" charset="0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831C89-4291-6142-A16F-9564EC7F60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4300" y="5759666"/>
            <a:ext cx="38354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12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2895617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4056407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4720980" y="218912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CAC606D0-3FC6-754B-AF60-D720D70A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40734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84224DE-E847-5B44-832B-6FC40CC8D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749300"/>
            <a:ext cx="5854700" cy="4699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/>
          <p:nvPr/>
        </p:nvCxnSpPr>
        <p:spPr>
          <a:xfrm flipV="1">
            <a:off x="5591908" y="1389185"/>
            <a:ext cx="685800" cy="1230923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C5341-EA55-484D-B615-F818EE82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A378090-5E60-0146-9F04-04709318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723569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5767754" y="1389186"/>
            <a:ext cx="509954" cy="1617783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E9A595C-50AF-E840-A1AB-68CEA95E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734846"/>
            <a:ext cx="5854700" cy="469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0B40F-F0A8-9E46-8483-6CC19BF5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9AE30CF3-649F-0844-ABC8-D035C922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192114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6023728" y="1389187"/>
            <a:ext cx="253980" cy="1863060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3FA4E70-61CA-5940-B208-37872D1E3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749300"/>
            <a:ext cx="5854700" cy="469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1AF6-5A69-3D4F-BB05-009A57D2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90D95E7-1109-7C45-9FC0-8C31B120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022550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5891335" y="1389187"/>
            <a:ext cx="386373" cy="3481751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DE788EB-02C8-CE42-B059-1A25E2DF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85" y="749300"/>
            <a:ext cx="5854700" cy="469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13913-17A1-5742-83BF-BB779A1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7C745C7-574B-C34A-81B2-F18809E2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106748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3286320" y="884350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nodo (círculo rojo) tiene asociado una función no-lineal y un valor de ‘</a:t>
            </a:r>
            <a:r>
              <a:rPr lang="es-ES_tradnl" dirty="0" err="1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1141141" y="4732635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flecha azul que entra a un nodo tiene asociado un ‘peso’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A3B10-04F7-6445-A4FE-09B3360CB079}"/>
              </a:ext>
            </a:extLst>
          </p:cNvPr>
          <p:cNvSpPr txBox="1"/>
          <p:nvPr/>
        </p:nvSpPr>
        <p:spPr>
          <a:xfrm>
            <a:off x="5609472" y="5185370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9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conectan todos los nodos de una capa con todos los nodos de la siguiente capa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65F9E-8C4C-1740-90B8-E3351AB8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C063C988-D266-2740-B0CA-DE1983A3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17656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1141140" y="1110150"/>
            <a:ext cx="2882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Cuando se diseña una red neuronal se debe decidir la función no lineal, el número de capas ocultas, y el número de nodos de las capas ocultas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5283334" y="1026299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Cuando se entrena una red neuronal se debe estimar todos los pesos y los ‘</a:t>
            </a:r>
            <a:r>
              <a:rPr lang="es-ES_tradn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 de tal forma que la salida real sea lo más parecida a la salida ideal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7B669-53AF-FD4E-A99F-98AAC23D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6085C79-70A5-7146-9A9C-4C08F8CD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58891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C25D8-DA86-3344-AFDE-ECCEB2C5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6" y="1256797"/>
            <a:ext cx="5728138" cy="429610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0CB7C-9FF6-8543-AA62-1739FAC6B7B3}"/>
              </a:ext>
            </a:extLst>
          </p:cNvPr>
          <p:cNvGrpSpPr/>
          <p:nvPr/>
        </p:nvGrpSpPr>
        <p:grpSpPr>
          <a:xfrm>
            <a:off x="4081806" y="506866"/>
            <a:ext cx="2005029" cy="1548177"/>
            <a:chOff x="4081806" y="1656937"/>
            <a:chExt cx="2005029" cy="154817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B52E9CB-4CF8-0F45-AD70-223108905FC5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 flipV="1">
              <a:off x="4339287" y="2052636"/>
              <a:ext cx="892589" cy="88695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0A70BD-7027-434E-949B-46DD474BE358}"/>
                </a:ext>
              </a:extLst>
            </p:cNvPr>
            <p:cNvSpPr/>
            <p:nvPr/>
          </p:nvSpPr>
          <p:spPr>
            <a:xfrm>
              <a:off x="4081806" y="2894029"/>
              <a:ext cx="301658" cy="3110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DC324B-EBB7-1647-9C2B-C975B9662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2635" y="1656937"/>
              <a:ext cx="1854200" cy="3429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C894DD-839A-BE4A-BC61-484D5D075842}"/>
              </a:ext>
            </a:extLst>
          </p:cNvPr>
          <p:cNvGrpSpPr/>
          <p:nvPr/>
        </p:nvGrpSpPr>
        <p:grpSpPr>
          <a:xfrm>
            <a:off x="6270624" y="166610"/>
            <a:ext cx="2354901" cy="1350880"/>
            <a:chOff x="6270624" y="1316681"/>
            <a:chExt cx="2354901" cy="135088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3B58C2-0406-3546-BB87-F6A34DF55A0E}"/>
                </a:ext>
              </a:extLst>
            </p:cNvPr>
            <p:cNvSpPr txBox="1"/>
            <p:nvPr/>
          </p:nvSpPr>
          <p:spPr>
            <a:xfrm>
              <a:off x="6270624" y="1316681"/>
              <a:ext cx="23549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como pertenece a clase ‘3’, entonces su salida ideal es: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5A9612F-4F0E-1944-AAEF-43A06D13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6224" y="2324661"/>
              <a:ext cx="1663700" cy="3429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14D5CA-6D86-2E4D-BBA4-84E846A2FA9F}"/>
              </a:ext>
            </a:extLst>
          </p:cNvPr>
          <p:cNvGrpSpPr/>
          <p:nvPr/>
        </p:nvGrpSpPr>
        <p:grpSpPr>
          <a:xfrm>
            <a:off x="6270623" y="1955763"/>
            <a:ext cx="2425700" cy="1263884"/>
            <a:chOff x="6270623" y="3105834"/>
            <a:chExt cx="2425700" cy="12638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273E18-28A6-CF4B-B02C-B91512068A6C}"/>
                </a:ext>
              </a:extLst>
            </p:cNvPr>
            <p:cNvSpPr txBox="1"/>
            <p:nvPr/>
          </p:nvSpPr>
          <p:spPr>
            <a:xfrm>
              <a:off x="6270623" y="3105834"/>
              <a:ext cx="2354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es posible que la salida real de la red sea: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5113B5-BA73-3141-80D2-571CD3875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0623" y="4026818"/>
              <a:ext cx="2425700" cy="3429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C665CED-F1DE-184B-ABB1-9EE77A770007}"/>
              </a:ext>
            </a:extLst>
          </p:cNvPr>
          <p:cNvSpPr txBox="1"/>
          <p:nvPr/>
        </p:nvSpPr>
        <p:spPr>
          <a:xfrm>
            <a:off x="6031477" y="3404848"/>
            <a:ext cx="2978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el máximo de la salida es el tercer elemento, entonces la clasificación será </a:t>
            </a:r>
            <a:r>
              <a:rPr lang="es-ES_tradnl" b="1" dirty="0">
                <a:solidFill>
                  <a:srgbClr val="FF9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Clase ‘3’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37CE7A-422C-6D43-BF61-3E71C17B51C0}"/>
              </a:ext>
            </a:extLst>
          </p:cNvPr>
          <p:cNvGrpSpPr/>
          <p:nvPr/>
        </p:nvGrpSpPr>
        <p:grpSpPr>
          <a:xfrm>
            <a:off x="6086835" y="4804826"/>
            <a:ext cx="2978870" cy="1829999"/>
            <a:chOff x="6086835" y="4804826"/>
            <a:chExt cx="2978870" cy="182999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77B098-6893-3042-B367-2E5A929F6E84}"/>
                </a:ext>
              </a:extLst>
            </p:cNvPr>
            <p:cNvSpPr txBox="1"/>
            <p:nvPr/>
          </p:nvSpPr>
          <p:spPr>
            <a:xfrm>
              <a:off x="6086835" y="4804826"/>
              <a:ext cx="29788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 el entrenamiento se debe minimizar una función objetivo del tipo: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7F0F80B-E1CB-6A44-BEC2-2307C0AA14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20835"/>
            <a:stretch/>
          </p:blipFill>
          <p:spPr>
            <a:xfrm>
              <a:off x="6099535" y="5787429"/>
              <a:ext cx="2688865" cy="84739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8E77D0-A35D-9C4D-A4A8-879EA91FF438}"/>
              </a:ext>
            </a:extLst>
          </p:cNvPr>
          <p:cNvGrpSpPr/>
          <p:nvPr/>
        </p:nvGrpSpPr>
        <p:grpSpPr>
          <a:xfrm>
            <a:off x="742950" y="5662310"/>
            <a:ext cx="4856571" cy="923330"/>
            <a:chOff x="742950" y="5662310"/>
            <a:chExt cx="4856571" cy="92333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05DA8E4-2845-5544-B2A4-E3F3C441EE69}"/>
                </a:ext>
              </a:extLst>
            </p:cNvPr>
            <p:cNvGrpSpPr/>
            <p:nvPr/>
          </p:nvGrpSpPr>
          <p:grpSpPr>
            <a:xfrm>
              <a:off x="812799" y="5662310"/>
              <a:ext cx="4786722" cy="923330"/>
              <a:chOff x="812799" y="5662310"/>
              <a:chExt cx="4786722" cy="92333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C39DC5-5DD1-5549-A6D3-5285041D7A1A}"/>
                  </a:ext>
                </a:extLst>
              </p:cNvPr>
              <p:cNvSpPr txBox="1"/>
              <p:nvPr/>
            </p:nvSpPr>
            <p:spPr>
              <a:xfrm>
                <a:off x="1017832" y="5662310"/>
                <a:ext cx="458168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Parámetros (pesos y ‘</a:t>
                </a:r>
                <a:r>
                  <a:rPr lang="es-ES_tradnl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bias</a:t>
                </a:r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’ de todas las capas)</a:t>
                </a:r>
              </a:p>
              <a:p>
                <a:endPara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Número de muestras del set de entrenamiento</a:t>
                </a: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972A868-8C20-3B4C-B988-5B2B5AA7C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799" y="5772150"/>
                <a:ext cx="180000" cy="198000"/>
              </a:xfrm>
              <a:prstGeom prst="rect">
                <a:avLst/>
              </a:prstGeom>
            </p:spPr>
          </p:pic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46B447-4D88-8742-8020-CFA897DD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2950" y="6254750"/>
              <a:ext cx="266700" cy="215900"/>
            </a:xfrm>
            <a:prstGeom prst="rect">
              <a:avLst/>
            </a:prstGeom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9D82C-41FC-AC45-B647-E64A7BA3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A68C3C5D-7441-8B4B-A027-52F503DD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5586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2582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2588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1141140" y="1110150"/>
            <a:ext cx="2882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Cuando se diseña una red neuronal se debe decidir la función no lineal, el número de capas ocultas, y el número de nodos de las capas ocultas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5283334" y="1026299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Cuando se entrena una red neuronal se debe estimar todos los pesos y los ‘</a:t>
            </a:r>
            <a:r>
              <a:rPr lang="es-ES_tradn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 de tal forma que la salida real sea lo más parecida a la salida ideal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A3B10-04F7-6445-A4FE-09B3360CB079}"/>
              </a:ext>
            </a:extLst>
          </p:cNvPr>
          <p:cNvSpPr txBox="1"/>
          <p:nvPr/>
        </p:nvSpPr>
        <p:spPr>
          <a:xfrm>
            <a:off x="241300" y="5219051"/>
            <a:ext cx="32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solidFill>
                  <a:srgbClr val="FF9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Eso es “todo” 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98E2A-D6A3-8C42-969C-96F02F9FF61E}"/>
              </a:ext>
            </a:extLst>
          </p:cNvPr>
          <p:cNvSpPr txBox="1"/>
          <p:nvPr/>
        </p:nvSpPr>
        <p:spPr>
          <a:xfrm>
            <a:off x="5388319" y="4964315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este ejemplo hay 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2x6 + 6x3 = 30 pesos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6+3 = 9 ‘</a:t>
            </a:r>
            <a:r>
              <a:rPr lang="es-ES_tradnl" dirty="0" err="1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 decir, 39 parámetros a estimar en el entrenamiento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03352-CD11-A04C-BD32-212DEAF8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71217445-7FCD-144A-AF40-C8AC1FC4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7661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EC7A9-6075-504A-B096-3B91CA6F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11"/>
            <a:ext cx="9144000" cy="55653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554F5-B631-174C-8F53-5451DD0D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4480AD5-40EA-674F-ACEC-B6D4CE75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028986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90AA9-2014-524C-82A1-9A540E0C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367"/>
            <a:ext cx="9144000" cy="56772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2DCDF-59FC-484D-BEBA-2ACA431A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F563F42-0312-D645-93EB-9C35FD84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240176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F8130C-EDDF-A34F-9F9A-D0D532793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16"/>
            <a:ext cx="9144000" cy="67701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B5284-F353-B241-89CF-1608BFA2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25</a:t>
            </a:fld>
            <a:endParaRPr lang="es-E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0BB33B8-F6B4-3C4D-A7D7-BC795E34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442737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3A814B-496F-6E48-84E4-15DFBD8E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9" y="0"/>
            <a:ext cx="8940922" cy="6858000"/>
          </a:xfrm>
          <a:prstGeom prst="rect">
            <a:avLst/>
          </a:prstGeom>
        </p:spPr>
      </p:pic>
      <p:sp>
        <p:nvSpPr>
          <p:cNvPr id="3" name="5-point Star 2">
            <a:extLst>
              <a:ext uri="{FF2B5EF4-FFF2-40B4-BE49-F238E27FC236}">
                <a16:creationId xmlns:a16="http://schemas.microsoft.com/office/drawing/2014/main" id="{F959FE1D-1CBD-CE47-A069-B541BD9D087C}"/>
              </a:ext>
            </a:extLst>
          </p:cNvPr>
          <p:cNvSpPr/>
          <p:nvPr/>
        </p:nvSpPr>
        <p:spPr>
          <a:xfrm>
            <a:off x="4290158" y="3086973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7D30C4-1819-4541-BF7E-0BBAC639CFC1}"/>
              </a:ext>
            </a:extLst>
          </p:cNvPr>
          <p:cNvGrpSpPr/>
          <p:nvPr/>
        </p:nvGrpSpPr>
        <p:grpSpPr>
          <a:xfrm>
            <a:off x="4572000" y="561701"/>
            <a:ext cx="4464654" cy="2638699"/>
            <a:chOff x="4572000" y="561701"/>
            <a:chExt cx="4464654" cy="26386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2C38E4-53D2-F941-9835-D861CD1839A2}"/>
                </a:ext>
              </a:extLst>
            </p:cNvPr>
            <p:cNvSpPr/>
            <p:nvPr/>
          </p:nvSpPr>
          <p:spPr>
            <a:xfrm>
              <a:off x="6624654" y="561701"/>
              <a:ext cx="2412000" cy="241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DC8F5D-1604-764E-B204-287C8B81B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3373" y="1581218"/>
              <a:ext cx="1663700" cy="317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F179A1-8F1F-B34A-A4B9-C33A78967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7346" y="1010749"/>
              <a:ext cx="571500" cy="3175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7FC7C4-9A17-8E4A-A747-7CF01F370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7E29F68-606C-CA48-8D13-341F69CCF8FF}"/>
                </a:ext>
              </a:extLst>
            </p:cNvPr>
            <p:cNvCxnSpPr/>
            <p:nvPr/>
          </p:nvCxnSpPr>
          <p:spPr>
            <a:xfrm flipV="1">
              <a:off x="4572000" y="2324100"/>
              <a:ext cx="2052654" cy="876300"/>
            </a:xfrm>
            <a:prstGeom prst="straightConnector1">
              <a:avLst/>
            </a:prstGeom>
            <a:ln w="38100">
              <a:solidFill>
                <a:srgbClr val="FF93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5-point Star 10">
              <a:extLst>
                <a:ext uri="{FF2B5EF4-FFF2-40B4-BE49-F238E27FC236}">
                  <a16:creationId xmlns:a16="http://schemas.microsoft.com/office/drawing/2014/main" id="{E0FFF906-19B0-814A-AAB8-4308C25FBDDF}"/>
                </a:ext>
              </a:extLst>
            </p:cNvPr>
            <p:cNvSpPr/>
            <p:nvPr/>
          </p:nvSpPr>
          <p:spPr>
            <a:xfrm>
              <a:off x="6722387" y="580751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4CA7AD-9E94-324D-8824-96644F1F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5C23913-C7FE-3C44-850F-BBFE8286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5355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1E96255-B616-5942-BAE5-2112637F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299" y="185528"/>
            <a:ext cx="5534881" cy="68580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4595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B06D0A-38A1-B941-AE58-69A5FED0A667}"/>
              </a:ext>
            </a:extLst>
          </p:cNvPr>
          <p:cNvGrpSpPr/>
          <p:nvPr/>
        </p:nvGrpSpPr>
        <p:grpSpPr>
          <a:xfrm>
            <a:off x="4486031" y="218912"/>
            <a:ext cx="4550623" cy="2851849"/>
            <a:chOff x="4486031" y="218912"/>
            <a:chExt cx="4550623" cy="285184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4C435D9-4C37-4842-AE48-76DA01F62814}"/>
                </a:ext>
              </a:extLst>
            </p:cNvPr>
            <p:cNvSpPr/>
            <p:nvPr/>
          </p:nvSpPr>
          <p:spPr>
            <a:xfrm>
              <a:off x="6624654" y="561701"/>
              <a:ext cx="2412000" cy="241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0051AD8-F224-2C4E-8507-75E6896DE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6031" y="2804061"/>
              <a:ext cx="469900" cy="266700"/>
            </a:xfrm>
            <a:prstGeom prst="rect">
              <a:avLst/>
            </a:prstGeom>
          </p:spPr>
        </p:pic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D39086E6-ED34-DB4E-B085-84D43B8F1AF5}"/>
                </a:ext>
              </a:extLst>
            </p:cNvPr>
            <p:cNvCxnSpPr>
              <a:cxnSpLocks/>
              <a:stCxn id="14" idx="0"/>
              <a:endCxn id="8" idx="0"/>
            </p:cNvCxnSpPr>
            <p:nvPr/>
          </p:nvCxnSpPr>
          <p:spPr>
            <a:xfrm rot="5400000" flipH="1" flipV="1">
              <a:off x="5154637" y="128045"/>
              <a:ext cx="2242360" cy="3109673"/>
            </a:xfrm>
            <a:prstGeom prst="bentConnector3">
              <a:avLst>
                <a:gd name="adj1" fmla="val 110195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08F2EC-391D-C546-A058-6DA6A2EA8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3373" y="1581218"/>
              <a:ext cx="1663700" cy="3175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BA686EF-93BD-FA48-B865-705690536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9637" y="2151687"/>
              <a:ext cx="1117600" cy="3175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85208C-6B96-F649-BA08-248E577CD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7346" y="1010749"/>
              <a:ext cx="571500" cy="317500"/>
            </a:xfrm>
            <a:prstGeom prst="rect">
              <a:avLst/>
            </a:prstGeom>
          </p:spPr>
        </p:pic>
        <p:sp>
          <p:nvSpPr>
            <p:cNvPr id="22" name="5-point Star 21">
              <a:extLst>
                <a:ext uri="{FF2B5EF4-FFF2-40B4-BE49-F238E27FC236}">
                  <a16:creationId xmlns:a16="http://schemas.microsoft.com/office/drawing/2014/main" id="{B94A1E8A-8341-694B-A448-EDD1A1DD464B}"/>
                </a:ext>
              </a:extLst>
            </p:cNvPr>
            <p:cNvSpPr/>
            <p:nvPr/>
          </p:nvSpPr>
          <p:spPr>
            <a:xfrm>
              <a:off x="7904557" y="218912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DE0D96D-228F-214A-9692-6F1ABEE3C0BE}"/>
              </a:ext>
            </a:extLst>
          </p:cNvPr>
          <p:cNvGrpSpPr/>
          <p:nvPr/>
        </p:nvGrpSpPr>
        <p:grpSpPr>
          <a:xfrm>
            <a:off x="4847928" y="2582672"/>
            <a:ext cx="1130255" cy="1781419"/>
            <a:chOff x="4847928" y="2582672"/>
            <a:chExt cx="1130255" cy="178141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6136562-288B-2E46-8C60-1CD357682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928" y="2695138"/>
              <a:ext cx="949295" cy="683516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BCC9FAE-9D04-9B44-A66F-3E7A957103AB}"/>
                </a:ext>
              </a:extLst>
            </p:cNvPr>
            <p:cNvCxnSpPr>
              <a:cxnSpLocks/>
            </p:cNvCxnSpPr>
            <p:nvPr/>
          </p:nvCxnSpPr>
          <p:spPr>
            <a:xfrm>
              <a:off x="4886325" y="3622675"/>
              <a:ext cx="949295" cy="683516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48892E-411B-5C40-8965-3E998FAE0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2611" y="2582672"/>
              <a:ext cx="115801" cy="115801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99B3642-1382-B24D-8D4A-D88890113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62382" y="4248290"/>
              <a:ext cx="115801" cy="11580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09219C-94A5-1E4E-BAE6-D92AEE51583B}"/>
              </a:ext>
            </a:extLst>
          </p:cNvPr>
          <p:cNvGrpSpPr/>
          <p:nvPr/>
        </p:nvGrpSpPr>
        <p:grpSpPr>
          <a:xfrm>
            <a:off x="3336956" y="664715"/>
            <a:ext cx="752647" cy="1314196"/>
            <a:chOff x="2895617" y="2418471"/>
            <a:chExt cx="752647" cy="131419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419AC41-0938-104F-AD76-C65609FC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E5BBCC4-1E0C-D947-BF26-CE42D614A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42188" y="3580267"/>
              <a:ext cx="241300" cy="152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064FAE-F5BF-DB4C-9E61-953E97BBF606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5F14B4-72C5-BA4D-9D85-D0239E98A87D}"/>
              </a:ext>
            </a:extLst>
          </p:cNvPr>
          <p:cNvGrpSpPr/>
          <p:nvPr/>
        </p:nvGrpSpPr>
        <p:grpSpPr>
          <a:xfrm>
            <a:off x="4701813" y="3656631"/>
            <a:ext cx="854247" cy="625164"/>
            <a:chOff x="4677183" y="3775083"/>
            <a:chExt cx="854247" cy="625164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27FAE0-232D-DC4D-B982-E05236F2BF4B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2D677ED-58F3-EF4E-AB9A-053EF39DC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3CA633A-8495-3542-B543-85629DD0A6F1}"/>
                </a:ext>
              </a:extLst>
            </p:cNvPr>
            <p:cNvSpPr txBox="1"/>
            <p:nvPr/>
          </p:nvSpPr>
          <p:spPr>
            <a:xfrm>
              <a:off x="4778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2E06743-DBEF-CC43-85B0-DE64329BE4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8352" y="5742940"/>
            <a:ext cx="304800" cy="127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0A4F973-4F4E-9C45-BBB2-38927E8CBE5A}"/>
              </a:ext>
            </a:extLst>
          </p:cNvPr>
          <p:cNvGrpSpPr/>
          <p:nvPr/>
        </p:nvGrpSpPr>
        <p:grpSpPr>
          <a:xfrm>
            <a:off x="4893909" y="3047256"/>
            <a:ext cx="1347372" cy="976747"/>
            <a:chOff x="4847928" y="2985008"/>
            <a:chExt cx="1347372" cy="97674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AB4777B-C315-AF4A-B27E-B391534F6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928" y="3053386"/>
              <a:ext cx="1144818" cy="325268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4CDBC83-F61D-E94F-AD32-C95FABED8147}"/>
                </a:ext>
              </a:extLst>
            </p:cNvPr>
            <p:cNvCxnSpPr>
              <a:cxnSpLocks/>
            </p:cNvCxnSpPr>
            <p:nvPr/>
          </p:nvCxnSpPr>
          <p:spPr>
            <a:xfrm>
              <a:off x="4847928" y="3498179"/>
              <a:ext cx="1144818" cy="369099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1CA44A3-D15C-9944-B9E8-305B2808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79499" y="2985008"/>
              <a:ext cx="115801" cy="11580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67E6D54-87F3-CD45-A68A-A42118958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36118" y="3845954"/>
              <a:ext cx="115801" cy="115801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13812-BC0B-7E4E-87CB-41354F77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38" name="Footer Placeholder 2">
            <a:extLst>
              <a:ext uri="{FF2B5EF4-FFF2-40B4-BE49-F238E27FC236}">
                <a16:creationId xmlns:a16="http://schemas.microsoft.com/office/drawing/2014/main" id="{1D71F4BD-B89B-E24A-871C-430286CC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521252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EC7A9-6075-504A-B096-3B91CA6F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11"/>
            <a:ext cx="9144000" cy="556537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0A3795A-213E-734A-9D0B-30A3DC7249ED}"/>
              </a:ext>
            </a:extLst>
          </p:cNvPr>
          <p:cNvGrpSpPr/>
          <p:nvPr/>
        </p:nvGrpSpPr>
        <p:grpSpPr>
          <a:xfrm>
            <a:off x="2313170" y="2595373"/>
            <a:ext cx="625306" cy="2105674"/>
            <a:chOff x="2313170" y="2595373"/>
            <a:chExt cx="625306" cy="210567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B561E3-CF6C-E44A-8ECC-DF810BB96079}"/>
                </a:ext>
              </a:extLst>
            </p:cNvPr>
            <p:cNvSpPr txBox="1"/>
            <p:nvPr/>
          </p:nvSpPr>
          <p:spPr>
            <a:xfrm>
              <a:off x="2329014" y="4177827"/>
              <a:ext cx="6094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/>
                <a:t>Input </a:t>
              </a:r>
            </a:p>
            <a:p>
              <a:pPr algn="ctr"/>
              <a:r>
                <a:rPr lang="en-US" sz="1400" i="1" dirty="0"/>
                <a:t>Layer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EEBEBB4-BAAE-784B-98B3-56DE469048D3}"/>
                </a:ext>
              </a:extLst>
            </p:cNvPr>
            <p:cNvSpPr/>
            <p:nvPr/>
          </p:nvSpPr>
          <p:spPr>
            <a:xfrm>
              <a:off x="2313170" y="2853515"/>
              <a:ext cx="625033" cy="1232706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81EAAD3-B1B5-8C4D-9368-96519C82E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8364" y="2595373"/>
              <a:ext cx="215900" cy="1524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C85ED0-D73C-0C4D-B872-65192A510EC0}"/>
              </a:ext>
            </a:extLst>
          </p:cNvPr>
          <p:cNvGrpSpPr/>
          <p:nvPr/>
        </p:nvGrpSpPr>
        <p:grpSpPr>
          <a:xfrm>
            <a:off x="3831377" y="406595"/>
            <a:ext cx="2125752" cy="6350079"/>
            <a:chOff x="3831377" y="406595"/>
            <a:chExt cx="2125752" cy="63500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FCCAAF-D556-9240-94F3-647917C4B29D}"/>
                </a:ext>
              </a:extLst>
            </p:cNvPr>
            <p:cNvSpPr txBox="1"/>
            <p:nvPr/>
          </p:nvSpPr>
          <p:spPr>
            <a:xfrm>
              <a:off x="3862454" y="6233454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/>
                <a:t>Layer</a:t>
              </a:r>
            </a:p>
            <a:p>
              <a:pPr algn="ctr"/>
              <a:r>
                <a:rPr lang="en-US" sz="1400" i="1" dirty="0"/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BDC017-615D-2B41-8592-053BB6CC0C87}"/>
                </a:ext>
              </a:extLst>
            </p:cNvPr>
            <p:cNvSpPr txBox="1"/>
            <p:nvPr/>
          </p:nvSpPr>
          <p:spPr>
            <a:xfrm>
              <a:off x="5360377" y="4701047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/>
                <a:t>Layer</a:t>
              </a:r>
            </a:p>
            <a:p>
              <a:pPr algn="ctr"/>
              <a:r>
                <a:rPr lang="en-US" sz="1400" i="1" dirty="0"/>
                <a:t>2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757422F-B269-F248-8325-1319B20C89AD}"/>
                </a:ext>
              </a:extLst>
            </p:cNvPr>
            <p:cNvSpPr/>
            <p:nvPr/>
          </p:nvSpPr>
          <p:spPr>
            <a:xfrm>
              <a:off x="3831377" y="670873"/>
              <a:ext cx="625033" cy="5442388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91888FF-93F2-9F48-8E0E-C68DEBC35929}"/>
                </a:ext>
              </a:extLst>
            </p:cNvPr>
            <p:cNvSpPr/>
            <p:nvPr/>
          </p:nvSpPr>
          <p:spPr>
            <a:xfrm>
              <a:off x="5332096" y="2300297"/>
              <a:ext cx="625033" cy="2281130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BBAA461-6D26-E445-8278-491D6E33E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8361" y="406595"/>
              <a:ext cx="203200" cy="1524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B1944E2-89ED-D748-89D0-563A94029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1952" y="2066254"/>
              <a:ext cx="215900" cy="152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4AB0E2-AAFC-F045-BDAA-0AB0B9254691}"/>
              </a:ext>
            </a:extLst>
          </p:cNvPr>
          <p:cNvGrpSpPr/>
          <p:nvPr/>
        </p:nvGrpSpPr>
        <p:grpSpPr>
          <a:xfrm>
            <a:off x="6851984" y="2253162"/>
            <a:ext cx="702435" cy="2567373"/>
            <a:chOff x="6851984" y="2253162"/>
            <a:chExt cx="702435" cy="256737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DDEF1A-895E-DF46-9FF8-6EF1D0723DD6}"/>
                </a:ext>
              </a:extLst>
            </p:cNvPr>
            <p:cNvSpPr txBox="1"/>
            <p:nvPr/>
          </p:nvSpPr>
          <p:spPr>
            <a:xfrm>
              <a:off x="6851984" y="4297315"/>
              <a:ext cx="7024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/>
                <a:t>Output</a:t>
              </a:r>
            </a:p>
            <a:p>
              <a:pPr algn="ctr"/>
              <a:r>
                <a:rPr lang="en-US" sz="1400" i="1" dirty="0"/>
                <a:t>Layer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17747D7-BBA4-D849-902B-7B69FA55FFA2}"/>
                </a:ext>
              </a:extLst>
            </p:cNvPr>
            <p:cNvSpPr/>
            <p:nvPr/>
          </p:nvSpPr>
          <p:spPr>
            <a:xfrm>
              <a:off x="6884896" y="2510429"/>
              <a:ext cx="625033" cy="1841613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E43608A-C58A-744E-87F6-1B8882573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97108" y="2253162"/>
              <a:ext cx="215900" cy="15240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2449025-A5D8-084A-BACC-1E2CBFDA9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60" y="350319"/>
            <a:ext cx="2749550" cy="2101850"/>
          </a:xfrm>
          <a:prstGeom prst="rect">
            <a:avLst/>
          </a:prstGeom>
          <a:ln w="25400">
            <a:solidFill>
              <a:srgbClr val="FF9300"/>
            </a:solidFill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1FDEDD5-8281-AE45-B068-BDDEF2F16544}"/>
              </a:ext>
            </a:extLst>
          </p:cNvPr>
          <p:cNvGrpSpPr/>
          <p:nvPr/>
        </p:nvGrpSpPr>
        <p:grpSpPr>
          <a:xfrm>
            <a:off x="6454441" y="272960"/>
            <a:ext cx="2536106" cy="2132602"/>
            <a:chOff x="6454441" y="272960"/>
            <a:chExt cx="2536106" cy="213260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3725507-729A-F34D-B0F5-84396D591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4441" y="272960"/>
              <a:ext cx="2535499" cy="1875335"/>
            </a:xfrm>
            <a:prstGeom prst="rect">
              <a:avLst/>
            </a:prstGeom>
            <a:ln w="25400">
              <a:solidFill>
                <a:srgbClr val="FF9300"/>
              </a:solidFill>
            </a:ln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3639D2F-5C93-C94E-BF30-620835FAB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93647" y="2215062"/>
              <a:ext cx="596900" cy="1905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722C43-3B69-FD42-AE97-A522C982942A}"/>
              </a:ext>
            </a:extLst>
          </p:cNvPr>
          <p:cNvGrpSpPr/>
          <p:nvPr/>
        </p:nvGrpSpPr>
        <p:grpSpPr>
          <a:xfrm>
            <a:off x="356824" y="4177827"/>
            <a:ext cx="2812609" cy="2435416"/>
            <a:chOff x="356824" y="4177827"/>
            <a:chExt cx="2812609" cy="243541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8E1B865-FF4F-3546-BBC7-99E23A7A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6824" y="4177827"/>
              <a:ext cx="1704013" cy="2435416"/>
            </a:xfrm>
            <a:prstGeom prst="rect">
              <a:avLst/>
            </a:prstGeom>
            <a:ln w="25400">
              <a:solidFill>
                <a:srgbClr val="FF9300"/>
              </a:solidFill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2AFBC65-9E8D-6240-B925-235001903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66133" y="6438444"/>
              <a:ext cx="1003300" cy="16510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038D6BE-5D1B-F643-AC96-82392AE725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9228" y="2579133"/>
            <a:ext cx="481423" cy="17181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D062A-B76C-D149-BDAB-0E58E8CA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379FCFD5-535C-954A-89C1-AB8454C6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50213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F7BB7C9-A84F-324A-BDE2-E27E55F7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974" y="290055"/>
            <a:ext cx="8998916" cy="433111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EDEF4C2-0542-5347-B209-76CA657F36E7}"/>
              </a:ext>
            </a:extLst>
          </p:cNvPr>
          <p:cNvGrpSpPr/>
          <p:nvPr/>
        </p:nvGrpSpPr>
        <p:grpSpPr>
          <a:xfrm>
            <a:off x="2771129" y="4754522"/>
            <a:ext cx="1392401" cy="241300"/>
            <a:chOff x="2694929" y="2808696"/>
            <a:chExt cx="1392401" cy="2413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4E3B00C-F7E6-154C-B2D9-7638BBD27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929" y="2916109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165B9D5-88E6-B14A-B000-5B343235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4430" y="2808696"/>
              <a:ext cx="342900" cy="24130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969AE237-8A16-8648-8ECF-C2BBD62C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353" y="4754522"/>
            <a:ext cx="1092200" cy="2413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6DC969E-2655-304A-BE4B-986779E653D6}"/>
              </a:ext>
            </a:extLst>
          </p:cNvPr>
          <p:cNvGrpSpPr/>
          <p:nvPr/>
        </p:nvGrpSpPr>
        <p:grpSpPr>
          <a:xfrm>
            <a:off x="4218929" y="4754521"/>
            <a:ext cx="1458626" cy="241300"/>
            <a:chOff x="4218929" y="2808695"/>
            <a:chExt cx="1458626" cy="24130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8EFB0A0-4D3C-304F-8021-A454BA8E10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929" y="2905220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C79AAC2-32EE-F849-A8C9-CBB0B3EB7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1955" y="2808695"/>
              <a:ext cx="355600" cy="2413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73CDCB-D69C-324A-9B8F-3814CD525ECF}"/>
              </a:ext>
            </a:extLst>
          </p:cNvPr>
          <p:cNvGrpSpPr/>
          <p:nvPr/>
        </p:nvGrpSpPr>
        <p:grpSpPr>
          <a:xfrm>
            <a:off x="5830020" y="4684135"/>
            <a:ext cx="2293817" cy="355600"/>
            <a:chOff x="5868120" y="2738309"/>
            <a:chExt cx="2293817" cy="3556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40BA57F-BCDA-674A-BAF5-FF10580A4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120" y="2905223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FFB6AA3-9194-F642-B733-981CBAD6A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69737" y="2738309"/>
              <a:ext cx="1092200" cy="3556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8D676A4-630F-084B-8441-1D17C7E6B47C}"/>
              </a:ext>
            </a:extLst>
          </p:cNvPr>
          <p:cNvGrpSpPr/>
          <p:nvPr/>
        </p:nvGrpSpPr>
        <p:grpSpPr>
          <a:xfrm>
            <a:off x="2271230" y="5407480"/>
            <a:ext cx="1816100" cy="773608"/>
            <a:chOff x="2271230" y="5407480"/>
            <a:chExt cx="1816100" cy="77360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BE28151-1D8B-5D4B-B212-C7E0751DC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1230" y="5407480"/>
              <a:ext cx="1816100" cy="2286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4631B4E-AECD-A042-B00C-21C94E354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1230" y="5914388"/>
              <a:ext cx="1155700" cy="2667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5CB8C9-52F6-3F4D-810A-AC0DCBFD1478}"/>
              </a:ext>
            </a:extLst>
          </p:cNvPr>
          <p:cNvGrpSpPr/>
          <p:nvPr/>
        </p:nvGrpSpPr>
        <p:grpSpPr>
          <a:xfrm>
            <a:off x="4681577" y="5374823"/>
            <a:ext cx="1816100" cy="806265"/>
            <a:chOff x="4529177" y="5374823"/>
            <a:chExt cx="1816100" cy="80626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431F3B8-2D88-B64F-9C11-96D97CE7B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29177" y="5374823"/>
              <a:ext cx="1816100" cy="2286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A814F4C-DE32-7D46-8535-CF03C96E9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30953" y="5914388"/>
              <a:ext cx="1155700" cy="2667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E99D42E-AA71-9941-96CA-A57D0FAC0B3F}"/>
              </a:ext>
            </a:extLst>
          </p:cNvPr>
          <p:cNvGrpSpPr/>
          <p:nvPr/>
        </p:nvGrpSpPr>
        <p:grpSpPr>
          <a:xfrm>
            <a:off x="7104464" y="5407480"/>
            <a:ext cx="1816100" cy="863045"/>
            <a:chOff x="6952064" y="5407480"/>
            <a:chExt cx="1816100" cy="86304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4EFE7EE-5EF1-1D47-A876-F25E8CC3A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2064" y="5407480"/>
              <a:ext cx="1816100" cy="2286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7609B64-739A-9242-9763-1E2F080E6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06237" y="6003825"/>
              <a:ext cx="1155700" cy="266700"/>
            </a:xfrm>
            <a:prstGeom prst="rect">
              <a:avLst/>
            </a:prstGeom>
          </p:spPr>
        </p:pic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6110CCF9-FC0B-FC44-8A63-4F98421EAC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3264" y="1592073"/>
            <a:ext cx="215900" cy="152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A339BFA-F090-2540-85B8-7B99F40661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0561" y="241495"/>
            <a:ext cx="203200" cy="152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ABB3976-7008-4F4B-9C21-5CEDDD1809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58752" y="1291554"/>
            <a:ext cx="215900" cy="152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078C103-905C-B04D-ABFA-1701C1B444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43108" y="1580062"/>
            <a:ext cx="215900" cy="152400"/>
          </a:xfrm>
          <a:prstGeom prst="rect">
            <a:avLst/>
          </a:prstGeom>
        </p:spPr>
      </p:pic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4451946-4BD7-2740-BEA3-600DC0587A91}"/>
              </a:ext>
            </a:extLst>
          </p:cNvPr>
          <p:cNvSpPr/>
          <p:nvPr/>
        </p:nvSpPr>
        <p:spPr>
          <a:xfrm>
            <a:off x="2208874" y="1936052"/>
            <a:ext cx="486056" cy="95803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E849C15-3D3A-2441-998D-45C31AAC63A1}"/>
              </a:ext>
            </a:extLst>
          </p:cNvPr>
          <p:cNvSpPr/>
          <p:nvPr/>
        </p:nvSpPr>
        <p:spPr>
          <a:xfrm>
            <a:off x="3744430" y="455886"/>
            <a:ext cx="486056" cy="409489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2B24C9A-063C-8346-8C5A-35407A03B764}"/>
              </a:ext>
            </a:extLst>
          </p:cNvPr>
          <p:cNvSpPr/>
          <p:nvPr/>
        </p:nvSpPr>
        <p:spPr>
          <a:xfrm>
            <a:off x="5218193" y="1527771"/>
            <a:ext cx="486056" cy="190122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0878CD3-1723-3D41-AD36-B1CC2125BA4A}"/>
              </a:ext>
            </a:extLst>
          </p:cNvPr>
          <p:cNvSpPr/>
          <p:nvPr/>
        </p:nvSpPr>
        <p:spPr>
          <a:xfrm>
            <a:off x="6746130" y="1828990"/>
            <a:ext cx="486056" cy="134180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C1D23-5BDD-1349-BA47-AEC2D921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29</a:t>
            </a:fld>
            <a:endParaRPr lang="es-ES"/>
          </a:p>
        </p:txBody>
      </p:sp>
      <p:sp>
        <p:nvSpPr>
          <p:cNvPr id="44" name="Footer Placeholder 2">
            <a:extLst>
              <a:ext uri="{FF2B5EF4-FFF2-40B4-BE49-F238E27FC236}">
                <a16:creationId xmlns:a16="http://schemas.microsoft.com/office/drawing/2014/main" id="{D0C04F4D-FF53-D942-AAEE-1397BA95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96295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F7BB7C9-A84F-324A-BDE2-E27E55F7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974" y="290055"/>
            <a:ext cx="8998916" cy="43311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2328-0A2A-B143-AAF0-96DE5DA0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906" y="5079451"/>
            <a:ext cx="3632200" cy="800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F1FC3A-4329-404D-B61E-DBF66FC9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220" y="5843018"/>
            <a:ext cx="2120900" cy="723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F93BB40-F71A-044A-984C-3AC35EBB9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832" y="6156033"/>
            <a:ext cx="1996679" cy="3555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8BE673-C05B-E14F-A279-14C6B6FAC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264" y="1592073"/>
            <a:ext cx="215900" cy="152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953E37-B503-2244-958B-11CFC30689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0561" y="241495"/>
            <a:ext cx="203200" cy="15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43C527-1D25-2B44-9CC3-F86579C87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752" y="1291554"/>
            <a:ext cx="215900" cy="152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02F965-4619-E24B-A727-657288AF9E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3108" y="1580062"/>
            <a:ext cx="215900" cy="1524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8CF084-A749-A24A-9534-DD9A3C28E33C}"/>
              </a:ext>
            </a:extLst>
          </p:cNvPr>
          <p:cNvSpPr/>
          <p:nvPr/>
        </p:nvSpPr>
        <p:spPr>
          <a:xfrm>
            <a:off x="2208874" y="1936052"/>
            <a:ext cx="486056" cy="95803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DDE6A9E-F9F4-D64C-9488-CAB4874D01AC}"/>
              </a:ext>
            </a:extLst>
          </p:cNvPr>
          <p:cNvSpPr/>
          <p:nvPr/>
        </p:nvSpPr>
        <p:spPr>
          <a:xfrm>
            <a:off x="3744430" y="455886"/>
            <a:ext cx="486056" cy="409489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E2C5A33-1517-BF41-B5AA-6F7431BE78F0}"/>
              </a:ext>
            </a:extLst>
          </p:cNvPr>
          <p:cNvSpPr/>
          <p:nvPr/>
        </p:nvSpPr>
        <p:spPr>
          <a:xfrm>
            <a:off x="5218193" y="1527771"/>
            <a:ext cx="486056" cy="190122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927FEFC-420A-374C-8791-01333EF974BE}"/>
              </a:ext>
            </a:extLst>
          </p:cNvPr>
          <p:cNvSpPr/>
          <p:nvPr/>
        </p:nvSpPr>
        <p:spPr>
          <a:xfrm>
            <a:off x="6746130" y="1828990"/>
            <a:ext cx="486056" cy="134180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1BF2E0-B627-8649-AFAD-F8DF04EAB2E0}"/>
              </a:ext>
            </a:extLst>
          </p:cNvPr>
          <p:cNvGrpSpPr/>
          <p:nvPr/>
        </p:nvGrpSpPr>
        <p:grpSpPr>
          <a:xfrm>
            <a:off x="1497353" y="4684135"/>
            <a:ext cx="6626484" cy="355600"/>
            <a:chOff x="1497353" y="4684135"/>
            <a:chExt cx="6626484" cy="355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86E0EEB-5202-7D44-9D81-E55C4694248B}"/>
                </a:ext>
              </a:extLst>
            </p:cNvPr>
            <p:cNvGrpSpPr/>
            <p:nvPr/>
          </p:nvGrpSpPr>
          <p:grpSpPr>
            <a:xfrm>
              <a:off x="2771129" y="4754522"/>
              <a:ext cx="1392401" cy="241300"/>
              <a:chOff x="2694929" y="2808696"/>
              <a:chExt cx="1392401" cy="241300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C21BDE1-9FE0-B245-B192-2F287C90E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4929" y="2916109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B81734A9-B948-3544-B4EA-64F27F498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4430" y="2808696"/>
                <a:ext cx="342900" cy="241300"/>
              </a:xfrm>
              <a:prstGeom prst="rect">
                <a:avLst/>
              </a:prstGeom>
            </p:spPr>
          </p:pic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0B97481-7C4D-F249-97B0-857F53303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97353" y="4754522"/>
              <a:ext cx="1092200" cy="241300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CC8F67B-0224-BE4D-96D2-D34ADA47340B}"/>
                </a:ext>
              </a:extLst>
            </p:cNvPr>
            <p:cNvGrpSpPr/>
            <p:nvPr/>
          </p:nvGrpSpPr>
          <p:grpSpPr>
            <a:xfrm>
              <a:off x="4218929" y="4754521"/>
              <a:ext cx="1458626" cy="241300"/>
              <a:chOff x="4218929" y="2808695"/>
              <a:chExt cx="1458626" cy="241300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DD655C9-CA51-F349-A6C0-873E59CDD5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8929" y="2905220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FB22FBB7-BFEF-B64D-A04A-14191C124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1955" y="2808695"/>
                <a:ext cx="355600" cy="241300"/>
              </a:xfrm>
              <a:prstGeom prst="rect">
                <a:avLst/>
              </a:prstGeom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1966F25-DCCE-E843-A511-EA580C3B4FF0}"/>
                </a:ext>
              </a:extLst>
            </p:cNvPr>
            <p:cNvGrpSpPr/>
            <p:nvPr/>
          </p:nvGrpSpPr>
          <p:grpSpPr>
            <a:xfrm>
              <a:off x="5830020" y="4684135"/>
              <a:ext cx="2293817" cy="355600"/>
              <a:chOff x="5868120" y="2738309"/>
              <a:chExt cx="2293817" cy="355600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BE09815-0CDB-1245-B3D2-31A4D8BB0D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68120" y="2905223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8F2F0C7-D390-AD48-9EC3-9AC365208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69737" y="2738309"/>
                <a:ext cx="1092200" cy="355600"/>
              </a:xfrm>
              <a:prstGeom prst="rect">
                <a:avLst/>
              </a:prstGeom>
            </p:spPr>
          </p:pic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D71CE-4D03-9143-BF97-2DF0537F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30</a:t>
            </a:fld>
            <a:endParaRPr lang="es-ES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E59DA7F-42C4-EC47-A41E-36F6D7F8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9545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088821-2A65-3D40-8B42-9E0551C0EE6F}"/>
              </a:ext>
            </a:extLst>
          </p:cNvPr>
          <p:cNvSpPr/>
          <p:nvPr/>
        </p:nvSpPr>
        <p:spPr>
          <a:xfrm>
            <a:off x="3824771" y="1737000"/>
            <a:ext cx="1692000" cy="1692000"/>
          </a:xfrm>
          <a:prstGeom prst="ellipse">
            <a:avLst/>
          </a:prstGeom>
          <a:solidFill>
            <a:schemeClr val="bg1"/>
          </a:solidFill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E3B00C-F7E6-154C-B2D9-7638BBD27C9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926505" y="2583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AB36C1-3C36-EF41-A979-21374FB54B67}"/>
              </a:ext>
            </a:extLst>
          </p:cNvPr>
          <p:cNvCxnSpPr>
            <a:cxnSpLocks/>
          </p:cNvCxnSpPr>
          <p:nvPr/>
        </p:nvCxnSpPr>
        <p:spPr>
          <a:xfrm flipV="1">
            <a:off x="5521168" y="2584927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82F5889-FB61-C44F-966B-F759FAA6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00" y="2516711"/>
            <a:ext cx="215900" cy="15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6E04D-4169-8747-808C-81DD18D61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406" y="2505136"/>
            <a:ext cx="444500" cy="15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45808F-2A30-E841-9214-EB980326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164" y="2501993"/>
            <a:ext cx="368300" cy="20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50AD51-C5B6-3543-93A9-5C6C77694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155" y="2501993"/>
            <a:ext cx="241300" cy="2032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D6F585-BF49-394E-A51D-C36F5A4215DC}"/>
              </a:ext>
            </a:extLst>
          </p:cNvPr>
          <p:cNvCxnSpPr>
            <a:cxnSpLocks/>
          </p:cNvCxnSpPr>
          <p:nvPr/>
        </p:nvCxnSpPr>
        <p:spPr>
          <a:xfrm flipV="1">
            <a:off x="7050952" y="2586852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A0C1C2-BDF1-E946-83D2-5C5885801DCF}"/>
              </a:ext>
            </a:extLst>
          </p:cNvPr>
          <p:cNvCxnSpPr>
            <a:cxnSpLocks/>
          </p:cNvCxnSpPr>
          <p:nvPr/>
        </p:nvCxnSpPr>
        <p:spPr>
          <a:xfrm flipV="1">
            <a:off x="1315304" y="2582997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D3414-75E4-7A4C-BB04-7C8AFAB02CBF}"/>
              </a:ext>
            </a:extLst>
          </p:cNvPr>
          <p:cNvSpPr txBox="1"/>
          <p:nvPr/>
        </p:nvSpPr>
        <p:spPr>
          <a:xfrm>
            <a:off x="4103104" y="12274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Layer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B800DF-AC23-5249-9535-FC7E01117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696" y="1309398"/>
            <a:ext cx="1524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2328-0A2A-B143-AAF0-96DE5DA0A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906" y="3952777"/>
            <a:ext cx="3632200" cy="800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F1FC3A-4329-404D-B61E-DBF66FC9F6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7220" y="4879633"/>
            <a:ext cx="2120900" cy="723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2E9F5A-2FF0-B342-84F3-EF2660A762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04" y="2279743"/>
            <a:ext cx="1191950" cy="533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D99FA4-58C4-5C4D-9C90-556A2AB9DD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9688" y="2307005"/>
            <a:ext cx="1031086" cy="6030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302984-E99C-EF4D-AE9A-3CA9AABDEB74}"/>
              </a:ext>
            </a:extLst>
          </p:cNvPr>
          <p:cNvSpPr txBox="1"/>
          <p:nvPr/>
        </p:nvSpPr>
        <p:spPr>
          <a:xfrm>
            <a:off x="303885" y="408998"/>
            <a:ext cx="3062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</a:rPr>
              <a:t>Forward Propagation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9F6524-0BD7-B24D-8052-E1E1B76598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4150" y="5772150"/>
            <a:ext cx="1692000" cy="27843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5B8BC63-FD55-3541-A9CE-87FE4F06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31</a:t>
            </a:fld>
            <a:endParaRPr lang="es-E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C34136E5-3174-9F4C-AFE5-D71F4E25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559203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12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</a:rPr>
              <a:t>Training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9BC91D-FF4F-044F-8635-B087828F91A7}"/>
              </a:ext>
            </a:extLst>
          </p:cNvPr>
          <p:cNvGrpSpPr/>
          <p:nvPr/>
        </p:nvGrpSpPr>
        <p:grpSpPr>
          <a:xfrm>
            <a:off x="1054100" y="1655642"/>
            <a:ext cx="5334000" cy="1262114"/>
            <a:chOff x="1054100" y="1655642"/>
            <a:chExt cx="5334000" cy="12621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826F276-A738-1745-9F55-BDF141128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2100" y="1655642"/>
              <a:ext cx="2286000" cy="57814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67D0C4-12D8-E54C-8C11-ABA987F2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6400" y="2333068"/>
              <a:ext cx="2171700" cy="5846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6B0599-C469-2B49-9EE2-394D17E8F714}"/>
                </a:ext>
              </a:extLst>
            </p:cNvPr>
            <p:cNvSpPr txBox="1"/>
            <p:nvPr/>
          </p:nvSpPr>
          <p:spPr>
            <a:xfrm>
              <a:off x="1054100" y="1666944"/>
              <a:ext cx="3048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Es necesario estimar:</a:t>
              </a:r>
            </a:p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(los pesos y ‘</a:t>
              </a:r>
              <a:r>
                <a:rPr lang="es-ES_tradnl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bias</a:t>
              </a:r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’ de todas las capas)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A0DFC5-5DE8-E94F-B849-460A5106A687}"/>
              </a:ext>
            </a:extLst>
          </p:cNvPr>
          <p:cNvGrpSpPr/>
          <p:nvPr/>
        </p:nvGrpSpPr>
        <p:grpSpPr>
          <a:xfrm>
            <a:off x="1054100" y="3879556"/>
            <a:ext cx="7493000" cy="1911644"/>
            <a:chOff x="1054100" y="3879556"/>
            <a:chExt cx="7493000" cy="19116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04C11D-5E1C-CD46-87C7-97C49D11B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100" y="4165600"/>
              <a:ext cx="6121400" cy="16256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259EF7A-D71C-9643-8912-6E61F07F9623}"/>
                </a:ext>
              </a:extLst>
            </p:cNvPr>
            <p:cNvSpPr txBox="1"/>
            <p:nvPr/>
          </p:nvSpPr>
          <p:spPr>
            <a:xfrm>
              <a:off x="1168400" y="3879556"/>
              <a:ext cx="7378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 minimiza entonces la Función Objetivo: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4A774E-518C-1640-B2AE-6532A6449D74}"/>
              </a:ext>
            </a:extLst>
          </p:cNvPr>
          <p:cNvGrpSpPr/>
          <p:nvPr/>
        </p:nvGrpSpPr>
        <p:grpSpPr>
          <a:xfrm>
            <a:off x="5257800" y="5315721"/>
            <a:ext cx="3551903" cy="1348795"/>
            <a:chOff x="5257800" y="5315721"/>
            <a:chExt cx="3551903" cy="13487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2D65CB6-1383-F84A-84BD-C7B6F557F94E}"/>
                </a:ext>
              </a:extLst>
            </p:cNvPr>
            <p:cNvGrpSpPr/>
            <p:nvPr/>
          </p:nvGrpSpPr>
          <p:grpSpPr>
            <a:xfrm>
              <a:off x="5257800" y="5315721"/>
              <a:ext cx="2216150" cy="1202115"/>
              <a:chOff x="5257800" y="5315721"/>
              <a:chExt cx="2216150" cy="120211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BC3B630-0F52-7C4F-93A9-44E2DCD2F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0600" y="5791200"/>
                <a:ext cx="1403350" cy="726636"/>
              </a:xfrm>
              <a:prstGeom prst="rect">
                <a:avLst/>
              </a:prstGeom>
            </p:spPr>
          </p:pic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7CBE9DE-7EA8-0247-BC61-C04D511ED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57800" y="5315721"/>
                <a:ext cx="812800" cy="671269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564F9FC-793E-E34B-B1FD-78338C91F3E9}"/>
                </a:ext>
              </a:extLst>
            </p:cNvPr>
            <p:cNvSpPr/>
            <p:nvPr/>
          </p:nvSpPr>
          <p:spPr>
            <a:xfrm>
              <a:off x="7580355" y="5741186"/>
              <a:ext cx="122934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dirty="0">
                  <a:solidFill>
                    <a:srgbClr val="00B0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Ejemplo de </a:t>
              </a:r>
            </a:p>
            <a:p>
              <a:r>
                <a:rPr lang="es-ES_tradnl" dirty="0">
                  <a:solidFill>
                    <a:srgbClr val="00B0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función de pérdida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1ACAA-D65E-F847-9355-93D45D27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32</a:t>
            </a:fld>
            <a:endParaRPr lang="es-E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091C1E40-1789-E04C-B450-E4E7937B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64522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94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62334" y="271107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</a:rPr>
              <a:t>Minimización</a:t>
            </a:r>
            <a:r>
              <a:rPr lang="en-US" sz="2400" dirty="0">
                <a:solidFill>
                  <a:srgbClr val="FF9300"/>
                </a:solidFill>
              </a:rPr>
              <a:t> </a:t>
            </a:r>
            <a:r>
              <a:rPr lang="en-US" sz="2400" dirty="0" err="1">
                <a:solidFill>
                  <a:srgbClr val="FF9300"/>
                </a:solidFill>
              </a:rPr>
              <a:t>usando</a:t>
            </a:r>
            <a:r>
              <a:rPr lang="en-US" sz="2400" dirty="0">
                <a:solidFill>
                  <a:srgbClr val="FF9300"/>
                </a:solidFill>
              </a:rPr>
              <a:t> </a:t>
            </a:r>
            <a:r>
              <a:rPr lang="en-US" sz="2400" dirty="0" err="1">
                <a:solidFill>
                  <a:srgbClr val="FF9300"/>
                </a:solidFill>
              </a:rPr>
              <a:t>métodos</a:t>
            </a:r>
            <a:r>
              <a:rPr lang="en-US" sz="2400" dirty="0">
                <a:solidFill>
                  <a:srgbClr val="FF9300"/>
                </a:solidFill>
              </a:rPr>
              <a:t> de </a:t>
            </a:r>
            <a:r>
              <a:rPr lang="en-US" sz="2400" dirty="0" err="1">
                <a:solidFill>
                  <a:srgbClr val="FF9300"/>
                </a:solidFill>
              </a:rPr>
              <a:t>Gradiente</a:t>
            </a:r>
            <a:endParaRPr lang="en-US" sz="2400" dirty="0">
              <a:solidFill>
                <a:srgbClr val="FF93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06" y="4009370"/>
            <a:ext cx="2955660" cy="28486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35ECC85-BDA8-4D4C-95A6-904186CF96F8}"/>
              </a:ext>
            </a:extLst>
          </p:cNvPr>
          <p:cNvGrpSpPr/>
          <p:nvPr/>
        </p:nvGrpSpPr>
        <p:grpSpPr>
          <a:xfrm>
            <a:off x="5796234" y="5236983"/>
            <a:ext cx="2463800" cy="1053844"/>
            <a:chOff x="5796234" y="5236983"/>
            <a:chExt cx="2463800" cy="105384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CD43876-A069-4B45-B687-A810F8B47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3992" y="5236983"/>
              <a:ext cx="1803400" cy="3175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F1CF342-0EF2-4043-8ABD-BF62D5EE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96234" y="5643127"/>
              <a:ext cx="2463800" cy="6477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2398894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1718809" y="2556902"/>
            <a:ext cx="5808959" cy="2599548"/>
            <a:chOff x="1718809" y="2556902"/>
            <a:chExt cx="5808959" cy="2599548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9692" y="4158803"/>
              <a:ext cx="868076" cy="8396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718809" y="2556902"/>
              <a:ext cx="5808959" cy="2599548"/>
              <a:chOff x="1718809" y="2556902"/>
              <a:chExt cx="5808959" cy="259954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1584" y="2556902"/>
                <a:ext cx="606184" cy="1139171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3949" y="4616450"/>
                <a:ext cx="540000" cy="54000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8809" y="4556212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3571" y="273782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2157669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0C63F65-DD64-B74F-83A2-875845DD73E7}"/>
              </a:ext>
            </a:extLst>
          </p:cNvPr>
          <p:cNvSpPr txBox="1"/>
          <p:nvPr/>
        </p:nvSpPr>
        <p:spPr>
          <a:xfrm>
            <a:off x="5468951" y="6303554"/>
            <a:ext cx="3249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iterar hasta converger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1BC01C-698E-FA46-9493-3A2865B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33</a:t>
            </a:fld>
            <a:endParaRPr lang="es-ES"/>
          </a:p>
        </p:txBody>
      </p:sp>
      <p:sp>
        <p:nvSpPr>
          <p:cNvPr id="38" name="Footer Placeholder 2">
            <a:extLst>
              <a:ext uri="{FF2B5EF4-FFF2-40B4-BE49-F238E27FC236}">
                <a16:creationId xmlns:a16="http://schemas.microsoft.com/office/drawing/2014/main" id="{23B7BD2F-C21A-0F40-BA53-0C31A6E4A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8362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94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62334" y="271107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</a:rPr>
              <a:t>Minimización</a:t>
            </a:r>
            <a:r>
              <a:rPr lang="en-US" sz="2400" dirty="0">
                <a:solidFill>
                  <a:srgbClr val="FF9300"/>
                </a:solidFill>
              </a:rPr>
              <a:t> </a:t>
            </a:r>
            <a:r>
              <a:rPr lang="en-US" sz="2400" dirty="0" err="1">
                <a:solidFill>
                  <a:srgbClr val="FF9300"/>
                </a:solidFill>
              </a:rPr>
              <a:t>usando</a:t>
            </a:r>
            <a:r>
              <a:rPr lang="en-US" sz="2400" dirty="0">
                <a:solidFill>
                  <a:srgbClr val="FF9300"/>
                </a:solidFill>
              </a:rPr>
              <a:t> </a:t>
            </a:r>
            <a:r>
              <a:rPr lang="en-US" sz="2400" dirty="0" err="1">
                <a:solidFill>
                  <a:srgbClr val="FF9300"/>
                </a:solidFill>
              </a:rPr>
              <a:t>métodos</a:t>
            </a:r>
            <a:r>
              <a:rPr lang="en-US" sz="2400" dirty="0">
                <a:solidFill>
                  <a:srgbClr val="FF9300"/>
                </a:solidFill>
              </a:rPr>
              <a:t> de </a:t>
            </a:r>
            <a:r>
              <a:rPr lang="en-US" sz="2400" dirty="0" err="1">
                <a:solidFill>
                  <a:srgbClr val="FF9300"/>
                </a:solidFill>
              </a:rPr>
              <a:t>Gradiente</a:t>
            </a:r>
            <a:endParaRPr lang="en-US" sz="2400" dirty="0">
              <a:solidFill>
                <a:srgbClr val="FF93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06" y="4009370"/>
            <a:ext cx="2955660" cy="2848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2398894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1718809" y="2556902"/>
            <a:ext cx="5808959" cy="2399186"/>
            <a:chOff x="1718809" y="2556902"/>
            <a:chExt cx="5808959" cy="239918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H="1" flipV="1">
              <a:off x="7313488" y="4221985"/>
              <a:ext cx="214280" cy="2078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718809" y="2556902"/>
              <a:ext cx="5808959" cy="2399186"/>
              <a:chOff x="1718809" y="2556902"/>
              <a:chExt cx="5808959" cy="239918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3208" y="2556902"/>
                <a:ext cx="244560" cy="45493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2219125" y="4616450"/>
                <a:ext cx="224824" cy="22627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8809" y="4556212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3571" y="273782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2157669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1BC01C-698E-FA46-9493-3A2865B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34</a:t>
            </a:fld>
            <a:endParaRPr lang="es-ES"/>
          </a:p>
        </p:txBody>
      </p:sp>
      <p:sp>
        <p:nvSpPr>
          <p:cNvPr id="38" name="Footer Placeholder 2">
            <a:extLst>
              <a:ext uri="{FF2B5EF4-FFF2-40B4-BE49-F238E27FC236}">
                <a16:creationId xmlns:a16="http://schemas.microsoft.com/office/drawing/2014/main" id="{23B7BD2F-C21A-0F40-BA53-0C31A6E4A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6826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94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62334" y="271107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</a:rPr>
              <a:t>Minimización</a:t>
            </a:r>
            <a:r>
              <a:rPr lang="en-US" sz="2400" dirty="0">
                <a:solidFill>
                  <a:srgbClr val="FF9300"/>
                </a:solidFill>
              </a:rPr>
              <a:t> </a:t>
            </a:r>
            <a:r>
              <a:rPr lang="en-US" sz="2400" dirty="0" err="1">
                <a:solidFill>
                  <a:srgbClr val="FF9300"/>
                </a:solidFill>
              </a:rPr>
              <a:t>usando</a:t>
            </a:r>
            <a:r>
              <a:rPr lang="en-US" sz="2400" dirty="0">
                <a:solidFill>
                  <a:srgbClr val="FF9300"/>
                </a:solidFill>
              </a:rPr>
              <a:t> </a:t>
            </a:r>
            <a:r>
              <a:rPr lang="en-US" sz="2400" dirty="0" err="1">
                <a:solidFill>
                  <a:srgbClr val="FF9300"/>
                </a:solidFill>
              </a:rPr>
              <a:t>métodos</a:t>
            </a:r>
            <a:r>
              <a:rPr lang="en-US" sz="2400" dirty="0">
                <a:solidFill>
                  <a:srgbClr val="FF9300"/>
                </a:solidFill>
              </a:rPr>
              <a:t> de </a:t>
            </a:r>
            <a:r>
              <a:rPr lang="en-US" sz="2400" dirty="0" err="1">
                <a:solidFill>
                  <a:srgbClr val="FF9300"/>
                </a:solidFill>
              </a:rPr>
              <a:t>Gradiente</a:t>
            </a:r>
            <a:endParaRPr lang="en-US" sz="2400" dirty="0">
              <a:solidFill>
                <a:srgbClr val="FF93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06" y="4009370"/>
            <a:ext cx="2955660" cy="2848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2398894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1555141" y="2556902"/>
            <a:ext cx="5972627" cy="2431208"/>
            <a:chOff x="1555141" y="2556902"/>
            <a:chExt cx="5972627" cy="2431208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H="1" flipV="1">
              <a:off x="7313488" y="4221985"/>
              <a:ext cx="214280" cy="2078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555141" y="2556902"/>
              <a:ext cx="5972627" cy="2431208"/>
              <a:chOff x="1555141" y="2556902"/>
              <a:chExt cx="5972627" cy="243120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3208" y="2556902"/>
                <a:ext cx="244560" cy="45493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2219125" y="4616450"/>
                <a:ext cx="224824" cy="22627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5141" y="4588234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0201" y="288014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2157669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1BC01C-698E-FA46-9493-3A2865B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35</a:t>
            </a:fld>
            <a:endParaRPr lang="es-ES"/>
          </a:p>
        </p:txBody>
      </p:sp>
      <p:sp>
        <p:nvSpPr>
          <p:cNvPr id="38" name="Footer Placeholder 2">
            <a:extLst>
              <a:ext uri="{FF2B5EF4-FFF2-40B4-BE49-F238E27FC236}">
                <a16:creationId xmlns:a16="http://schemas.microsoft.com/office/drawing/2014/main" id="{23B7BD2F-C21A-0F40-BA53-0C31A6E4A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4F319F-9099-1A41-A29E-F28A3B64423A}"/>
              </a:ext>
            </a:extLst>
          </p:cNvPr>
          <p:cNvCxnSpPr>
            <a:cxnSpLocks/>
          </p:cNvCxnSpPr>
          <p:nvPr/>
        </p:nvCxnSpPr>
        <p:spPr>
          <a:xfrm flipH="1">
            <a:off x="7032928" y="3011838"/>
            <a:ext cx="244560" cy="45493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66D2A21A-C7CE-AF4F-B419-4E5D334CBD65}"/>
              </a:ext>
            </a:extLst>
          </p:cNvPr>
          <p:cNvSpPr/>
          <p:nvPr/>
        </p:nvSpPr>
        <p:spPr>
          <a:xfrm>
            <a:off x="6999581" y="4179251"/>
            <a:ext cx="72000" cy="72000"/>
          </a:xfrm>
          <a:prstGeom prst="ellipse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3714B8-F6EE-8148-83F0-BAAFCE7A4895}"/>
              </a:ext>
            </a:extLst>
          </p:cNvPr>
          <p:cNvCxnSpPr>
            <a:cxnSpLocks/>
          </p:cNvCxnSpPr>
          <p:nvPr/>
        </p:nvCxnSpPr>
        <p:spPr>
          <a:xfrm flipV="1">
            <a:off x="7036486" y="3429000"/>
            <a:ext cx="0" cy="7920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7935BA2-91C4-F94E-A877-7AB945EAAE47}"/>
              </a:ext>
            </a:extLst>
          </p:cNvPr>
          <p:cNvCxnSpPr>
            <a:cxnSpLocks/>
            <a:stCxn id="45" idx="2"/>
          </p:cNvCxnSpPr>
          <p:nvPr/>
        </p:nvCxnSpPr>
        <p:spPr>
          <a:xfrm flipH="1" flipV="1">
            <a:off x="7063208" y="4215251"/>
            <a:ext cx="178280" cy="6734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E32A6E-9443-5D41-B366-7256CF91E652}"/>
              </a:ext>
            </a:extLst>
          </p:cNvPr>
          <p:cNvCxnSpPr>
            <a:cxnSpLocks/>
          </p:cNvCxnSpPr>
          <p:nvPr/>
        </p:nvCxnSpPr>
        <p:spPr>
          <a:xfrm flipH="1">
            <a:off x="1971256" y="4893632"/>
            <a:ext cx="211162" cy="22627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F598884-D2DA-9B49-8867-377384F01340}"/>
              </a:ext>
            </a:extLst>
          </p:cNvPr>
          <p:cNvSpPr/>
          <p:nvPr/>
        </p:nvSpPr>
        <p:spPr>
          <a:xfrm>
            <a:off x="1929363" y="5109106"/>
            <a:ext cx="72000" cy="72000"/>
          </a:xfrm>
          <a:prstGeom prst="ellipse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908CF4-E1EB-7642-A527-BF33D283B960}"/>
              </a:ext>
            </a:extLst>
          </p:cNvPr>
          <p:cNvCxnSpPr>
            <a:cxnSpLocks/>
          </p:cNvCxnSpPr>
          <p:nvPr/>
        </p:nvCxnSpPr>
        <p:spPr>
          <a:xfrm>
            <a:off x="2001363" y="5181106"/>
            <a:ext cx="1373182" cy="115066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0E3D39F-0AEF-FF48-B440-9F128FB68145}"/>
              </a:ext>
            </a:extLst>
          </p:cNvPr>
          <p:cNvSpPr txBox="1"/>
          <p:nvPr/>
        </p:nvSpPr>
        <p:spPr>
          <a:xfrm>
            <a:off x="3404749" y="6100941"/>
            <a:ext cx="2153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Valor siguiente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7E4A43-06E2-3745-8882-48FEFAC30CB3}"/>
              </a:ext>
            </a:extLst>
          </p:cNvPr>
          <p:cNvGrpSpPr/>
          <p:nvPr/>
        </p:nvGrpSpPr>
        <p:grpSpPr>
          <a:xfrm>
            <a:off x="5796234" y="5236983"/>
            <a:ext cx="2463800" cy="1053844"/>
            <a:chOff x="5796234" y="5236983"/>
            <a:chExt cx="2463800" cy="105384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19F2EB5-1C2A-124D-9533-3099E2CB4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3992" y="5236983"/>
              <a:ext cx="1803400" cy="3175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F603729-9997-4240-BB21-5F8C34427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96234" y="5643127"/>
              <a:ext cx="2463800" cy="6477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6CCCDF5-595D-EB43-A138-1B2BC1C2F6C4}"/>
              </a:ext>
            </a:extLst>
          </p:cNvPr>
          <p:cNvSpPr txBox="1"/>
          <p:nvPr/>
        </p:nvSpPr>
        <p:spPr>
          <a:xfrm>
            <a:off x="5468951" y="6303554"/>
            <a:ext cx="3249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iterar hasta converger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E0F6B-C747-8246-B6B2-2DD0C7CEEF8F}"/>
              </a:ext>
            </a:extLst>
          </p:cNvPr>
          <p:cNvGrpSpPr/>
          <p:nvPr/>
        </p:nvGrpSpPr>
        <p:grpSpPr>
          <a:xfrm>
            <a:off x="1608435" y="4215251"/>
            <a:ext cx="5391146" cy="1235058"/>
            <a:chOff x="1608435" y="4215251"/>
            <a:chExt cx="5391146" cy="1235058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9E88872-00CA-B74F-A7B8-D9AC2131AB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8435" y="5153935"/>
              <a:ext cx="333660" cy="296374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74196E1-4F2E-104B-BCBB-D4306E9E934B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flipH="1">
              <a:off x="5914021" y="4215251"/>
              <a:ext cx="1085560" cy="6734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73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4003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>
                <a:solidFill>
                  <a:srgbClr val="FF9300"/>
                </a:solidFill>
              </a:rPr>
              <a:t>Algoritmo de Entrenamiento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620DDA-D05B-DF48-9404-ECB46CF8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528642"/>
            <a:ext cx="2286000" cy="5781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16842E-B522-384E-AE55-4D8A09851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2206068"/>
            <a:ext cx="2171700" cy="584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9C4FBB-30FB-0244-9774-5E8B6E5C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050" y="3429000"/>
            <a:ext cx="4533900" cy="73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E1499C-777E-D84E-811E-CF979B00F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50" y="4241800"/>
            <a:ext cx="3949700" cy="68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9BE4A46-1D62-5542-A60A-79D13A527F57}"/>
              </a:ext>
            </a:extLst>
          </p:cNvPr>
          <p:cNvSpPr txBox="1"/>
          <p:nvPr/>
        </p:nvSpPr>
        <p:spPr>
          <a:xfrm>
            <a:off x="1263650" y="1571694"/>
            <a:ext cx="4025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Inicio de los parámetros con valores aleatorios: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838566-E669-9843-9D1B-9B07C5D97D95}"/>
              </a:ext>
            </a:extLst>
          </p:cNvPr>
          <p:cNvSpPr/>
          <p:nvPr/>
        </p:nvSpPr>
        <p:spPr>
          <a:xfrm>
            <a:off x="1219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C336A-3E20-EE4D-98E0-AFF673A5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36</a:t>
            </a:fld>
            <a:endParaRPr lang="es-E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E790ED4-5120-DC46-8130-E609F934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606858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4003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>
                <a:solidFill>
                  <a:srgbClr val="FF9300"/>
                </a:solidFill>
              </a:rPr>
              <a:t>Algoritmo de Entrenamiento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ECE29-3119-3647-BCA3-7D6B08219B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37"/>
          <a:stretch/>
        </p:blipFill>
        <p:spPr>
          <a:xfrm>
            <a:off x="2089150" y="3983164"/>
            <a:ext cx="4965700" cy="26554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4F4221B-CF33-AD44-8C9F-F925348FB0AC}"/>
              </a:ext>
            </a:extLst>
          </p:cNvPr>
          <p:cNvGrpSpPr/>
          <p:nvPr/>
        </p:nvGrpSpPr>
        <p:grpSpPr>
          <a:xfrm>
            <a:off x="1266441" y="1586583"/>
            <a:ext cx="5572019" cy="2396581"/>
            <a:chOff x="1723641" y="4052421"/>
            <a:chExt cx="5572019" cy="23965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6B0599-C469-2B49-9EE2-394D17E8F714}"/>
                </a:ext>
              </a:extLst>
            </p:cNvPr>
            <p:cNvSpPr txBox="1"/>
            <p:nvPr/>
          </p:nvSpPr>
          <p:spPr>
            <a:xfrm>
              <a:off x="1723641" y="4052421"/>
              <a:ext cx="5572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2. Forward </a:t>
              </a:r>
              <a:r>
                <a:rPr lang="es-ES_tradnl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Propagation</a:t>
              </a:r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para cada muestra: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06E036C-206A-B847-8094-51356228F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9311" y="4454277"/>
              <a:ext cx="3675185" cy="10477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EE174C-B6D8-D74B-BE96-8BA1DE169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0026" y="5390802"/>
              <a:ext cx="1816100" cy="698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347390-FEE7-184E-BB60-5D0CD13A3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53463" y="6283902"/>
              <a:ext cx="914400" cy="165100"/>
            </a:xfrm>
            <a:prstGeom prst="rect">
              <a:avLst/>
            </a:prstGeom>
          </p:spPr>
        </p:pic>
      </p:grp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id="{B323B5F7-2FC3-E34A-A453-88023665ED8F}"/>
              </a:ext>
            </a:extLst>
          </p:cNvPr>
          <p:cNvSpPr/>
          <p:nvPr/>
        </p:nvSpPr>
        <p:spPr>
          <a:xfrm>
            <a:off x="3815513" y="4920380"/>
            <a:ext cx="1785187" cy="781050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0EAB8-2B7B-5544-9988-B6EBCC3EFA01}"/>
              </a:ext>
            </a:extLst>
          </p:cNvPr>
          <p:cNvSpPr/>
          <p:nvPr/>
        </p:nvSpPr>
        <p:spPr>
          <a:xfrm>
            <a:off x="1219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48C3AD-7DC6-6644-B4EB-43FA6511F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300" y="4165600"/>
            <a:ext cx="1003300" cy="165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EC77C-E144-5041-B7EB-CA9DA1C1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37</a:t>
            </a:fld>
            <a:endParaRPr lang="es-E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943AF6F-75C7-3241-935C-5563A4D0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736496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4003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>
                <a:solidFill>
                  <a:srgbClr val="FF9300"/>
                </a:solidFill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1266441" y="1586583"/>
            <a:ext cx="55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Cálculo de las derivadas parciales: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95CF8-59B2-0F4F-8379-4007CC3C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36" y="2604790"/>
            <a:ext cx="5290736" cy="141605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1219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CF011-62F6-E942-A498-BE3553EA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38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77BD68BC-76FF-4145-BB59-F328C0A9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942755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4003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>
                <a:solidFill>
                  <a:srgbClr val="FF9300"/>
                </a:solidFill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1266441" y="1586583"/>
            <a:ext cx="5572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Actualización de los parámetros usando un ‘</a:t>
            </a:r>
            <a:r>
              <a:rPr lang="es-ES_tradn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rate</a:t>
            </a:r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   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A1A91-D22D-E745-A0A7-CB5EA663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3060700"/>
            <a:ext cx="5753100" cy="73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8FC21-B989-AA47-9B9F-F3771D62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2139950"/>
            <a:ext cx="190500" cy="1397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8BD15D4-C897-D94F-9374-120E595BA87D}"/>
              </a:ext>
            </a:extLst>
          </p:cNvPr>
          <p:cNvSpPr/>
          <p:nvPr/>
        </p:nvSpPr>
        <p:spPr>
          <a:xfrm>
            <a:off x="1219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390E-FAAA-BC46-B93E-D7DF8021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39</a:t>
            </a:fld>
            <a:endParaRPr lang="es-E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D51C7A50-E1C3-8145-8098-DDBE3C32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717949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4003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>
                <a:solidFill>
                  <a:srgbClr val="FF9300"/>
                </a:solidFill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1266441" y="1586583"/>
            <a:ext cx="6067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Repetir desde el paso  2  hasta converger: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21E1BC-1B33-6441-9163-005C2179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3028950"/>
            <a:ext cx="4381500" cy="8001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14AB396-F7CA-5F40-B573-DDA551018CD1}"/>
              </a:ext>
            </a:extLst>
          </p:cNvPr>
          <p:cNvSpPr/>
          <p:nvPr/>
        </p:nvSpPr>
        <p:spPr>
          <a:xfrm>
            <a:off x="1219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471EAD-C0A6-9646-A4A1-EAEA39E69421}"/>
              </a:ext>
            </a:extLst>
          </p:cNvPr>
          <p:cNvSpPr/>
          <p:nvPr/>
        </p:nvSpPr>
        <p:spPr>
          <a:xfrm>
            <a:off x="4324350" y="16246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AC56AF-418C-8D4A-A80B-0854FFE29C64}"/>
              </a:ext>
            </a:extLst>
          </p:cNvPr>
          <p:cNvSpPr txBox="1"/>
          <p:nvPr/>
        </p:nvSpPr>
        <p:spPr>
          <a:xfrm>
            <a:off x="241300" y="5219051"/>
            <a:ext cx="32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solidFill>
                  <a:srgbClr val="FF9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Eso es “todo”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A4ED0-265E-4544-A9B0-4F4FF752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40</a:t>
            </a:fld>
            <a:endParaRPr lang="es-E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E63C1905-8A76-FE4D-BFB8-8DBBC8B1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34025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772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</a:rPr>
              <a:t>¿Cómo se calculan las derivadas parciales? </a:t>
            </a:r>
            <a:r>
              <a:rPr lang="es-ES_tradnl" sz="2400" dirty="0"/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7581900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CB6C9-BB9E-9F45-A0AF-3106AA1FB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16" y="1132804"/>
            <a:ext cx="5201565" cy="274404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C5A0779-9588-9844-B545-D99D471C8587}"/>
              </a:ext>
            </a:extLst>
          </p:cNvPr>
          <p:cNvGrpSpPr/>
          <p:nvPr/>
        </p:nvGrpSpPr>
        <p:grpSpPr>
          <a:xfrm>
            <a:off x="1266441" y="3793388"/>
            <a:ext cx="7709740" cy="1489680"/>
            <a:chOff x="1266441" y="4917338"/>
            <a:chExt cx="7709740" cy="14896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797654-4F3E-F147-8EF8-3E06EC541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441" y="4917338"/>
              <a:ext cx="3991433" cy="148968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163B65-C582-D24A-8786-EE7E651BA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3581" y="5924418"/>
              <a:ext cx="2260600" cy="482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A18EF4-F6B8-324B-93F4-3B7AB4706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3581" y="5155095"/>
              <a:ext cx="3022600" cy="5207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A6AAA18-7586-C24D-9DCA-75A0DED4F07A}"/>
              </a:ext>
            </a:extLst>
          </p:cNvPr>
          <p:cNvGrpSpPr/>
          <p:nvPr/>
        </p:nvGrpSpPr>
        <p:grpSpPr>
          <a:xfrm>
            <a:off x="2881157" y="3910682"/>
            <a:ext cx="1652743" cy="1837935"/>
            <a:chOff x="2881157" y="5034632"/>
            <a:chExt cx="1652743" cy="183793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A0CF67-AEF3-E746-AB62-5CC41967C4B2}"/>
                </a:ext>
              </a:extLst>
            </p:cNvPr>
            <p:cNvSpPr/>
            <p:nvPr/>
          </p:nvSpPr>
          <p:spPr>
            <a:xfrm>
              <a:off x="3448050" y="5034632"/>
              <a:ext cx="533400" cy="1061367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57F82-3438-BA46-AC5E-41E09FC191FD}"/>
                </a:ext>
              </a:extLst>
            </p:cNvPr>
            <p:cNvSpPr/>
            <p:nvPr/>
          </p:nvSpPr>
          <p:spPr>
            <a:xfrm>
              <a:off x="2881157" y="6226236"/>
              <a:ext cx="16527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Necesario para los cálculos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D6881-54F7-7942-AFDC-735B2F05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41</a:t>
            </a:fld>
            <a:endParaRPr lang="es-E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4CE664C1-644B-6546-8203-B1ADF6AB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10752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30E7C90-F449-1443-83EE-ECF30AB8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8" y="1374705"/>
            <a:ext cx="609600" cy="1041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772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</a:rPr>
              <a:t>¿Cómo se calculan las derivadas parciales? </a:t>
            </a:r>
            <a:r>
              <a:rPr lang="es-ES_tradnl" sz="2400" dirty="0"/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7581900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6AAA18-7586-C24D-9DCA-75A0DED4F07A}"/>
              </a:ext>
            </a:extLst>
          </p:cNvPr>
          <p:cNvGrpSpPr/>
          <p:nvPr/>
        </p:nvGrpSpPr>
        <p:grpSpPr>
          <a:xfrm>
            <a:off x="1118428" y="1325902"/>
            <a:ext cx="2420265" cy="1061367"/>
            <a:chOff x="3448050" y="5034632"/>
            <a:chExt cx="2420265" cy="106136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A0CF67-AEF3-E746-AB62-5CC41967C4B2}"/>
                </a:ext>
              </a:extLst>
            </p:cNvPr>
            <p:cNvSpPr/>
            <p:nvPr/>
          </p:nvSpPr>
          <p:spPr>
            <a:xfrm>
              <a:off x="3448050" y="5034632"/>
              <a:ext cx="533400" cy="1061367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57F82-3438-BA46-AC5E-41E09FC191FD}"/>
                </a:ext>
              </a:extLst>
            </p:cNvPr>
            <p:cNvSpPr/>
            <p:nvPr/>
          </p:nvSpPr>
          <p:spPr>
            <a:xfrm>
              <a:off x="4215572" y="5280969"/>
              <a:ext cx="16527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Necesario para los cálculos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764B16-8FFF-1046-9B6D-2C5073A8F662}"/>
              </a:ext>
            </a:extLst>
          </p:cNvPr>
          <p:cNvGrpSpPr/>
          <p:nvPr/>
        </p:nvGrpSpPr>
        <p:grpSpPr>
          <a:xfrm>
            <a:off x="952500" y="2710532"/>
            <a:ext cx="7200900" cy="1264321"/>
            <a:chOff x="933450" y="3091532"/>
            <a:chExt cx="7200900" cy="126432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4F49E-71DF-384A-B05B-9C148485E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0" y="3098553"/>
              <a:ext cx="7124700" cy="1257300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D7F594-9512-7740-B31F-7BEC5882AFBC}"/>
                </a:ext>
              </a:extLst>
            </p:cNvPr>
            <p:cNvSpPr/>
            <p:nvPr/>
          </p:nvSpPr>
          <p:spPr>
            <a:xfrm>
              <a:off x="933450" y="3091532"/>
              <a:ext cx="838200" cy="125730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4DAF39-65B6-3E41-B896-ED2C79C102B3}"/>
              </a:ext>
            </a:extLst>
          </p:cNvPr>
          <p:cNvGrpSpPr/>
          <p:nvPr/>
        </p:nvGrpSpPr>
        <p:grpSpPr>
          <a:xfrm>
            <a:off x="790191" y="4011747"/>
            <a:ext cx="4978400" cy="2377270"/>
            <a:chOff x="790191" y="4126047"/>
            <a:chExt cx="4978400" cy="23772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C10686-38B4-2140-AA3C-640E18D15A78}"/>
                </a:ext>
              </a:extLst>
            </p:cNvPr>
            <p:cNvGrpSpPr/>
            <p:nvPr/>
          </p:nvGrpSpPr>
          <p:grpSpPr>
            <a:xfrm>
              <a:off x="790191" y="4762500"/>
              <a:ext cx="4978400" cy="1740817"/>
              <a:chOff x="828291" y="5086350"/>
              <a:chExt cx="4978400" cy="1740817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5BE3BB4-B9AE-6A45-8404-8A48498B0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291" y="5277767"/>
                <a:ext cx="4978400" cy="1549400"/>
              </a:xfrm>
              <a:prstGeom prst="rect">
                <a:avLst/>
              </a:prstGeom>
            </p:spPr>
          </p:pic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51992D-EDC1-564A-822E-3CC84725C63B}"/>
                  </a:ext>
                </a:extLst>
              </p:cNvPr>
              <p:cNvSpPr/>
              <p:nvPr/>
            </p:nvSpPr>
            <p:spPr>
              <a:xfrm>
                <a:off x="853200" y="5086350"/>
                <a:ext cx="1032750" cy="1416049"/>
              </a:xfrm>
              <a:prstGeom prst="ellipse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17ABEB4-53B9-0348-91E5-386DB9CF8E83}"/>
                </a:ext>
              </a:extLst>
            </p:cNvPr>
            <p:cNvCxnSpPr>
              <a:cxnSpLocks/>
            </p:cNvCxnSpPr>
            <p:nvPr/>
          </p:nvCxnSpPr>
          <p:spPr>
            <a:xfrm>
              <a:off x="1353404" y="4126047"/>
              <a:ext cx="0" cy="61200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566FFB-E2E4-0144-B4D0-08CA60E97291}"/>
              </a:ext>
            </a:extLst>
          </p:cNvPr>
          <p:cNvCxnSpPr>
            <a:cxnSpLocks/>
          </p:cNvCxnSpPr>
          <p:nvPr/>
        </p:nvCxnSpPr>
        <p:spPr>
          <a:xfrm>
            <a:off x="1353404" y="6031047"/>
            <a:ext cx="0" cy="61200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3F92C-ABD8-7941-8444-7FA3004C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42</a:t>
            </a:fld>
            <a:endParaRPr lang="es-ES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392FE9E2-DE63-4D4A-9DEB-AA96679E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22300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03885" y="408998"/>
            <a:ext cx="772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</a:rPr>
              <a:t>¿Cómo se calculan las derivadas parciales? </a:t>
            </a:r>
            <a:r>
              <a:rPr lang="es-ES_tradnl" sz="2400" dirty="0"/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7581900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B1E2E3-AFD7-D046-9A89-D497F29B0263}"/>
              </a:ext>
            </a:extLst>
          </p:cNvPr>
          <p:cNvGrpSpPr/>
          <p:nvPr/>
        </p:nvGrpSpPr>
        <p:grpSpPr>
          <a:xfrm>
            <a:off x="1275633" y="2058982"/>
            <a:ext cx="6635648" cy="1692000"/>
            <a:chOff x="1275633" y="2058982"/>
            <a:chExt cx="6635648" cy="1692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2D619E-BB64-BD40-9A4F-5D0DD7CA7F15}"/>
                </a:ext>
              </a:extLst>
            </p:cNvPr>
            <p:cNvSpPr/>
            <p:nvPr/>
          </p:nvSpPr>
          <p:spPr>
            <a:xfrm>
              <a:off x="3785100" y="2058982"/>
              <a:ext cx="1692000" cy="169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2043670-C9BD-5B42-B369-62930C803A28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flipV="1">
              <a:off x="2886834" y="2904982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A832E96-62EE-AB41-8B73-9636EBC9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1497" y="2906909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33248FB-D06F-AC47-94C9-63A9C3A85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4629" y="2838693"/>
              <a:ext cx="215900" cy="1524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DF99481-7C07-BD43-A763-320F1FDF5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9735" y="2827118"/>
              <a:ext cx="444500" cy="152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9F00F6-85BC-274A-B3BA-570939DDE725}"/>
                </a:ext>
              </a:extLst>
            </p:cNvPr>
            <p:cNvSpPr txBox="1"/>
            <p:nvPr/>
          </p:nvSpPr>
          <p:spPr>
            <a:xfrm>
              <a:off x="3899839" y="2233166"/>
              <a:ext cx="14285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Forward</a:t>
              </a:r>
            </a:p>
            <a:p>
              <a:pPr algn="ctr"/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Propagation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BC05F3A-5E1D-E042-8934-EE4CD960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8066" y="3078499"/>
              <a:ext cx="368300" cy="2032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4AE22BA-C0A9-BB48-AB6C-57ABD2733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4057" y="3078499"/>
              <a:ext cx="241300" cy="203200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12E23B-7A54-BB4A-98DD-916CDC329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1281" y="2908834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203580F-A075-084E-9BAF-FEBE8155F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633" y="2904979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9F4284-F540-A448-AC93-D0D6B20F54BF}"/>
              </a:ext>
            </a:extLst>
          </p:cNvPr>
          <p:cNvGrpSpPr/>
          <p:nvPr/>
        </p:nvGrpSpPr>
        <p:grpSpPr>
          <a:xfrm>
            <a:off x="1092364" y="4467143"/>
            <a:ext cx="6809273" cy="1692000"/>
            <a:chOff x="1092364" y="4467143"/>
            <a:chExt cx="6809273" cy="169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4DD27E0-D118-F044-9FFD-A6753762465E}"/>
                </a:ext>
              </a:extLst>
            </p:cNvPr>
            <p:cNvSpPr/>
            <p:nvPr/>
          </p:nvSpPr>
          <p:spPr>
            <a:xfrm>
              <a:off x="3785100" y="4467143"/>
              <a:ext cx="1692000" cy="169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BFCAEFC-F6B9-B045-9BA9-D8A3B476F5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6834" y="5313143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642C65-D180-4542-81BB-D97285A19F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1497" y="5315070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FDDE560-E5D5-DA44-88EE-AE00B6F8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00272" y="5036257"/>
              <a:ext cx="393700" cy="5207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3B6B97B-F9F6-994B-84E4-450C4B8E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98800" y="5047608"/>
              <a:ext cx="622300" cy="520700"/>
            </a:xfrm>
            <a:prstGeom prst="rect">
              <a:avLst/>
            </a:prstGeom>
          </p:spPr>
        </p:pic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BBE4070-4243-AC4E-AC62-9DD3D13BB7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01637" y="5321193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36622F-0CE1-7F4A-BE8A-5FEFAB9AB6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364" y="5317338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91968E-B1AC-7F4D-9BF2-BDC4BE60B214}"/>
              </a:ext>
            </a:extLst>
          </p:cNvPr>
          <p:cNvGrpSpPr/>
          <p:nvPr/>
        </p:nvGrpSpPr>
        <p:grpSpPr>
          <a:xfrm>
            <a:off x="4063433" y="1549446"/>
            <a:ext cx="945992" cy="369332"/>
            <a:chOff x="4063433" y="1549446"/>
            <a:chExt cx="945992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14D2C0-5D83-EF42-9292-21EF60D1A731}"/>
                </a:ext>
              </a:extLst>
            </p:cNvPr>
            <p:cNvSpPr txBox="1"/>
            <p:nvPr/>
          </p:nvSpPr>
          <p:spPr>
            <a:xfrm>
              <a:off x="4063433" y="1549446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Layer 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641708D-E73F-6F44-A1C7-37B78EF75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57025" y="1631380"/>
              <a:ext cx="152400" cy="2286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2C0ED7-2178-7142-B964-542AE6F4A8E4}"/>
              </a:ext>
            </a:extLst>
          </p:cNvPr>
          <p:cNvGrpSpPr/>
          <p:nvPr/>
        </p:nvGrpSpPr>
        <p:grpSpPr>
          <a:xfrm>
            <a:off x="3626774" y="3707758"/>
            <a:ext cx="1960544" cy="828004"/>
            <a:chOff x="3626774" y="3707758"/>
            <a:chExt cx="1960544" cy="828004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ECDF8BF-4CFB-EA40-9F28-AC6D865C0B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7725" y="3707758"/>
              <a:ext cx="0" cy="82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7BEE794-084D-BD4F-8C12-7162342A33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0829" y="3707762"/>
              <a:ext cx="0" cy="82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F75BB62-1AB9-B044-9CC1-A176AFED0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26774" y="4125375"/>
              <a:ext cx="558800" cy="2159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69C51B-9423-704D-9B80-27E29639E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55518" y="4095223"/>
              <a:ext cx="431800" cy="21590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DA7F212-380C-4E46-8E7C-254C7A65F993}"/>
              </a:ext>
            </a:extLst>
          </p:cNvPr>
          <p:cNvSpPr txBox="1"/>
          <p:nvPr/>
        </p:nvSpPr>
        <p:spPr>
          <a:xfrm>
            <a:off x="3926834" y="4973441"/>
            <a:ext cx="1428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Propagation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3AA0-DFE1-6B49-97E9-910B489A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43</a:t>
            </a:fld>
            <a:endParaRPr lang="es-ES"/>
          </a:p>
        </p:txBody>
      </p:sp>
      <p:sp>
        <p:nvSpPr>
          <p:cNvPr id="48" name="Footer Placeholder 2">
            <a:extLst>
              <a:ext uri="{FF2B5EF4-FFF2-40B4-BE49-F238E27FC236}">
                <a16:creationId xmlns:a16="http://schemas.microsoft.com/office/drawing/2014/main" id="{0BC5BD1E-AC39-064B-A9F9-9F09BE99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06628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3173209" y="3198167"/>
            <a:ext cx="2553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</a:rPr>
              <a:t>Eso es “TODO” 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C47C-3FA3-A74C-8F44-38F5BDB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44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AA91EFD-21C5-354E-80D0-A4242409E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93799" y="6604789"/>
            <a:ext cx="2895600" cy="476250"/>
          </a:xfrm>
        </p:spPr>
        <p:txBody>
          <a:bodyPr/>
          <a:lstStyle/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136492721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8651</TotalTime>
  <Words>731</Words>
  <Application>Microsoft Office PowerPoint</Application>
  <PresentationFormat>Presentación en pantalla (4:3)</PresentationFormat>
  <Paragraphs>196</Paragraphs>
  <Slides>44</Slides>
  <Notes>1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0" baseType="lpstr">
      <vt:lpstr>Arial</vt:lpstr>
      <vt:lpstr>Calibri</vt:lpstr>
      <vt:lpstr>Courier</vt:lpstr>
      <vt:lpstr>Gill Sans MT</vt:lpstr>
      <vt:lpstr>Trebuchet MS</vt:lpstr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Sony Electronics,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José Ramón Iglesias</dc:creator>
  <cp:lastModifiedBy>José Ramon Iglesias Gamarra</cp:lastModifiedBy>
  <cp:revision>91</cp:revision>
  <dcterms:created xsi:type="dcterms:W3CDTF">2010-05-25T21:48:43Z</dcterms:created>
  <dcterms:modified xsi:type="dcterms:W3CDTF">2026-05-08T13:18:50Z</dcterms:modified>
</cp:coreProperties>
</file>