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diagrams/data10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1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2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4.xml" ContentType="application/vnd.openxmlformats-officedocument.presentationml.notesSlide+xml"/>
  <Override PartName="/ppt/diagrams/data13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4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5.xml" ContentType="application/vnd.openxmlformats-officedocument.presentationml.notesSlide+xml"/>
  <Override PartName="/ppt/diagrams/data15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6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7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data120.xml" ContentType="application/vnd.openxmlformats-officedocument.drawingml.diagramData+xml"/>
  <Override PartName="/ppt/diagrams/data2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89" r:id="rId1"/>
  </p:sldMasterIdLst>
  <p:notesMasterIdLst>
    <p:notesMasterId r:id="rId39"/>
  </p:notesMasterIdLst>
  <p:sldIdLst>
    <p:sldId id="256" r:id="rId2"/>
    <p:sldId id="257" r:id="rId3"/>
    <p:sldId id="260" r:id="rId4"/>
    <p:sldId id="274" r:id="rId5"/>
    <p:sldId id="275" r:id="rId6"/>
    <p:sldId id="322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323" r:id="rId21"/>
    <p:sldId id="292" r:id="rId22"/>
    <p:sldId id="293" r:id="rId23"/>
    <p:sldId id="299" r:id="rId24"/>
    <p:sldId id="300" r:id="rId25"/>
    <p:sldId id="318" r:id="rId26"/>
    <p:sldId id="301" r:id="rId27"/>
    <p:sldId id="312" r:id="rId28"/>
    <p:sldId id="305" r:id="rId29"/>
    <p:sldId id="314" r:id="rId30"/>
    <p:sldId id="313" r:id="rId31"/>
    <p:sldId id="315" r:id="rId32"/>
    <p:sldId id="316" r:id="rId33"/>
    <p:sldId id="307" r:id="rId34"/>
    <p:sldId id="308" r:id="rId35"/>
    <p:sldId id="309" r:id="rId36"/>
    <p:sldId id="319" r:id="rId37"/>
    <p:sldId id="298" r:id="rId3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libri Light" panose="020F0302020204030204" pitchFamily="34" charset="0"/>
      <p:regular r:id="rId44"/>
      <p:italic r:id="rId45"/>
    </p:embeddedFont>
    <p:embeddedFont>
      <p:font typeface="Cambria Math" panose="02040503050406030204" pitchFamily="18" charset="0"/>
      <p:regular r:id="rId46"/>
    </p:embeddedFont>
    <p:embeddedFont>
      <p:font typeface="Economica" panose="020B0604020202020204" charset="0"/>
      <p:regular r:id="rId47"/>
      <p:bold r:id="rId48"/>
      <p:italic r:id="rId49"/>
      <p:boldItalic r:id="rId50"/>
    </p:embeddedFont>
    <p:embeddedFont>
      <p:font typeface="Gill Sans MT" panose="020B0502020104020203" pitchFamily="34" charset="0"/>
      <p:regular r:id="rId51"/>
      <p:bold r:id="rId52"/>
      <p:italic r:id="rId53"/>
      <p:boldItalic r:id="rId54"/>
    </p:embeddedFont>
    <p:embeddedFont>
      <p:font typeface="Open Sans" panose="020B0606030504020204" pitchFamily="34" charset="0"/>
      <p:regular r:id="rId5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8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iagrams/_rels/data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png"/></Relationships>
</file>

<file path=ppt/diagrams/_rels/data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90.png"/><Relationship Id="rId1" Type="http://schemas.openxmlformats.org/officeDocument/2006/relationships/image" Target="../media/image80.png"/><Relationship Id="rId6" Type="http://schemas.openxmlformats.org/officeDocument/2006/relationships/image" Target="../media/image130.png"/><Relationship Id="rId11" Type="http://schemas.openxmlformats.org/officeDocument/2006/relationships/image" Target="../media/image18.png"/><Relationship Id="rId5" Type="http://schemas.openxmlformats.org/officeDocument/2006/relationships/image" Target="../media/image121.png"/><Relationship Id="rId10" Type="http://schemas.openxmlformats.org/officeDocument/2006/relationships/image" Target="../media/image17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2C69FB-AD47-420F-866F-4C0867CFD8B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54576F70-CFC9-49A6-A7F7-C9CA5E690561}">
      <dgm:prSet phldrT="[Texto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s-US" b="1" dirty="0"/>
            <a:t>Nodo Raíz</a:t>
          </a:r>
          <a:endParaRPr lang="es-AR" b="1" dirty="0"/>
        </a:p>
      </dgm:t>
    </dgm:pt>
    <dgm:pt modelId="{E26BA227-4965-405A-A283-66A038016C52}" type="parTrans" cxnId="{978BF4F2-668E-4BC9-AB5B-2130AD03086C}">
      <dgm:prSet/>
      <dgm:spPr/>
      <dgm:t>
        <a:bodyPr/>
        <a:lstStyle/>
        <a:p>
          <a:endParaRPr lang="es-AR" b="1"/>
        </a:p>
      </dgm:t>
    </dgm:pt>
    <dgm:pt modelId="{CBFD6EB3-FACC-4A61-BC6B-9D886D8D0500}" type="sibTrans" cxnId="{978BF4F2-668E-4BC9-AB5B-2130AD03086C}">
      <dgm:prSet/>
      <dgm:spPr/>
      <dgm:t>
        <a:bodyPr/>
        <a:lstStyle/>
        <a:p>
          <a:endParaRPr lang="es-AR" b="1"/>
        </a:p>
      </dgm:t>
    </dgm:pt>
    <dgm:pt modelId="{B3A60A2C-0B63-446F-81DE-AB4D141AA222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1EC44C0C-DD4F-4915-B60F-8BAEFA37E13A}" type="parTrans" cxnId="{26BD8401-DF4A-4A97-B83F-5BC4BDC2DB98}">
      <dgm:prSet/>
      <dgm:spPr/>
      <dgm:t>
        <a:bodyPr/>
        <a:lstStyle/>
        <a:p>
          <a:endParaRPr lang="es-AR" b="1"/>
        </a:p>
      </dgm:t>
    </dgm:pt>
    <dgm:pt modelId="{FD9F9DF5-24B1-4AA6-9794-8F158F86C148}" type="sibTrans" cxnId="{26BD8401-DF4A-4A97-B83F-5BC4BDC2DB98}">
      <dgm:prSet/>
      <dgm:spPr/>
      <dgm:t>
        <a:bodyPr/>
        <a:lstStyle/>
        <a:p>
          <a:endParaRPr lang="es-AR" b="1"/>
        </a:p>
      </dgm:t>
    </dgm:pt>
    <dgm:pt modelId="{3BFA77B0-D583-4CE8-92DC-727337FD5FFE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EC58122E-8A72-41D0-9F13-AC29A6F1B4A2}" type="parTrans" cxnId="{DE14AA0F-B3EB-48F9-B2FB-EFEE6284C472}">
      <dgm:prSet/>
      <dgm:spPr/>
      <dgm:t>
        <a:bodyPr/>
        <a:lstStyle/>
        <a:p>
          <a:endParaRPr lang="es-AR" b="1"/>
        </a:p>
      </dgm:t>
    </dgm:pt>
    <dgm:pt modelId="{074CCFEC-8BF7-4D63-8109-2D2565A26148}" type="sibTrans" cxnId="{DE14AA0F-B3EB-48F9-B2FB-EFEE6284C472}">
      <dgm:prSet/>
      <dgm:spPr/>
      <dgm:t>
        <a:bodyPr/>
        <a:lstStyle/>
        <a:p>
          <a:endParaRPr lang="es-AR" b="1"/>
        </a:p>
      </dgm:t>
    </dgm:pt>
    <dgm:pt modelId="{0D7C190F-D025-49F9-8997-CB92AF43C2E0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A9E3AFA7-4DD7-4F84-9F96-F9480D1F3644}" type="parTrans" cxnId="{EC5AD591-7DD4-44A0-B085-BAABD05B836F}">
      <dgm:prSet/>
      <dgm:spPr/>
      <dgm:t>
        <a:bodyPr/>
        <a:lstStyle/>
        <a:p>
          <a:endParaRPr lang="es-AR" b="1"/>
        </a:p>
      </dgm:t>
    </dgm:pt>
    <dgm:pt modelId="{B30692E4-E960-403E-9A58-1BF0FBADE55E}" type="sibTrans" cxnId="{EC5AD591-7DD4-44A0-B085-BAABD05B836F}">
      <dgm:prSet/>
      <dgm:spPr/>
      <dgm:t>
        <a:bodyPr/>
        <a:lstStyle/>
        <a:p>
          <a:endParaRPr lang="es-AR" b="1"/>
        </a:p>
      </dgm:t>
    </dgm:pt>
    <dgm:pt modelId="{A5C5BD60-61FD-42FE-9276-D898B4853230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A473745C-F6E0-442A-9F8C-8FD617FE4505}" type="parTrans" cxnId="{0563977A-4FE2-4392-909E-2BB8C7D87985}">
      <dgm:prSet/>
      <dgm:spPr/>
      <dgm:t>
        <a:bodyPr/>
        <a:lstStyle/>
        <a:p>
          <a:endParaRPr lang="es-AR" b="1"/>
        </a:p>
      </dgm:t>
    </dgm:pt>
    <dgm:pt modelId="{0F91FBDE-32B9-4D4C-9E6B-6B6F7E372037}" type="sibTrans" cxnId="{0563977A-4FE2-4392-909E-2BB8C7D87985}">
      <dgm:prSet/>
      <dgm:spPr/>
      <dgm:t>
        <a:bodyPr/>
        <a:lstStyle/>
        <a:p>
          <a:endParaRPr lang="es-AR" b="1"/>
        </a:p>
      </dgm:t>
    </dgm:pt>
    <dgm:pt modelId="{513B0877-55BC-45A7-A53E-C76004E7B1F9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D0561D86-C7F7-48F9-B14E-E9582C88F424}" type="parTrans" cxnId="{E045B27F-F483-4150-864A-A7E6BD3EA6C5}">
      <dgm:prSet/>
      <dgm:spPr/>
      <dgm:t>
        <a:bodyPr/>
        <a:lstStyle/>
        <a:p>
          <a:endParaRPr lang="es-AR" b="1"/>
        </a:p>
      </dgm:t>
    </dgm:pt>
    <dgm:pt modelId="{2A589FA8-779B-4D21-A9F2-3C30E24D8055}" type="sibTrans" cxnId="{E045B27F-F483-4150-864A-A7E6BD3EA6C5}">
      <dgm:prSet/>
      <dgm:spPr/>
      <dgm:t>
        <a:bodyPr/>
        <a:lstStyle/>
        <a:p>
          <a:endParaRPr lang="es-AR" b="1"/>
        </a:p>
      </dgm:t>
    </dgm:pt>
    <dgm:pt modelId="{734A3F1C-E3F1-43AC-8302-4FBBBC832824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4C043776-5EA6-4F41-A9CC-8C007E59434D}" type="parTrans" cxnId="{16F8545A-D94E-4CD3-BC6F-EFEBEB82196D}">
      <dgm:prSet/>
      <dgm:spPr/>
      <dgm:t>
        <a:bodyPr/>
        <a:lstStyle/>
        <a:p>
          <a:endParaRPr lang="es-AR" b="1"/>
        </a:p>
      </dgm:t>
    </dgm:pt>
    <dgm:pt modelId="{2B78B867-5671-4439-A71C-7E879D0BA5E6}" type="sibTrans" cxnId="{16F8545A-D94E-4CD3-BC6F-EFEBEB82196D}">
      <dgm:prSet/>
      <dgm:spPr/>
      <dgm:t>
        <a:bodyPr/>
        <a:lstStyle/>
        <a:p>
          <a:endParaRPr lang="es-AR" b="1"/>
        </a:p>
      </dgm:t>
    </dgm:pt>
    <dgm:pt modelId="{BDBFF09E-5CC8-4E44-A19D-B76377FDE26F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619A5A12-DB9C-4DC6-A894-0E5FDA4F84D3}" type="parTrans" cxnId="{A1223E5E-9DA2-43F2-99EB-CC0B2DFE5EE5}">
      <dgm:prSet/>
      <dgm:spPr/>
      <dgm:t>
        <a:bodyPr/>
        <a:lstStyle/>
        <a:p>
          <a:endParaRPr lang="es-AR" b="1"/>
        </a:p>
      </dgm:t>
    </dgm:pt>
    <dgm:pt modelId="{E8FDF2AA-9178-477C-ADAB-F352675B95A5}" type="sibTrans" cxnId="{A1223E5E-9DA2-43F2-99EB-CC0B2DFE5EE5}">
      <dgm:prSet/>
      <dgm:spPr/>
      <dgm:t>
        <a:bodyPr/>
        <a:lstStyle/>
        <a:p>
          <a:endParaRPr lang="es-AR" b="1"/>
        </a:p>
      </dgm:t>
    </dgm:pt>
    <dgm:pt modelId="{3146D579-9384-4DAA-BA3F-AC3D9293DECF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8871662B-BC87-443D-AB09-34FA1541BC3C}" type="parTrans" cxnId="{3B3C3E69-6A08-408F-8E1D-7EC5C1AB532D}">
      <dgm:prSet/>
      <dgm:spPr/>
      <dgm:t>
        <a:bodyPr/>
        <a:lstStyle/>
        <a:p>
          <a:endParaRPr lang="es-AR" b="1"/>
        </a:p>
      </dgm:t>
    </dgm:pt>
    <dgm:pt modelId="{CE668E2C-B076-4B99-B5D4-8570DE8F0632}" type="sibTrans" cxnId="{3B3C3E69-6A08-408F-8E1D-7EC5C1AB532D}">
      <dgm:prSet/>
      <dgm:spPr/>
      <dgm:t>
        <a:bodyPr/>
        <a:lstStyle/>
        <a:p>
          <a:endParaRPr lang="es-AR" b="1"/>
        </a:p>
      </dgm:t>
    </dgm:pt>
    <dgm:pt modelId="{D1ED1273-8864-4B70-BB3C-E2B7B746EDE8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9A44C6B0-D7AF-42F1-998F-69607709161B}" type="parTrans" cxnId="{2909D027-9FD5-4A99-9161-4AF8870E0A3F}">
      <dgm:prSet/>
      <dgm:spPr/>
      <dgm:t>
        <a:bodyPr/>
        <a:lstStyle/>
        <a:p>
          <a:endParaRPr lang="es-AR" b="1"/>
        </a:p>
      </dgm:t>
    </dgm:pt>
    <dgm:pt modelId="{4EEA9496-247B-403B-B859-9CD59B4F3767}" type="sibTrans" cxnId="{2909D027-9FD5-4A99-9161-4AF8870E0A3F}">
      <dgm:prSet/>
      <dgm:spPr/>
      <dgm:t>
        <a:bodyPr/>
        <a:lstStyle/>
        <a:p>
          <a:endParaRPr lang="es-AR" b="1"/>
        </a:p>
      </dgm:t>
    </dgm:pt>
    <dgm:pt modelId="{7DA256ED-EBE1-441C-BB9C-B15B6D9BCC2C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A86BF121-5681-450D-B681-E6A322371960}" type="parTrans" cxnId="{20522A3D-02D9-42DA-A728-CF359930A9BB}">
      <dgm:prSet/>
      <dgm:spPr/>
      <dgm:t>
        <a:bodyPr/>
        <a:lstStyle/>
        <a:p>
          <a:endParaRPr lang="es-AR" b="1"/>
        </a:p>
      </dgm:t>
    </dgm:pt>
    <dgm:pt modelId="{C0AE50D2-E7F9-4739-BDF5-A6139007C80D}" type="sibTrans" cxnId="{20522A3D-02D9-42DA-A728-CF359930A9BB}">
      <dgm:prSet/>
      <dgm:spPr/>
      <dgm:t>
        <a:bodyPr/>
        <a:lstStyle/>
        <a:p>
          <a:endParaRPr lang="es-AR" b="1"/>
        </a:p>
      </dgm:t>
    </dgm:pt>
    <dgm:pt modelId="{0C0F9466-AC01-4F15-A5A7-82E52EDC6308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287B3910-334F-4AB2-811A-57109EBC01A2}" type="parTrans" cxnId="{E01D3F05-4742-454D-9BA2-BC54A887D5A1}">
      <dgm:prSet/>
      <dgm:spPr/>
      <dgm:t>
        <a:bodyPr/>
        <a:lstStyle/>
        <a:p>
          <a:endParaRPr lang="es-AR" b="1"/>
        </a:p>
      </dgm:t>
    </dgm:pt>
    <dgm:pt modelId="{CD889CD3-C8AE-4A3A-BB2D-0ABFCE2D5736}" type="sibTrans" cxnId="{E01D3F05-4742-454D-9BA2-BC54A887D5A1}">
      <dgm:prSet/>
      <dgm:spPr/>
      <dgm:t>
        <a:bodyPr/>
        <a:lstStyle/>
        <a:p>
          <a:endParaRPr lang="es-AR" b="1"/>
        </a:p>
      </dgm:t>
    </dgm:pt>
    <dgm:pt modelId="{F9ADA7D2-8C45-4A6B-8566-7412D25D907D}" type="pres">
      <dgm:prSet presAssocID="{BA2C69FB-AD47-420F-866F-4C0867CFD8B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A273E3-FA44-4D3D-B8DC-2F97C1B75659}" type="pres">
      <dgm:prSet presAssocID="{54576F70-CFC9-49A6-A7F7-C9CA5E690561}" presName="hierRoot1" presStyleCnt="0"/>
      <dgm:spPr/>
    </dgm:pt>
    <dgm:pt modelId="{0B070584-336A-4E38-B056-0C627DF594E4}" type="pres">
      <dgm:prSet presAssocID="{54576F70-CFC9-49A6-A7F7-C9CA5E690561}" presName="composite" presStyleCnt="0"/>
      <dgm:spPr/>
    </dgm:pt>
    <dgm:pt modelId="{B0775016-3B2B-4819-A79A-3FD622A18C6A}" type="pres">
      <dgm:prSet presAssocID="{54576F70-CFC9-49A6-A7F7-C9CA5E690561}" presName="background" presStyleLbl="node0" presStyleIdx="0" presStyleCnt="1"/>
      <dgm:spPr/>
    </dgm:pt>
    <dgm:pt modelId="{03F0D7D3-647B-4FBB-9C31-AC25CF2F21BF}" type="pres">
      <dgm:prSet presAssocID="{54576F70-CFC9-49A6-A7F7-C9CA5E690561}" presName="text" presStyleLbl="fgAcc0" presStyleIdx="0" presStyleCnt="1">
        <dgm:presLayoutVars>
          <dgm:chPref val="3"/>
        </dgm:presLayoutVars>
      </dgm:prSet>
      <dgm:spPr/>
    </dgm:pt>
    <dgm:pt modelId="{20C37181-4FEE-41AB-A9C0-8699AC23B04A}" type="pres">
      <dgm:prSet presAssocID="{54576F70-CFC9-49A6-A7F7-C9CA5E690561}" presName="hierChild2" presStyleCnt="0"/>
      <dgm:spPr/>
    </dgm:pt>
    <dgm:pt modelId="{1F27340D-4E49-45E0-91A8-E1DDAB6F21D8}" type="pres">
      <dgm:prSet presAssocID="{1EC44C0C-DD4F-4915-B60F-8BAEFA37E13A}" presName="Name10" presStyleLbl="parChTrans1D2" presStyleIdx="0" presStyleCnt="2"/>
      <dgm:spPr/>
    </dgm:pt>
    <dgm:pt modelId="{0C1B07E4-3A90-42D1-ABF0-7097991B2977}" type="pres">
      <dgm:prSet presAssocID="{B3A60A2C-0B63-446F-81DE-AB4D141AA222}" presName="hierRoot2" presStyleCnt="0"/>
      <dgm:spPr/>
    </dgm:pt>
    <dgm:pt modelId="{23A1ABC6-E345-4703-B3E3-7111AABD2D00}" type="pres">
      <dgm:prSet presAssocID="{B3A60A2C-0B63-446F-81DE-AB4D141AA222}" presName="composite2" presStyleCnt="0"/>
      <dgm:spPr/>
    </dgm:pt>
    <dgm:pt modelId="{0330B9E3-7EA6-4B30-817B-2BB21ED3176F}" type="pres">
      <dgm:prSet presAssocID="{B3A60A2C-0B63-446F-81DE-AB4D141AA222}" presName="background2" presStyleLbl="node2" presStyleIdx="0" presStyleCnt="2"/>
      <dgm:spPr/>
    </dgm:pt>
    <dgm:pt modelId="{B6DE700D-E91E-427D-870E-8544098C19BE}" type="pres">
      <dgm:prSet presAssocID="{B3A60A2C-0B63-446F-81DE-AB4D141AA222}" presName="text2" presStyleLbl="fgAcc2" presStyleIdx="0" presStyleCnt="2">
        <dgm:presLayoutVars>
          <dgm:chPref val="3"/>
        </dgm:presLayoutVars>
      </dgm:prSet>
      <dgm:spPr/>
    </dgm:pt>
    <dgm:pt modelId="{B7F7942F-76C3-446C-8524-8E934016E751}" type="pres">
      <dgm:prSet presAssocID="{B3A60A2C-0B63-446F-81DE-AB4D141AA222}" presName="hierChild3" presStyleCnt="0"/>
      <dgm:spPr/>
    </dgm:pt>
    <dgm:pt modelId="{80C3B909-15F8-4B89-A105-2D7BA6115BA8}" type="pres">
      <dgm:prSet presAssocID="{EC58122E-8A72-41D0-9F13-AC29A6F1B4A2}" presName="Name17" presStyleLbl="parChTrans1D3" presStyleIdx="0" presStyleCnt="3"/>
      <dgm:spPr/>
    </dgm:pt>
    <dgm:pt modelId="{0D4A5C31-D362-4799-A3D8-AD0D0E4B8555}" type="pres">
      <dgm:prSet presAssocID="{3BFA77B0-D583-4CE8-92DC-727337FD5FFE}" presName="hierRoot3" presStyleCnt="0"/>
      <dgm:spPr/>
    </dgm:pt>
    <dgm:pt modelId="{164BB9DB-2C1D-45C0-8113-F6085518A7D9}" type="pres">
      <dgm:prSet presAssocID="{3BFA77B0-D583-4CE8-92DC-727337FD5FFE}" presName="composite3" presStyleCnt="0"/>
      <dgm:spPr/>
    </dgm:pt>
    <dgm:pt modelId="{A29C9BA6-4C65-4142-A6DC-5F37A0C983F6}" type="pres">
      <dgm:prSet presAssocID="{3BFA77B0-D583-4CE8-92DC-727337FD5FFE}" presName="background3" presStyleLbl="node3" presStyleIdx="0" presStyleCnt="3"/>
      <dgm:spPr/>
    </dgm:pt>
    <dgm:pt modelId="{DE1A3D29-30B7-4A38-8275-587E9EC6549E}" type="pres">
      <dgm:prSet presAssocID="{3BFA77B0-D583-4CE8-92DC-727337FD5FFE}" presName="text3" presStyleLbl="fgAcc3" presStyleIdx="0" presStyleCnt="3">
        <dgm:presLayoutVars>
          <dgm:chPref val="3"/>
        </dgm:presLayoutVars>
      </dgm:prSet>
      <dgm:spPr/>
    </dgm:pt>
    <dgm:pt modelId="{FCCD3C6A-4A18-4A93-8231-C1D46E1C1B0E}" type="pres">
      <dgm:prSet presAssocID="{3BFA77B0-D583-4CE8-92DC-727337FD5FFE}" presName="hierChild4" presStyleCnt="0"/>
      <dgm:spPr/>
    </dgm:pt>
    <dgm:pt modelId="{9E429214-FC9A-4A57-A239-046B12C034A7}" type="pres">
      <dgm:prSet presAssocID="{D0561D86-C7F7-48F9-B14E-E9582C88F424}" presName="Name23" presStyleLbl="parChTrans1D4" presStyleIdx="0" presStyleCnt="6"/>
      <dgm:spPr/>
    </dgm:pt>
    <dgm:pt modelId="{9FE6E87F-2951-4B7B-A308-70AA9F23E05C}" type="pres">
      <dgm:prSet presAssocID="{513B0877-55BC-45A7-A53E-C76004E7B1F9}" presName="hierRoot4" presStyleCnt="0"/>
      <dgm:spPr/>
    </dgm:pt>
    <dgm:pt modelId="{325A196D-4B36-4AD4-9378-176543B4BE26}" type="pres">
      <dgm:prSet presAssocID="{513B0877-55BC-45A7-A53E-C76004E7B1F9}" presName="composite4" presStyleCnt="0"/>
      <dgm:spPr/>
    </dgm:pt>
    <dgm:pt modelId="{F0F387AD-D2F3-44BE-BF06-C27AEDD07648}" type="pres">
      <dgm:prSet presAssocID="{513B0877-55BC-45A7-A53E-C76004E7B1F9}" presName="background4" presStyleLbl="node4" presStyleIdx="0" presStyleCnt="6"/>
      <dgm:spPr/>
    </dgm:pt>
    <dgm:pt modelId="{46BB480A-AFEB-435C-BF6F-D49701986C94}" type="pres">
      <dgm:prSet presAssocID="{513B0877-55BC-45A7-A53E-C76004E7B1F9}" presName="text4" presStyleLbl="fgAcc4" presStyleIdx="0" presStyleCnt="6">
        <dgm:presLayoutVars>
          <dgm:chPref val="3"/>
        </dgm:presLayoutVars>
      </dgm:prSet>
      <dgm:spPr/>
    </dgm:pt>
    <dgm:pt modelId="{2816F229-104D-49D2-A81D-1B78DECD7716}" type="pres">
      <dgm:prSet presAssocID="{513B0877-55BC-45A7-A53E-C76004E7B1F9}" presName="hierChild5" presStyleCnt="0"/>
      <dgm:spPr/>
    </dgm:pt>
    <dgm:pt modelId="{42D5A47F-A428-4EE0-AA9E-8EADA2D455E1}" type="pres">
      <dgm:prSet presAssocID="{4C043776-5EA6-4F41-A9CC-8C007E59434D}" presName="Name23" presStyleLbl="parChTrans1D4" presStyleIdx="1" presStyleCnt="6"/>
      <dgm:spPr/>
    </dgm:pt>
    <dgm:pt modelId="{3B9C911B-01E1-4A39-AB02-69B4AF715C4D}" type="pres">
      <dgm:prSet presAssocID="{734A3F1C-E3F1-43AC-8302-4FBBBC832824}" presName="hierRoot4" presStyleCnt="0"/>
      <dgm:spPr/>
    </dgm:pt>
    <dgm:pt modelId="{C3DD5AE9-42E2-4740-A6F9-36C375C17671}" type="pres">
      <dgm:prSet presAssocID="{734A3F1C-E3F1-43AC-8302-4FBBBC832824}" presName="composite4" presStyleCnt="0"/>
      <dgm:spPr/>
    </dgm:pt>
    <dgm:pt modelId="{C8AA5EFA-A769-4787-BF1B-867AEDF7719C}" type="pres">
      <dgm:prSet presAssocID="{734A3F1C-E3F1-43AC-8302-4FBBBC832824}" presName="background4" presStyleLbl="node4" presStyleIdx="1" presStyleCnt="6"/>
      <dgm:spPr/>
    </dgm:pt>
    <dgm:pt modelId="{B5828FF3-3DF0-4531-9817-EE11BBD26CFD}" type="pres">
      <dgm:prSet presAssocID="{734A3F1C-E3F1-43AC-8302-4FBBBC832824}" presName="text4" presStyleLbl="fgAcc4" presStyleIdx="1" presStyleCnt="6">
        <dgm:presLayoutVars>
          <dgm:chPref val="3"/>
        </dgm:presLayoutVars>
      </dgm:prSet>
      <dgm:spPr/>
    </dgm:pt>
    <dgm:pt modelId="{A8CFA151-3866-4E43-B1D5-D212C974C953}" type="pres">
      <dgm:prSet presAssocID="{734A3F1C-E3F1-43AC-8302-4FBBBC832824}" presName="hierChild5" presStyleCnt="0"/>
      <dgm:spPr/>
    </dgm:pt>
    <dgm:pt modelId="{5C95BC3E-DAEB-47C1-BB24-8C6CC6E76080}" type="pres">
      <dgm:prSet presAssocID="{A473745C-F6E0-442A-9F8C-8FD617FE4505}" presName="Name17" presStyleLbl="parChTrans1D3" presStyleIdx="1" presStyleCnt="3"/>
      <dgm:spPr/>
    </dgm:pt>
    <dgm:pt modelId="{DBD6E09B-359C-4488-8F89-60A5142EE31C}" type="pres">
      <dgm:prSet presAssocID="{A5C5BD60-61FD-42FE-9276-D898B4853230}" presName="hierRoot3" presStyleCnt="0"/>
      <dgm:spPr/>
    </dgm:pt>
    <dgm:pt modelId="{8FD0F613-E296-4ADF-91E9-9F75C1A0277C}" type="pres">
      <dgm:prSet presAssocID="{A5C5BD60-61FD-42FE-9276-D898B4853230}" presName="composite3" presStyleCnt="0"/>
      <dgm:spPr/>
    </dgm:pt>
    <dgm:pt modelId="{C86260EC-EB22-4F25-8FD5-B5806DCA930D}" type="pres">
      <dgm:prSet presAssocID="{A5C5BD60-61FD-42FE-9276-D898B4853230}" presName="background3" presStyleLbl="node3" presStyleIdx="1" presStyleCnt="3"/>
      <dgm:spPr/>
    </dgm:pt>
    <dgm:pt modelId="{FAD936E3-6678-43FF-9977-6679F79E936F}" type="pres">
      <dgm:prSet presAssocID="{A5C5BD60-61FD-42FE-9276-D898B4853230}" presName="text3" presStyleLbl="fgAcc3" presStyleIdx="1" presStyleCnt="3">
        <dgm:presLayoutVars>
          <dgm:chPref val="3"/>
        </dgm:presLayoutVars>
      </dgm:prSet>
      <dgm:spPr/>
    </dgm:pt>
    <dgm:pt modelId="{527B09BC-6CF9-4C53-827A-8550052B3EF4}" type="pres">
      <dgm:prSet presAssocID="{A5C5BD60-61FD-42FE-9276-D898B4853230}" presName="hierChild4" presStyleCnt="0"/>
      <dgm:spPr/>
    </dgm:pt>
    <dgm:pt modelId="{503A9B0E-90D8-4BED-8CD2-C0CA55B2323E}" type="pres">
      <dgm:prSet presAssocID="{619A5A12-DB9C-4DC6-A894-0E5FDA4F84D3}" presName="Name17" presStyleLbl="parChTrans1D3" presStyleIdx="2" presStyleCnt="3"/>
      <dgm:spPr/>
    </dgm:pt>
    <dgm:pt modelId="{218FBB73-95C1-4F2D-86E0-9CE0B58B60CC}" type="pres">
      <dgm:prSet presAssocID="{BDBFF09E-5CC8-4E44-A19D-B76377FDE26F}" presName="hierRoot3" presStyleCnt="0"/>
      <dgm:spPr/>
    </dgm:pt>
    <dgm:pt modelId="{2B00D5AE-D916-469E-9D02-76F78E0E715D}" type="pres">
      <dgm:prSet presAssocID="{BDBFF09E-5CC8-4E44-A19D-B76377FDE26F}" presName="composite3" presStyleCnt="0"/>
      <dgm:spPr/>
    </dgm:pt>
    <dgm:pt modelId="{F04F5620-C9DC-4E67-A93C-A77EFAC80F4E}" type="pres">
      <dgm:prSet presAssocID="{BDBFF09E-5CC8-4E44-A19D-B76377FDE26F}" presName="background3" presStyleLbl="node3" presStyleIdx="2" presStyleCnt="3"/>
      <dgm:spPr/>
    </dgm:pt>
    <dgm:pt modelId="{6FDBD365-0A35-4271-8939-EDC54AEB481A}" type="pres">
      <dgm:prSet presAssocID="{BDBFF09E-5CC8-4E44-A19D-B76377FDE26F}" presName="text3" presStyleLbl="fgAcc3" presStyleIdx="2" presStyleCnt="3">
        <dgm:presLayoutVars>
          <dgm:chPref val="3"/>
        </dgm:presLayoutVars>
      </dgm:prSet>
      <dgm:spPr/>
    </dgm:pt>
    <dgm:pt modelId="{25002EB2-BAB9-4664-8509-678F74A9AE0D}" type="pres">
      <dgm:prSet presAssocID="{BDBFF09E-5CC8-4E44-A19D-B76377FDE26F}" presName="hierChild4" presStyleCnt="0"/>
      <dgm:spPr/>
    </dgm:pt>
    <dgm:pt modelId="{1CA3B9CF-CBCF-4D58-AA44-6EF7AE757728}" type="pres">
      <dgm:prSet presAssocID="{287B3910-334F-4AB2-811A-57109EBC01A2}" presName="Name23" presStyleLbl="parChTrans1D4" presStyleIdx="2" presStyleCnt="6"/>
      <dgm:spPr/>
    </dgm:pt>
    <dgm:pt modelId="{A5659D15-D3EB-434B-AD8C-CD2793DD45D1}" type="pres">
      <dgm:prSet presAssocID="{0C0F9466-AC01-4F15-A5A7-82E52EDC6308}" presName="hierRoot4" presStyleCnt="0"/>
      <dgm:spPr/>
    </dgm:pt>
    <dgm:pt modelId="{C1A1A8E9-1CC9-4261-9F82-AAB0399E1839}" type="pres">
      <dgm:prSet presAssocID="{0C0F9466-AC01-4F15-A5A7-82E52EDC6308}" presName="composite4" presStyleCnt="0"/>
      <dgm:spPr/>
    </dgm:pt>
    <dgm:pt modelId="{B527B8FC-D5DB-439F-B37F-AF9D265BB87D}" type="pres">
      <dgm:prSet presAssocID="{0C0F9466-AC01-4F15-A5A7-82E52EDC6308}" presName="background4" presStyleLbl="node4" presStyleIdx="2" presStyleCnt="6"/>
      <dgm:spPr/>
    </dgm:pt>
    <dgm:pt modelId="{5148AB52-42FC-450B-B41E-CEC438FD1C90}" type="pres">
      <dgm:prSet presAssocID="{0C0F9466-AC01-4F15-A5A7-82E52EDC6308}" presName="text4" presStyleLbl="fgAcc4" presStyleIdx="2" presStyleCnt="6">
        <dgm:presLayoutVars>
          <dgm:chPref val="3"/>
        </dgm:presLayoutVars>
      </dgm:prSet>
      <dgm:spPr/>
    </dgm:pt>
    <dgm:pt modelId="{F984EF5D-5ECA-484E-8329-A00884C24C19}" type="pres">
      <dgm:prSet presAssocID="{0C0F9466-AC01-4F15-A5A7-82E52EDC6308}" presName="hierChild5" presStyleCnt="0"/>
      <dgm:spPr/>
    </dgm:pt>
    <dgm:pt modelId="{9FA4E02A-DEFB-4DBF-A23F-48DC6EEFF04E}" type="pres">
      <dgm:prSet presAssocID="{8871662B-BC87-443D-AB09-34FA1541BC3C}" presName="Name23" presStyleLbl="parChTrans1D4" presStyleIdx="3" presStyleCnt="6"/>
      <dgm:spPr/>
    </dgm:pt>
    <dgm:pt modelId="{B8A3DBB8-750F-4199-B592-6DFF255E6E01}" type="pres">
      <dgm:prSet presAssocID="{3146D579-9384-4DAA-BA3F-AC3D9293DECF}" presName="hierRoot4" presStyleCnt="0"/>
      <dgm:spPr/>
    </dgm:pt>
    <dgm:pt modelId="{477F6699-FE53-40B7-9426-E4BAB6FB554E}" type="pres">
      <dgm:prSet presAssocID="{3146D579-9384-4DAA-BA3F-AC3D9293DECF}" presName="composite4" presStyleCnt="0"/>
      <dgm:spPr/>
    </dgm:pt>
    <dgm:pt modelId="{9B3A9A52-E0E6-488A-B59D-CD6DF7665DB7}" type="pres">
      <dgm:prSet presAssocID="{3146D579-9384-4DAA-BA3F-AC3D9293DECF}" presName="background4" presStyleLbl="node4" presStyleIdx="3" presStyleCnt="6"/>
      <dgm:spPr/>
    </dgm:pt>
    <dgm:pt modelId="{C9C364CC-BF29-4625-933F-62AE369AD053}" type="pres">
      <dgm:prSet presAssocID="{3146D579-9384-4DAA-BA3F-AC3D9293DECF}" presName="text4" presStyleLbl="fgAcc4" presStyleIdx="3" presStyleCnt="6">
        <dgm:presLayoutVars>
          <dgm:chPref val="3"/>
        </dgm:presLayoutVars>
      </dgm:prSet>
      <dgm:spPr/>
    </dgm:pt>
    <dgm:pt modelId="{054E1CCD-C417-47C1-84C4-401478278384}" type="pres">
      <dgm:prSet presAssocID="{3146D579-9384-4DAA-BA3F-AC3D9293DECF}" presName="hierChild5" presStyleCnt="0"/>
      <dgm:spPr/>
    </dgm:pt>
    <dgm:pt modelId="{8AC6DE82-1246-4775-84F7-3377E25C9545}" type="pres">
      <dgm:prSet presAssocID="{9A44C6B0-D7AF-42F1-998F-69607709161B}" presName="Name23" presStyleLbl="parChTrans1D4" presStyleIdx="4" presStyleCnt="6"/>
      <dgm:spPr/>
    </dgm:pt>
    <dgm:pt modelId="{BCBAA5C0-87E9-4C07-82FF-D6D5DBCE3615}" type="pres">
      <dgm:prSet presAssocID="{D1ED1273-8864-4B70-BB3C-E2B7B746EDE8}" presName="hierRoot4" presStyleCnt="0"/>
      <dgm:spPr/>
    </dgm:pt>
    <dgm:pt modelId="{DE296FBB-3457-4EDE-A6E6-6FB608D5BDBA}" type="pres">
      <dgm:prSet presAssocID="{D1ED1273-8864-4B70-BB3C-E2B7B746EDE8}" presName="composite4" presStyleCnt="0"/>
      <dgm:spPr/>
    </dgm:pt>
    <dgm:pt modelId="{0C7F8E1E-23A0-458D-A07B-1CA549F8A69A}" type="pres">
      <dgm:prSet presAssocID="{D1ED1273-8864-4B70-BB3C-E2B7B746EDE8}" presName="background4" presStyleLbl="node4" presStyleIdx="4" presStyleCnt="6"/>
      <dgm:spPr/>
    </dgm:pt>
    <dgm:pt modelId="{57A5A87A-F08D-4A9E-91BA-E4C18488303F}" type="pres">
      <dgm:prSet presAssocID="{D1ED1273-8864-4B70-BB3C-E2B7B746EDE8}" presName="text4" presStyleLbl="fgAcc4" presStyleIdx="4" presStyleCnt="6">
        <dgm:presLayoutVars>
          <dgm:chPref val="3"/>
        </dgm:presLayoutVars>
      </dgm:prSet>
      <dgm:spPr/>
    </dgm:pt>
    <dgm:pt modelId="{0728E07A-C208-4191-96AC-B3EAC38EC5F8}" type="pres">
      <dgm:prSet presAssocID="{D1ED1273-8864-4B70-BB3C-E2B7B746EDE8}" presName="hierChild5" presStyleCnt="0"/>
      <dgm:spPr/>
    </dgm:pt>
    <dgm:pt modelId="{1D6FF4BA-3AD5-4C02-9946-19AB87955B5D}" type="pres">
      <dgm:prSet presAssocID="{A86BF121-5681-450D-B681-E6A322371960}" presName="Name23" presStyleLbl="parChTrans1D4" presStyleIdx="5" presStyleCnt="6"/>
      <dgm:spPr/>
    </dgm:pt>
    <dgm:pt modelId="{F80BE4DE-A20C-47C0-8481-D0E3E7872A57}" type="pres">
      <dgm:prSet presAssocID="{7DA256ED-EBE1-441C-BB9C-B15B6D9BCC2C}" presName="hierRoot4" presStyleCnt="0"/>
      <dgm:spPr/>
    </dgm:pt>
    <dgm:pt modelId="{8CA58882-0A7E-48BB-86CF-574647D4EC98}" type="pres">
      <dgm:prSet presAssocID="{7DA256ED-EBE1-441C-BB9C-B15B6D9BCC2C}" presName="composite4" presStyleCnt="0"/>
      <dgm:spPr/>
    </dgm:pt>
    <dgm:pt modelId="{B5D7BD94-9619-43F7-A61C-402E3737E0A4}" type="pres">
      <dgm:prSet presAssocID="{7DA256ED-EBE1-441C-BB9C-B15B6D9BCC2C}" presName="background4" presStyleLbl="node4" presStyleIdx="5" presStyleCnt="6"/>
      <dgm:spPr/>
    </dgm:pt>
    <dgm:pt modelId="{5FAD35B0-0F50-49D1-86F3-36B76CC55444}" type="pres">
      <dgm:prSet presAssocID="{7DA256ED-EBE1-441C-BB9C-B15B6D9BCC2C}" presName="text4" presStyleLbl="fgAcc4" presStyleIdx="5" presStyleCnt="6">
        <dgm:presLayoutVars>
          <dgm:chPref val="3"/>
        </dgm:presLayoutVars>
      </dgm:prSet>
      <dgm:spPr/>
    </dgm:pt>
    <dgm:pt modelId="{18FE3A1D-4ABB-432D-9460-83A70B9D1EA6}" type="pres">
      <dgm:prSet presAssocID="{7DA256ED-EBE1-441C-BB9C-B15B6D9BCC2C}" presName="hierChild5" presStyleCnt="0"/>
      <dgm:spPr/>
    </dgm:pt>
    <dgm:pt modelId="{DDC187F4-1C24-4B3E-914E-3F699C4ACAFA}" type="pres">
      <dgm:prSet presAssocID="{A9E3AFA7-4DD7-4F84-9F96-F9480D1F3644}" presName="Name10" presStyleLbl="parChTrans1D2" presStyleIdx="1" presStyleCnt="2"/>
      <dgm:spPr/>
    </dgm:pt>
    <dgm:pt modelId="{678ADB0B-FB51-4FCB-A730-3215D6656B0F}" type="pres">
      <dgm:prSet presAssocID="{0D7C190F-D025-49F9-8997-CB92AF43C2E0}" presName="hierRoot2" presStyleCnt="0"/>
      <dgm:spPr/>
    </dgm:pt>
    <dgm:pt modelId="{C4B3195A-A2B5-4977-AD26-54ED3A6D1314}" type="pres">
      <dgm:prSet presAssocID="{0D7C190F-D025-49F9-8997-CB92AF43C2E0}" presName="composite2" presStyleCnt="0"/>
      <dgm:spPr/>
    </dgm:pt>
    <dgm:pt modelId="{7F76644A-BB96-483E-8E6C-E45F9974F0A4}" type="pres">
      <dgm:prSet presAssocID="{0D7C190F-D025-49F9-8997-CB92AF43C2E0}" presName="background2" presStyleLbl="node2" presStyleIdx="1" presStyleCnt="2"/>
      <dgm:spPr/>
    </dgm:pt>
    <dgm:pt modelId="{FC05D02F-EABA-4804-AD3A-D9E63A034C7C}" type="pres">
      <dgm:prSet presAssocID="{0D7C190F-D025-49F9-8997-CB92AF43C2E0}" presName="text2" presStyleLbl="fgAcc2" presStyleIdx="1" presStyleCnt="2">
        <dgm:presLayoutVars>
          <dgm:chPref val="3"/>
        </dgm:presLayoutVars>
      </dgm:prSet>
      <dgm:spPr/>
    </dgm:pt>
    <dgm:pt modelId="{89D536C6-5B43-4F75-9874-4FC74D29A267}" type="pres">
      <dgm:prSet presAssocID="{0D7C190F-D025-49F9-8997-CB92AF43C2E0}" presName="hierChild3" presStyleCnt="0"/>
      <dgm:spPr/>
    </dgm:pt>
  </dgm:ptLst>
  <dgm:cxnLst>
    <dgm:cxn modelId="{26BD8401-DF4A-4A97-B83F-5BC4BDC2DB98}" srcId="{54576F70-CFC9-49A6-A7F7-C9CA5E690561}" destId="{B3A60A2C-0B63-446F-81DE-AB4D141AA222}" srcOrd="0" destOrd="0" parTransId="{1EC44C0C-DD4F-4915-B60F-8BAEFA37E13A}" sibTransId="{FD9F9DF5-24B1-4AA6-9794-8F158F86C148}"/>
    <dgm:cxn modelId="{DB5E4004-E35B-4497-84F1-77F7CBDFA8E3}" type="presOf" srcId="{A473745C-F6E0-442A-9F8C-8FD617FE4505}" destId="{5C95BC3E-DAEB-47C1-BB24-8C6CC6E76080}" srcOrd="0" destOrd="0" presId="urn:microsoft.com/office/officeart/2005/8/layout/hierarchy1"/>
    <dgm:cxn modelId="{E01D3F05-4742-454D-9BA2-BC54A887D5A1}" srcId="{BDBFF09E-5CC8-4E44-A19D-B76377FDE26F}" destId="{0C0F9466-AC01-4F15-A5A7-82E52EDC6308}" srcOrd="0" destOrd="0" parTransId="{287B3910-334F-4AB2-811A-57109EBC01A2}" sibTransId="{CD889CD3-C8AE-4A3A-BB2D-0ABFCE2D5736}"/>
    <dgm:cxn modelId="{B5AC3809-C823-4F87-B484-441A79BF94D3}" type="presOf" srcId="{8871662B-BC87-443D-AB09-34FA1541BC3C}" destId="{9FA4E02A-DEFB-4DBF-A23F-48DC6EEFF04E}" srcOrd="0" destOrd="0" presId="urn:microsoft.com/office/officeart/2005/8/layout/hierarchy1"/>
    <dgm:cxn modelId="{DE14AA0F-B3EB-48F9-B2FB-EFEE6284C472}" srcId="{B3A60A2C-0B63-446F-81DE-AB4D141AA222}" destId="{3BFA77B0-D583-4CE8-92DC-727337FD5FFE}" srcOrd="0" destOrd="0" parTransId="{EC58122E-8A72-41D0-9F13-AC29A6F1B4A2}" sibTransId="{074CCFEC-8BF7-4D63-8109-2D2565A26148}"/>
    <dgm:cxn modelId="{BC768912-393C-4889-8377-480F5B4F2DA1}" type="presOf" srcId="{7DA256ED-EBE1-441C-BB9C-B15B6D9BCC2C}" destId="{5FAD35B0-0F50-49D1-86F3-36B76CC55444}" srcOrd="0" destOrd="0" presId="urn:microsoft.com/office/officeart/2005/8/layout/hierarchy1"/>
    <dgm:cxn modelId="{48B44416-160D-448F-AD3E-BF9FD894B453}" type="presOf" srcId="{9A44C6B0-D7AF-42F1-998F-69607709161B}" destId="{8AC6DE82-1246-4775-84F7-3377E25C9545}" srcOrd="0" destOrd="0" presId="urn:microsoft.com/office/officeart/2005/8/layout/hierarchy1"/>
    <dgm:cxn modelId="{50277616-E043-4BCA-88A7-15ACFCA55E50}" type="presOf" srcId="{A86BF121-5681-450D-B681-E6A322371960}" destId="{1D6FF4BA-3AD5-4C02-9946-19AB87955B5D}" srcOrd="0" destOrd="0" presId="urn:microsoft.com/office/officeart/2005/8/layout/hierarchy1"/>
    <dgm:cxn modelId="{670D5C18-3B45-4E0C-B8A6-68D9F638089B}" type="presOf" srcId="{3146D579-9384-4DAA-BA3F-AC3D9293DECF}" destId="{C9C364CC-BF29-4625-933F-62AE369AD053}" srcOrd="0" destOrd="0" presId="urn:microsoft.com/office/officeart/2005/8/layout/hierarchy1"/>
    <dgm:cxn modelId="{8ADB951A-8914-4D89-AA5D-D3FD50158D3D}" type="presOf" srcId="{0C0F9466-AC01-4F15-A5A7-82E52EDC6308}" destId="{5148AB52-42FC-450B-B41E-CEC438FD1C90}" srcOrd="0" destOrd="0" presId="urn:microsoft.com/office/officeart/2005/8/layout/hierarchy1"/>
    <dgm:cxn modelId="{2909D027-9FD5-4A99-9161-4AF8870E0A3F}" srcId="{3146D579-9384-4DAA-BA3F-AC3D9293DECF}" destId="{D1ED1273-8864-4B70-BB3C-E2B7B746EDE8}" srcOrd="0" destOrd="0" parTransId="{9A44C6B0-D7AF-42F1-998F-69607709161B}" sibTransId="{4EEA9496-247B-403B-B859-9CD59B4F3767}"/>
    <dgm:cxn modelId="{4C746028-F646-40EC-AA3B-336B8DA93201}" type="presOf" srcId="{A5C5BD60-61FD-42FE-9276-D898B4853230}" destId="{FAD936E3-6678-43FF-9977-6679F79E936F}" srcOrd="0" destOrd="0" presId="urn:microsoft.com/office/officeart/2005/8/layout/hierarchy1"/>
    <dgm:cxn modelId="{77E17930-0F8F-40A9-B5DB-7C0AB628764A}" type="presOf" srcId="{1EC44C0C-DD4F-4915-B60F-8BAEFA37E13A}" destId="{1F27340D-4E49-45E0-91A8-E1DDAB6F21D8}" srcOrd="0" destOrd="0" presId="urn:microsoft.com/office/officeart/2005/8/layout/hierarchy1"/>
    <dgm:cxn modelId="{13D9E331-B488-40BB-A418-F0E5D0DEEFAA}" type="presOf" srcId="{D0561D86-C7F7-48F9-B14E-E9582C88F424}" destId="{9E429214-FC9A-4A57-A239-046B12C034A7}" srcOrd="0" destOrd="0" presId="urn:microsoft.com/office/officeart/2005/8/layout/hierarchy1"/>
    <dgm:cxn modelId="{A38B0D38-B640-49E2-8366-24DE09D60607}" type="presOf" srcId="{D1ED1273-8864-4B70-BB3C-E2B7B746EDE8}" destId="{57A5A87A-F08D-4A9E-91BA-E4C18488303F}" srcOrd="0" destOrd="0" presId="urn:microsoft.com/office/officeart/2005/8/layout/hierarchy1"/>
    <dgm:cxn modelId="{20522A3D-02D9-42DA-A728-CF359930A9BB}" srcId="{3146D579-9384-4DAA-BA3F-AC3D9293DECF}" destId="{7DA256ED-EBE1-441C-BB9C-B15B6D9BCC2C}" srcOrd="1" destOrd="0" parTransId="{A86BF121-5681-450D-B681-E6A322371960}" sibTransId="{C0AE50D2-E7F9-4739-BDF5-A6139007C80D}"/>
    <dgm:cxn modelId="{162BF65D-4336-4220-85E0-F55BDDECAFDB}" type="presOf" srcId="{4C043776-5EA6-4F41-A9CC-8C007E59434D}" destId="{42D5A47F-A428-4EE0-AA9E-8EADA2D455E1}" srcOrd="0" destOrd="0" presId="urn:microsoft.com/office/officeart/2005/8/layout/hierarchy1"/>
    <dgm:cxn modelId="{A1223E5E-9DA2-43F2-99EB-CC0B2DFE5EE5}" srcId="{B3A60A2C-0B63-446F-81DE-AB4D141AA222}" destId="{BDBFF09E-5CC8-4E44-A19D-B76377FDE26F}" srcOrd="2" destOrd="0" parTransId="{619A5A12-DB9C-4DC6-A894-0E5FDA4F84D3}" sibTransId="{E8FDF2AA-9178-477C-ADAB-F352675B95A5}"/>
    <dgm:cxn modelId="{3070625F-AC42-431D-A613-1B7082B3A45E}" type="presOf" srcId="{734A3F1C-E3F1-43AC-8302-4FBBBC832824}" destId="{B5828FF3-3DF0-4531-9817-EE11BBD26CFD}" srcOrd="0" destOrd="0" presId="urn:microsoft.com/office/officeart/2005/8/layout/hierarchy1"/>
    <dgm:cxn modelId="{3B3C3E69-6A08-408F-8E1D-7EC5C1AB532D}" srcId="{BDBFF09E-5CC8-4E44-A19D-B76377FDE26F}" destId="{3146D579-9384-4DAA-BA3F-AC3D9293DECF}" srcOrd="1" destOrd="0" parTransId="{8871662B-BC87-443D-AB09-34FA1541BC3C}" sibTransId="{CE668E2C-B076-4B99-B5D4-8570DE8F0632}"/>
    <dgm:cxn modelId="{FB57324D-E44E-48A6-98DB-51242E1F358D}" type="presOf" srcId="{54576F70-CFC9-49A6-A7F7-C9CA5E690561}" destId="{03F0D7D3-647B-4FBB-9C31-AC25CF2F21BF}" srcOrd="0" destOrd="0" presId="urn:microsoft.com/office/officeart/2005/8/layout/hierarchy1"/>
    <dgm:cxn modelId="{C7F2FE77-CDA5-402D-935A-40CE56764AD3}" type="presOf" srcId="{EC58122E-8A72-41D0-9F13-AC29A6F1B4A2}" destId="{80C3B909-15F8-4B89-A105-2D7BA6115BA8}" srcOrd="0" destOrd="0" presId="urn:microsoft.com/office/officeart/2005/8/layout/hierarchy1"/>
    <dgm:cxn modelId="{16F8545A-D94E-4CD3-BC6F-EFEBEB82196D}" srcId="{3BFA77B0-D583-4CE8-92DC-727337FD5FFE}" destId="{734A3F1C-E3F1-43AC-8302-4FBBBC832824}" srcOrd="1" destOrd="0" parTransId="{4C043776-5EA6-4F41-A9CC-8C007E59434D}" sibTransId="{2B78B867-5671-4439-A71C-7E879D0BA5E6}"/>
    <dgm:cxn modelId="{0563977A-4FE2-4392-909E-2BB8C7D87985}" srcId="{B3A60A2C-0B63-446F-81DE-AB4D141AA222}" destId="{A5C5BD60-61FD-42FE-9276-D898B4853230}" srcOrd="1" destOrd="0" parTransId="{A473745C-F6E0-442A-9F8C-8FD617FE4505}" sibTransId="{0F91FBDE-32B9-4D4C-9E6B-6B6F7E372037}"/>
    <dgm:cxn modelId="{E045B27F-F483-4150-864A-A7E6BD3EA6C5}" srcId="{3BFA77B0-D583-4CE8-92DC-727337FD5FFE}" destId="{513B0877-55BC-45A7-A53E-C76004E7B1F9}" srcOrd="0" destOrd="0" parTransId="{D0561D86-C7F7-48F9-B14E-E9582C88F424}" sibTransId="{2A589FA8-779B-4D21-A9F2-3C30E24D8055}"/>
    <dgm:cxn modelId="{EC5AD591-7DD4-44A0-B085-BAABD05B836F}" srcId="{54576F70-CFC9-49A6-A7F7-C9CA5E690561}" destId="{0D7C190F-D025-49F9-8997-CB92AF43C2E0}" srcOrd="1" destOrd="0" parTransId="{A9E3AFA7-4DD7-4F84-9F96-F9480D1F3644}" sibTransId="{B30692E4-E960-403E-9A58-1BF0FBADE55E}"/>
    <dgm:cxn modelId="{72C609A2-67F5-4165-AC62-76DBDC74A406}" type="presOf" srcId="{513B0877-55BC-45A7-A53E-C76004E7B1F9}" destId="{46BB480A-AFEB-435C-BF6F-D49701986C94}" srcOrd="0" destOrd="0" presId="urn:microsoft.com/office/officeart/2005/8/layout/hierarchy1"/>
    <dgm:cxn modelId="{493EC4B4-D2AC-454D-AAE5-970373AFBBB3}" type="presOf" srcId="{B3A60A2C-0B63-446F-81DE-AB4D141AA222}" destId="{B6DE700D-E91E-427D-870E-8544098C19BE}" srcOrd="0" destOrd="0" presId="urn:microsoft.com/office/officeart/2005/8/layout/hierarchy1"/>
    <dgm:cxn modelId="{52ABA7B6-86C9-42B5-B3E5-254FA2B63F52}" type="presOf" srcId="{A9E3AFA7-4DD7-4F84-9F96-F9480D1F3644}" destId="{DDC187F4-1C24-4B3E-914E-3F699C4ACAFA}" srcOrd="0" destOrd="0" presId="urn:microsoft.com/office/officeart/2005/8/layout/hierarchy1"/>
    <dgm:cxn modelId="{FE2D79D0-5B20-4192-B661-060E7E62C013}" type="presOf" srcId="{619A5A12-DB9C-4DC6-A894-0E5FDA4F84D3}" destId="{503A9B0E-90D8-4BED-8CD2-C0CA55B2323E}" srcOrd="0" destOrd="0" presId="urn:microsoft.com/office/officeart/2005/8/layout/hierarchy1"/>
    <dgm:cxn modelId="{9FED41D2-0EC6-4DAA-A2EA-EC43D9BBBE7A}" type="presOf" srcId="{287B3910-334F-4AB2-811A-57109EBC01A2}" destId="{1CA3B9CF-CBCF-4D58-AA44-6EF7AE757728}" srcOrd="0" destOrd="0" presId="urn:microsoft.com/office/officeart/2005/8/layout/hierarchy1"/>
    <dgm:cxn modelId="{4D6931D5-A953-44AB-9EE7-EC68F7FF183E}" type="presOf" srcId="{BDBFF09E-5CC8-4E44-A19D-B76377FDE26F}" destId="{6FDBD365-0A35-4271-8939-EDC54AEB481A}" srcOrd="0" destOrd="0" presId="urn:microsoft.com/office/officeart/2005/8/layout/hierarchy1"/>
    <dgm:cxn modelId="{745A13EB-167D-4A68-B6C8-0DB793F826F6}" type="presOf" srcId="{3BFA77B0-D583-4CE8-92DC-727337FD5FFE}" destId="{DE1A3D29-30B7-4A38-8275-587E9EC6549E}" srcOrd="0" destOrd="0" presId="urn:microsoft.com/office/officeart/2005/8/layout/hierarchy1"/>
    <dgm:cxn modelId="{978BF4F2-668E-4BC9-AB5B-2130AD03086C}" srcId="{BA2C69FB-AD47-420F-866F-4C0867CFD8B0}" destId="{54576F70-CFC9-49A6-A7F7-C9CA5E690561}" srcOrd="0" destOrd="0" parTransId="{E26BA227-4965-405A-A283-66A038016C52}" sibTransId="{CBFD6EB3-FACC-4A61-BC6B-9D886D8D0500}"/>
    <dgm:cxn modelId="{356CB4F7-DBD6-4646-B3D5-6143F4809B29}" type="presOf" srcId="{BA2C69FB-AD47-420F-866F-4C0867CFD8B0}" destId="{F9ADA7D2-8C45-4A6B-8566-7412D25D907D}" srcOrd="0" destOrd="0" presId="urn:microsoft.com/office/officeart/2005/8/layout/hierarchy1"/>
    <dgm:cxn modelId="{B4D98BFB-631E-4CFD-9C96-242BDA43D886}" type="presOf" srcId="{0D7C190F-D025-49F9-8997-CB92AF43C2E0}" destId="{FC05D02F-EABA-4804-AD3A-D9E63A034C7C}" srcOrd="0" destOrd="0" presId="urn:microsoft.com/office/officeart/2005/8/layout/hierarchy1"/>
    <dgm:cxn modelId="{487A7FED-CF52-42BE-A05F-0D16BBBF5C42}" type="presParOf" srcId="{F9ADA7D2-8C45-4A6B-8566-7412D25D907D}" destId="{97A273E3-FA44-4D3D-B8DC-2F97C1B75659}" srcOrd="0" destOrd="0" presId="urn:microsoft.com/office/officeart/2005/8/layout/hierarchy1"/>
    <dgm:cxn modelId="{84BF3C69-D887-4C97-86B0-447F663FB788}" type="presParOf" srcId="{97A273E3-FA44-4D3D-B8DC-2F97C1B75659}" destId="{0B070584-336A-4E38-B056-0C627DF594E4}" srcOrd="0" destOrd="0" presId="urn:microsoft.com/office/officeart/2005/8/layout/hierarchy1"/>
    <dgm:cxn modelId="{EEF460B5-2F21-4FA2-9BDE-C346277BE9A5}" type="presParOf" srcId="{0B070584-336A-4E38-B056-0C627DF594E4}" destId="{B0775016-3B2B-4819-A79A-3FD622A18C6A}" srcOrd="0" destOrd="0" presId="urn:microsoft.com/office/officeart/2005/8/layout/hierarchy1"/>
    <dgm:cxn modelId="{6E5DD152-692F-4650-B34C-B16B003C63B2}" type="presParOf" srcId="{0B070584-336A-4E38-B056-0C627DF594E4}" destId="{03F0D7D3-647B-4FBB-9C31-AC25CF2F21BF}" srcOrd="1" destOrd="0" presId="urn:microsoft.com/office/officeart/2005/8/layout/hierarchy1"/>
    <dgm:cxn modelId="{85B9ACC6-A842-48FA-B48F-D5A597A68068}" type="presParOf" srcId="{97A273E3-FA44-4D3D-B8DC-2F97C1B75659}" destId="{20C37181-4FEE-41AB-A9C0-8699AC23B04A}" srcOrd="1" destOrd="0" presId="urn:microsoft.com/office/officeart/2005/8/layout/hierarchy1"/>
    <dgm:cxn modelId="{C46E8E20-013F-4292-81B0-C8E5E280AB6B}" type="presParOf" srcId="{20C37181-4FEE-41AB-A9C0-8699AC23B04A}" destId="{1F27340D-4E49-45E0-91A8-E1DDAB6F21D8}" srcOrd="0" destOrd="0" presId="urn:microsoft.com/office/officeart/2005/8/layout/hierarchy1"/>
    <dgm:cxn modelId="{A7FD89CE-057F-4D31-9E71-74D730A6CC58}" type="presParOf" srcId="{20C37181-4FEE-41AB-A9C0-8699AC23B04A}" destId="{0C1B07E4-3A90-42D1-ABF0-7097991B2977}" srcOrd="1" destOrd="0" presId="urn:microsoft.com/office/officeart/2005/8/layout/hierarchy1"/>
    <dgm:cxn modelId="{24FCC880-886C-444F-B735-D3ECAA51784C}" type="presParOf" srcId="{0C1B07E4-3A90-42D1-ABF0-7097991B2977}" destId="{23A1ABC6-E345-4703-B3E3-7111AABD2D00}" srcOrd="0" destOrd="0" presId="urn:microsoft.com/office/officeart/2005/8/layout/hierarchy1"/>
    <dgm:cxn modelId="{EC945775-BC1B-4E62-BC13-9F1B5175AC25}" type="presParOf" srcId="{23A1ABC6-E345-4703-B3E3-7111AABD2D00}" destId="{0330B9E3-7EA6-4B30-817B-2BB21ED3176F}" srcOrd="0" destOrd="0" presId="urn:microsoft.com/office/officeart/2005/8/layout/hierarchy1"/>
    <dgm:cxn modelId="{B94A114C-EB36-487A-BE4B-EAD14A40D96D}" type="presParOf" srcId="{23A1ABC6-E345-4703-B3E3-7111AABD2D00}" destId="{B6DE700D-E91E-427D-870E-8544098C19BE}" srcOrd="1" destOrd="0" presId="urn:microsoft.com/office/officeart/2005/8/layout/hierarchy1"/>
    <dgm:cxn modelId="{B1F39F46-16F2-43FB-B40A-F4F797EF5695}" type="presParOf" srcId="{0C1B07E4-3A90-42D1-ABF0-7097991B2977}" destId="{B7F7942F-76C3-446C-8524-8E934016E751}" srcOrd="1" destOrd="0" presId="urn:microsoft.com/office/officeart/2005/8/layout/hierarchy1"/>
    <dgm:cxn modelId="{E78941AA-AD01-4EEA-A525-DEB4A1A2A37F}" type="presParOf" srcId="{B7F7942F-76C3-446C-8524-8E934016E751}" destId="{80C3B909-15F8-4B89-A105-2D7BA6115BA8}" srcOrd="0" destOrd="0" presId="urn:microsoft.com/office/officeart/2005/8/layout/hierarchy1"/>
    <dgm:cxn modelId="{1AE058B9-79E7-4B13-AC57-E5D707283FD4}" type="presParOf" srcId="{B7F7942F-76C3-446C-8524-8E934016E751}" destId="{0D4A5C31-D362-4799-A3D8-AD0D0E4B8555}" srcOrd="1" destOrd="0" presId="urn:microsoft.com/office/officeart/2005/8/layout/hierarchy1"/>
    <dgm:cxn modelId="{D35B32FB-D23D-4829-B776-540A7E8E4EEF}" type="presParOf" srcId="{0D4A5C31-D362-4799-A3D8-AD0D0E4B8555}" destId="{164BB9DB-2C1D-45C0-8113-F6085518A7D9}" srcOrd="0" destOrd="0" presId="urn:microsoft.com/office/officeart/2005/8/layout/hierarchy1"/>
    <dgm:cxn modelId="{0B267AF9-15EA-40A6-B90B-023A25B7BCF5}" type="presParOf" srcId="{164BB9DB-2C1D-45C0-8113-F6085518A7D9}" destId="{A29C9BA6-4C65-4142-A6DC-5F37A0C983F6}" srcOrd="0" destOrd="0" presId="urn:microsoft.com/office/officeart/2005/8/layout/hierarchy1"/>
    <dgm:cxn modelId="{05DB49DE-6A28-41B1-BEB8-B7CF9881C1C9}" type="presParOf" srcId="{164BB9DB-2C1D-45C0-8113-F6085518A7D9}" destId="{DE1A3D29-30B7-4A38-8275-587E9EC6549E}" srcOrd="1" destOrd="0" presId="urn:microsoft.com/office/officeart/2005/8/layout/hierarchy1"/>
    <dgm:cxn modelId="{26459C5C-4E58-4F79-8EED-66493E41978A}" type="presParOf" srcId="{0D4A5C31-D362-4799-A3D8-AD0D0E4B8555}" destId="{FCCD3C6A-4A18-4A93-8231-C1D46E1C1B0E}" srcOrd="1" destOrd="0" presId="urn:microsoft.com/office/officeart/2005/8/layout/hierarchy1"/>
    <dgm:cxn modelId="{C87D88AD-C82B-4042-9583-28211B5E3954}" type="presParOf" srcId="{FCCD3C6A-4A18-4A93-8231-C1D46E1C1B0E}" destId="{9E429214-FC9A-4A57-A239-046B12C034A7}" srcOrd="0" destOrd="0" presId="urn:microsoft.com/office/officeart/2005/8/layout/hierarchy1"/>
    <dgm:cxn modelId="{596595E5-4E50-423C-B6C5-088B4506D16F}" type="presParOf" srcId="{FCCD3C6A-4A18-4A93-8231-C1D46E1C1B0E}" destId="{9FE6E87F-2951-4B7B-A308-70AA9F23E05C}" srcOrd="1" destOrd="0" presId="urn:microsoft.com/office/officeart/2005/8/layout/hierarchy1"/>
    <dgm:cxn modelId="{57E92B3B-9316-4449-9CED-0E40E712E8CF}" type="presParOf" srcId="{9FE6E87F-2951-4B7B-A308-70AA9F23E05C}" destId="{325A196D-4B36-4AD4-9378-176543B4BE26}" srcOrd="0" destOrd="0" presId="urn:microsoft.com/office/officeart/2005/8/layout/hierarchy1"/>
    <dgm:cxn modelId="{107EAB7D-AFB1-44E1-9FCA-5D9135A58046}" type="presParOf" srcId="{325A196D-4B36-4AD4-9378-176543B4BE26}" destId="{F0F387AD-D2F3-44BE-BF06-C27AEDD07648}" srcOrd="0" destOrd="0" presId="urn:microsoft.com/office/officeart/2005/8/layout/hierarchy1"/>
    <dgm:cxn modelId="{90F2597E-FF66-4404-831A-CD3D874D9969}" type="presParOf" srcId="{325A196D-4B36-4AD4-9378-176543B4BE26}" destId="{46BB480A-AFEB-435C-BF6F-D49701986C94}" srcOrd="1" destOrd="0" presId="urn:microsoft.com/office/officeart/2005/8/layout/hierarchy1"/>
    <dgm:cxn modelId="{DCCE6EE4-6B77-4E02-A7BF-1257F735DFEE}" type="presParOf" srcId="{9FE6E87F-2951-4B7B-A308-70AA9F23E05C}" destId="{2816F229-104D-49D2-A81D-1B78DECD7716}" srcOrd="1" destOrd="0" presId="urn:microsoft.com/office/officeart/2005/8/layout/hierarchy1"/>
    <dgm:cxn modelId="{383FD2E6-5C6C-4124-905E-4132AF3A50DF}" type="presParOf" srcId="{FCCD3C6A-4A18-4A93-8231-C1D46E1C1B0E}" destId="{42D5A47F-A428-4EE0-AA9E-8EADA2D455E1}" srcOrd="2" destOrd="0" presId="urn:microsoft.com/office/officeart/2005/8/layout/hierarchy1"/>
    <dgm:cxn modelId="{999807BC-FFEA-4E19-AB8A-FB49ABEF2192}" type="presParOf" srcId="{FCCD3C6A-4A18-4A93-8231-C1D46E1C1B0E}" destId="{3B9C911B-01E1-4A39-AB02-69B4AF715C4D}" srcOrd="3" destOrd="0" presId="urn:microsoft.com/office/officeart/2005/8/layout/hierarchy1"/>
    <dgm:cxn modelId="{EF9E83B5-DE17-4400-B642-3C5B0CDA69BF}" type="presParOf" srcId="{3B9C911B-01E1-4A39-AB02-69B4AF715C4D}" destId="{C3DD5AE9-42E2-4740-A6F9-36C375C17671}" srcOrd="0" destOrd="0" presId="urn:microsoft.com/office/officeart/2005/8/layout/hierarchy1"/>
    <dgm:cxn modelId="{6EDD2FBA-F4FE-4A14-A93F-0B5F25CC20DE}" type="presParOf" srcId="{C3DD5AE9-42E2-4740-A6F9-36C375C17671}" destId="{C8AA5EFA-A769-4787-BF1B-867AEDF7719C}" srcOrd="0" destOrd="0" presId="urn:microsoft.com/office/officeart/2005/8/layout/hierarchy1"/>
    <dgm:cxn modelId="{171344A0-C31F-4B44-B368-E676B5D291CB}" type="presParOf" srcId="{C3DD5AE9-42E2-4740-A6F9-36C375C17671}" destId="{B5828FF3-3DF0-4531-9817-EE11BBD26CFD}" srcOrd="1" destOrd="0" presId="urn:microsoft.com/office/officeart/2005/8/layout/hierarchy1"/>
    <dgm:cxn modelId="{E8B6E65B-3886-4596-921A-14ED43E1755B}" type="presParOf" srcId="{3B9C911B-01E1-4A39-AB02-69B4AF715C4D}" destId="{A8CFA151-3866-4E43-B1D5-D212C974C953}" srcOrd="1" destOrd="0" presId="urn:microsoft.com/office/officeart/2005/8/layout/hierarchy1"/>
    <dgm:cxn modelId="{67BE18CB-99F6-42F0-BCD9-549F9D78588F}" type="presParOf" srcId="{B7F7942F-76C3-446C-8524-8E934016E751}" destId="{5C95BC3E-DAEB-47C1-BB24-8C6CC6E76080}" srcOrd="2" destOrd="0" presId="urn:microsoft.com/office/officeart/2005/8/layout/hierarchy1"/>
    <dgm:cxn modelId="{A9D24948-637F-4FAE-AAC8-814A3FE87D57}" type="presParOf" srcId="{B7F7942F-76C3-446C-8524-8E934016E751}" destId="{DBD6E09B-359C-4488-8F89-60A5142EE31C}" srcOrd="3" destOrd="0" presId="urn:microsoft.com/office/officeart/2005/8/layout/hierarchy1"/>
    <dgm:cxn modelId="{F5201AF0-9711-4454-9343-99BC1FC413B1}" type="presParOf" srcId="{DBD6E09B-359C-4488-8F89-60A5142EE31C}" destId="{8FD0F613-E296-4ADF-91E9-9F75C1A0277C}" srcOrd="0" destOrd="0" presId="urn:microsoft.com/office/officeart/2005/8/layout/hierarchy1"/>
    <dgm:cxn modelId="{794270FE-2961-499C-9122-3DE85CBD9AA5}" type="presParOf" srcId="{8FD0F613-E296-4ADF-91E9-9F75C1A0277C}" destId="{C86260EC-EB22-4F25-8FD5-B5806DCA930D}" srcOrd="0" destOrd="0" presId="urn:microsoft.com/office/officeart/2005/8/layout/hierarchy1"/>
    <dgm:cxn modelId="{21B36FB8-51B9-46C5-9F53-D97A3EC414A9}" type="presParOf" srcId="{8FD0F613-E296-4ADF-91E9-9F75C1A0277C}" destId="{FAD936E3-6678-43FF-9977-6679F79E936F}" srcOrd="1" destOrd="0" presId="urn:microsoft.com/office/officeart/2005/8/layout/hierarchy1"/>
    <dgm:cxn modelId="{D91701B3-EB43-4A07-B2F1-AEEA0E58A46F}" type="presParOf" srcId="{DBD6E09B-359C-4488-8F89-60A5142EE31C}" destId="{527B09BC-6CF9-4C53-827A-8550052B3EF4}" srcOrd="1" destOrd="0" presId="urn:microsoft.com/office/officeart/2005/8/layout/hierarchy1"/>
    <dgm:cxn modelId="{59A44BD4-3CA4-4D56-8CFA-A14766B06372}" type="presParOf" srcId="{B7F7942F-76C3-446C-8524-8E934016E751}" destId="{503A9B0E-90D8-4BED-8CD2-C0CA55B2323E}" srcOrd="4" destOrd="0" presId="urn:microsoft.com/office/officeart/2005/8/layout/hierarchy1"/>
    <dgm:cxn modelId="{EFBF8CEB-BA62-4C92-AF3D-7894F8A2A89E}" type="presParOf" srcId="{B7F7942F-76C3-446C-8524-8E934016E751}" destId="{218FBB73-95C1-4F2D-86E0-9CE0B58B60CC}" srcOrd="5" destOrd="0" presId="urn:microsoft.com/office/officeart/2005/8/layout/hierarchy1"/>
    <dgm:cxn modelId="{C2DE3192-A1A8-4B65-BBDC-37E41CF2B844}" type="presParOf" srcId="{218FBB73-95C1-4F2D-86E0-9CE0B58B60CC}" destId="{2B00D5AE-D916-469E-9D02-76F78E0E715D}" srcOrd="0" destOrd="0" presId="urn:microsoft.com/office/officeart/2005/8/layout/hierarchy1"/>
    <dgm:cxn modelId="{5648ACB2-52BF-43A7-93FC-055D06D01FB0}" type="presParOf" srcId="{2B00D5AE-D916-469E-9D02-76F78E0E715D}" destId="{F04F5620-C9DC-4E67-A93C-A77EFAC80F4E}" srcOrd="0" destOrd="0" presId="urn:microsoft.com/office/officeart/2005/8/layout/hierarchy1"/>
    <dgm:cxn modelId="{155A8343-6CC2-4912-AB50-5C9F3942883D}" type="presParOf" srcId="{2B00D5AE-D916-469E-9D02-76F78E0E715D}" destId="{6FDBD365-0A35-4271-8939-EDC54AEB481A}" srcOrd="1" destOrd="0" presId="urn:microsoft.com/office/officeart/2005/8/layout/hierarchy1"/>
    <dgm:cxn modelId="{3B2FA261-E87B-4170-9BB4-086D89DA57D5}" type="presParOf" srcId="{218FBB73-95C1-4F2D-86E0-9CE0B58B60CC}" destId="{25002EB2-BAB9-4664-8509-678F74A9AE0D}" srcOrd="1" destOrd="0" presId="urn:microsoft.com/office/officeart/2005/8/layout/hierarchy1"/>
    <dgm:cxn modelId="{3905D0A2-82D3-42B6-9C06-2A7CC659A0E4}" type="presParOf" srcId="{25002EB2-BAB9-4664-8509-678F74A9AE0D}" destId="{1CA3B9CF-CBCF-4D58-AA44-6EF7AE757728}" srcOrd="0" destOrd="0" presId="urn:microsoft.com/office/officeart/2005/8/layout/hierarchy1"/>
    <dgm:cxn modelId="{A4BE0B6D-8BED-4FCF-A2A7-D5BB520795BC}" type="presParOf" srcId="{25002EB2-BAB9-4664-8509-678F74A9AE0D}" destId="{A5659D15-D3EB-434B-AD8C-CD2793DD45D1}" srcOrd="1" destOrd="0" presId="urn:microsoft.com/office/officeart/2005/8/layout/hierarchy1"/>
    <dgm:cxn modelId="{435E67C0-B259-42EB-ADBD-5DA23DD55C24}" type="presParOf" srcId="{A5659D15-D3EB-434B-AD8C-CD2793DD45D1}" destId="{C1A1A8E9-1CC9-4261-9F82-AAB0399E1839}" srcOrd="0" destOrd="0" presId="urn:microsoft.com/office/officeart/2005/8/layout/hierarchy1"/>
    <dgm:cxn modelId="{7A04C832-9575-4922-B0A0-FEE043142459}" type="presParOf" srcId="{C1A1A8E9-1CC9-4261-9F82-AAB0399E1839}" destId="{B527B8FC-D5DB-439F-B37F-AF9D265BB87D}" srcOrd="0" destOrd="0" presId="urn:microsoft.com/office/officeart/2005/8/layout/hierarchy1"/>
    <dgm:cxn modelId="{7874A6B8-2609-4C02-99FB-47916E5F38D2}" type="presParOf" srcId="{C1A1A8E9-1CC9-4261-9F82-AAB0399E1839}" destId="{5148AB52-42FC-450B-B41E-CEC438FD1C90}" srcOrd="1" destOrd="0" presId="urn:microsoft.com/office/officeart/2005/8/layout/hierarchy1"/>
    <dgm:cxn modelId="{98BF7D9A-CF6D-41CE-918A-12165DA5280E}" type="presParOf" srcId="{A5659D15-D3EB-434B-AD8C-CD2793DD45D1}" destId="{F984EF5D-5ECA-484E-8329-A00884C24C19}" srcOrd="1" destOrd="0" presId="urn:microsoft.com/office/officeart/2005/8/layout/hierarchy1"/>
    <dgm:cxn modelId="{63F9DD57-47DA-493C-B701-369467FECCCE}" type="presParOf" srcId="{25002EB2-BAB9-4664-8509-678F74A9AE0D}" destId="{9FA4E02A-DEFB-4DBF-A23F-48DC6EEFF04E}" srcOrd="2" destOrd="0" presId="urn:microsoft.com/office/officeart/2005/8/layout/hierarchy1"/>
    <dgm:cxn modelId="{8FDF81A3-2F19-4A79-8D81-A5737B3188DB}" type="presParOf" srcId="{25002EB2-BAB9-4664-8509-678F74A9AE0D}" destId="{B8A3DBB8-750F-4199-B592-6DFF255E6E01}" srcOrd="3" destOrd="0" presId="urn:microsoft.com/office/officeart/2005/8/layout/hierarchy1"/>
    <dgm:cxn modelId="{53C48DBC-A792-4174-A180-61D2DD08E809}" type="presParOf" srcId="{B8A3DBB8-750F-4199-B592-6DFF255E6E01}" destId="{477F6699-FE53-40B7-9426-E4BAB6FB554E}" srcOrd="0" destOrd="0" presId="urn:microsoft.com/office/officeart/2005/8/layout/hierarchy1"/>
    <dgm:cxn modelId="{BA9A98A4-2971-407B-82B7-C9CE5318BEBD}" type="presParOf" srcId="{477F6699-FE53-40B7-9426-E4BAB6FB554E}" destId="{9B3A9A52-E0E6-488A-B59D-CD6DF7665DB7}" srcOrd="0" destOrd="0" presId="urn:microsoft.com/office/officeart/2005/8/layout/hierarchy1"/>
    <dgm:cxn modelId="{88327F0F-96DF-458A-9F27-C86EF5F4DF8E}" type="presParOf" srcId="{477F6699-FE53-40B7-9426-E4BAB6FB554E}" destId="{C9C364CC-BF29-4625-933F-62AE369AD053}" srcOrd="1" destOrd="0" presId="urn:microsoft.com/office/officeart/2005/8/layout/hierarchy1"/>
    <dgm:cxn modelId="{CC7E6FC3-D7D9-4C6A-B0DD-3CE6ACF39A34}" type="presParOf" srcId="{B8A3DBB8-750F-4199-B592-6DFF255E6E01}" destId="{054E1CCD-C417-47C1-84C4-401478278384}" srcOrd="1" destOrd="0" presId="urn:microsoft.com/office/officeart/2005/8/layout/hierarchy1"/>
    <dgm:cxn modelId="{8148B292-A267-4394-9120-97ACA20F9ED1}" type="presParOf" srcId="{054E1CCD-C417-47C1-84C4-401478278384}" destId="{8AC6DE82-1246-4775-84F7-3377E25C9545}" srcOrd="0" destOrd="0" presId="urn:microsoft.com/office/officeart/2005/8/layout/hierarchy1"/>
    <dgm:cxn modelId="{DE886E7C-194C-4E94-8A4F-715B1A03FC03}" type="presParOf" srcId="{054E1CCD-C417-47C1-84C4-401478278384}" destId="{BCBAA5C0-87E9-4C07-82FF-D6D5DBCE3615}" srcOrd="1" destOrd="0" presId="urn:microsoft.com/office/officeart/2005/8/layout/hierarchy1"/>
    <dgm:cxn modelId="{CACBFE8A-6D91-47BF-947E-EC24A6ED1B3D}" type="presParOf" srcId="{BCBAA5C0-87E9-4C07-82FF-D6D5DBCE3615}" destId="{DE296FBB-3457-4EDE-A6E6-6FB608D5BDBA}" srcOrd="0" destOrd="0" presId="urn:microsoft.com/office/officeart/2005/8/layout/hierarchy1"/>
    <dgm:cxn modelId="{F5B89FCE-CEC6-4C5F-840D-251B7BD747EB}" type="presParOf" srcId="{DE296FBB-3457-4EDE-A6E6-6FB608D5BDBA}" destId="{0C7F8E1E-23A0-458D-A07B-1CA549F8A69A}" srcOrd="0" destOrd="0" presId="urn:microsoft.com/office/officeart/2005/8/layout/hierarchy1"/>
    <dgm:cxn modelId="{ED23D2C8-91C8-483A-995A-CC1FD3187807}" type="presParOf" srcId="{DE296FBB-3457-4EDE-A6E6-6FB608D5BDBA}" destId="{57A5A87A-F08D-4A9E-91BA-E4C18488303F}" srcOrd="1" destOrd="0" presId="urn:microsoft.com/office/officeart/2005/8/layout/hierarchy1"/>
    <dgm:cxn modelId="{4B0D20B5-164B-4ECE-B0AF-B46050037DA5}" type="presParOf" srcId="{BCBAA5C0-87E9-4C07-82FF-D6D5DBCE3615}" destId="{0728E07A-C208-4191-96AC-B3EAC38EC5F8}" srcOrd="1" destOrd="0" presId="urn:microsoft.com/office/officeart/2005/8/layout/hierarchy1"/>
    <dgm:cxn modelId="{8717DB78-D149-4430-8226-FC4BDC939297}" type="presParOf" srcId="{054E1CCD-C417-47C1-84C4-401478278384}" destId="{1D6FF4BA-3AD5-4C02-9946-19AB87955B5D}" srcOrd="2" destOrd="0" presId="urn:microsoft.com/office/officeart/2005/8/layout/hierarchy1"/>
    <dgm:cxn modelId="{DC15969E-331E-4F6F-AB32-D2A4A0711F34}" type="presParOf" srcId="{054E1CCD-C417-47C1-84C4-401478278384}" destId="{F80BE4DE-A20C-47C0-8481-D0E3E7872A57}" srcOrd="3" destOrd="0" presId="urn:microsoft.com/office/officeart/2005/8/layout/hierarchy1"/>
    <dgm:cxn modelId="{96B6ABDC-5201-49A1-BA0F-ED1F9D3AADF4}" type="presParOf" srcId="{F80BE4DE-A20C-47C0-8481-D0E3E7872A57}" destId="{8CA58882-0A7E-48BB-86CF-574647D4EC98}" srcOrd="0" destOrd="0" presId="urn:microsoft.com/office/officeart/2005/8/layout/hierarchy1"/>
    <dgm:cxn modelId="{ACEE09E4-E5BC-4A18-A96C-DFC06AA6800B}" type="presParOf" srcId="{8CA58882-0A7E-48BB-86CF-574647D4EC98}" destId="{B5D7BD94-9619-43F7-A61C-402E3737E0A4}" srcOrd="0" destOrd="0" presId="urn:microsoft.com/office/officeart/2005/8/layout/hierarchy1"/>
    <dgm:cxn modelId="{269F4397-E602-4BAF-B11F-E5E3B737AF37}" type="presParOf" srcId="{8CA58882-0A7E-48BB-86CF-574647D4EC98}" destId="{5FAD35B0-0F50-49D1-86F3-36B76CC55444}" srcOrd="1" destOrd="0" presId="urn:microsoft.com/office/officeart/2005/8/layout/hierarchy1"/>
    <dgm:cxn modelId="{D9E47B76-8903-489E-9C50-89B8F55FA3FE}" type="presParOf" srcId="{F80BE4DE-A20C-47C0-8481-D0E3E7872A57}" destId="{18FE3A1D-4ABB-432D-9460-83A70B9D1EA6}" srcOrd="1" destOrd="0" presId="urn:microsoft.com/office/officeart/2005/8/layout/hierarchy1"/>
    <dgm:cxn modelId="{8E07AC79-408D-4C9B-8BDE-A50D332076BD}" type="presParOf" srcId="{20C37181-4FEE-41AB-A9C0-8699AC23B04A}" destId="{DDC187F4-1C24-4B3E-914E-3F699C4ACAFA}" srcOrd="2" destOrd="0" presId="urn:microsoft.com/office/officeart/2005/8/layout/hierarchy1"/>
    <dgm:cxn modelId="{2091732A-D4F8-4A60-A505-9AA7789C4632}" type="presParOf" srcId="{20C37181-4FEE-41AB-A9C0-8699AC23B04A}" destId="{678ADB0B-FB51-4FCB-A730-3215D6656B0F}" srcOrd="3" destOrd="0" presId="urn:microsoft.com/office/officeart/2005/8/layout/hierarchy1"/>
    <dgm:cxn modelId="{E00AA7C8-41FA-447F-A61D-0CF2F4640FE9}" type="presParOf" srcId="{678ADB0B-FB51-4FCB-A730-3215D6656B0F}" destId="{C4B3195A-A2B5-4977-AD26-54ED3A6D1314}" srcOrd="0" destOrd="0" presId="urn:microsoft.com/office/officeart/2005/8/layout/hierarchy1"/>
    <dgm:cxn modelId="{0530CE9C-4DCD-41A3-9A3B-A49E1A80C9A8}" type="presParOf" srcId="{C4B3195A-A2B5-4977-AD26-54ED3A6D1314}" destId="{7F76644A-BB96-483E-8E6C-E45F9974F0A4}" srcOrd="0" destOrd="0" presId="urn:microsoft.com/office/officeart/2005/8/layout/hierarchy1"/>
    <dgm:cxn modelId="{43F7E705-66CC-402D-9356-8991443B9748}" type="presParOf" srcId="{C4B3195A-A2B5-4977-AD26-54ED3A6D1314}" destId="{FC05D02F-EABA-4804-AD3A-D9E63A034C7C}" srcOrd="1" destOrd="0" presId="urn:microsoft.com/office/officeart/2005/8/layout/hierarchy1"/>
    <dgm:cxn modelId="{41096616-5361-4344-9818-790DCAFA7FBF}" type="presParOf" srcId="{678ADB0B-FB51-4FCB-A730-3215D6656B0F}" destId="{89D536C6-5B43-4F75-9874-4FC74D29A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D05CEE-CEE8-401D-90D3-80AC3C766AC8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s-AR"/>
        </a:p>
      </dgm:t>
    </dgm:pt>
    <dgm:pt modelId="{9FF13575-047E-472F-9B43-4585AEB3F062}">
      <dgm:prSet phldrT="[Texto]" custT="1"/>
      <dgm:spPr/>
      <dgm:t>
        <a:bodyPr/>
        <a:lstStyle/>
        <a:p>
          <a:r>
            <a:rPr lang="es-US" sz="1800" b="1">
              <a:solidFill>
                <a:schemeClr val="bg1"/>
              </a:solidFill>
            </a:rPr>
            <a:t>Se selecciona la característica “más predictivo”</a:t>
          </a:r>
          <a:endParaRPr lang="es-AR" sz="1800" b="1" dirty="0">
            <a:solidFill>
              <a:schemeClr val="bg1"/>
            </a:solidFill>
          </a:endParaRPr>
        </a:p>
      </dgm:t>
    </dgm:pt>
    <dgm:pt modelId="{72349388-E174-4150-B13A-58F02E9D2180}" type="par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E5C7FE0-C573-48ED-8079-8F22935E17D7}" type="sib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091E0C1-A3E9-4FAC-B8A1-D5E9B3977C8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calculan las “impurezas” de los nodos mediante la “entropía”</a:t>
          </a:r>
          <a:endParaRPr lang="es-AR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E02DE93E-A621-46D8-958F-DCF5B08F9B37}" type="par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108738-E9B0-48D3-9931-8E68DCBE1ADD}" type="sib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9856DB5B-08EB-4826-A15A-45FFDE7B0808}">
          <dgm:prSet phldrT="[Texto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𝑬𝒏𝒕𝒓𝒐𝒑</m:t>
                  </m:r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í</m:t>
                  </m:r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𝒂</m:t>
                  </m:r>
                  <m:d>
                    <m:dPr>
                      <m:ctrl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e>
                  </m:d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ctrl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m:rPr>
                          <m:brk m:alnAt="23"/>
                        </m:r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sub>
                    <m:sup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sup>
                    <m:e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.</m:t>
                      </m:r>
                      <m:func>
                        <m:funcPr>
                          <m:ctrlP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e>
                  </m:nary>
                </m:oMath>
              </a14:m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donde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e>
                    <m:sub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es la proporción de una categoría</a:t>
              </a:r>
            </a:p>
          </dgm:t>
        </dgm:pt>
      </mc:Choice>
      <mc:Fallback xmlns="">
        <dgm:pt modelId="{9856DB5B-08EB-4826-A15A-45FFDE7B0808}">
          <dgm:prSet phldrT="[Texto]" custT="1"/>
          <dgm:spPr/>
          <dgm:t>
            <a:bodyPr/>
            <a:lstStyle/>
            <a:p>
              <a:r>
                <a:rPr lang="es-US" sz="1800" b="1" i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a:t>𝑬𝒏𝒕𝒓𝒐𝒑í𝒂(𝑺)=∑_(𝒊=𝟏)^𝒏▒〖−𝒑_𝒊  .〖𝐥𝐨𝐠〗_𝟐⁡〖(𝒑_𝒊)〗 〗</a:t>
              </a:r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donde </a:t>
              </a:r>
              <a:r>
                <a:rPr lang="es-US" sz="1800" b="1" i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a:t>𝒑_𝒊</a:t>
              </a:r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es la proporción de una categoría</a:t>
              </a:r>
            </a:p>
          </dgm:t>
        </dgm:pt>
      </mc:Fallback>
    </mc:AlternateContent>
    <dgm:pt modelId="{46BACA56-F79F-4664-A121-977DD91AD9A1}" type="par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CDD2664-A398-474F-901A-C974B0D3ABA2}" type="sib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17591DE-3610-4D58-90A5-B01E322E5F9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 la entropía de las características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0CD0DA95-C9DF-44EE-BE65-7719FE8C2956}" type="par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D981FD34-28F5-4EAC-9B07-06D85FEECF85}" type="sib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53322C7-6C44-487D-A2D9-BC51C704D6CD}">
      <dgm:prSet phldrT="[Texto]" custT="1"/>
      <dgm:spPr/>
      <dgm:t>
        <a:bodyPr/>
        <a:lstStyle/>
        <a:p>
          <a:r>
            <a:rPr lang="es-US" sz="1600" b="1">
              <a:solidFill>
                <a:schemeClr val="accent6">
                  <a:lumMod val="50000"/>
                </a:schemeClr>
              </a:solidFill>
            </a:rPr>
            <a:t>Se compara la entropía del nodo actual con todas las entropías posibles siguientes y se selecciona la de mayor diferencia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2E473302-DD04-4CC7-A065-EBDE59CB6256}" type="par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876C0C2A-1EB2-4DB8-8460-6CB242C420B1}" type="sib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A967DDCB-E611-4BAC-98E6-2EE5D4E9331B}">
      <dgm:prSet phldrT="[Texto]" custT="1"/>
      <dgm:spPr/>
      <dgm:t>
        <a:bodyPr/>
        <a:lstStyle/>
        <a:p>
          <a:r>
            <a:rPr lang="es-MX" sz="18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Repetir con cada nodo hijo.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82BAEEAC-D06D-48E4-A84C-04969128261D}" type="par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21FF8333-2061-4855-9539-DFCBF3833B40}" type="sib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74D856D9-45AE-4556-B461-78F5A02F3C9F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ejemplos del subconjunto son de la misma clase. 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BB5D5004-19E9-4C59-9EC2-A6FDD80078BB}" type="par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B5783C58-6EF3-4826-9370-E4DF7D9482FC}" type="sib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EE4F2D9D-1CB7-4202-83AD-DC539B318EBB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elementos del subconjunto son constantes con respecto al atributo/s de interés del nodo actual.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2A845BBD-503E-493E-90F0-AB6610A041C1}" type="par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A6DE23A-0511-4D28-B675-6157FA899A47}" type="sib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A15507C-9E6C-4E8E-AF93-35DB76997F39}">
      <dgm:prSet phldrT="[Texto]"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El algoritmo se detiene si: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A0C44F65-7571-49EE-829E-FB9367C788EE}" type="par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00486E-AFC2-4FCA-AB2D-1EA3ABD98AC7}" type="sib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9548D1A-F73A-466E-9E02-763EEE2468A1}" type="pres">
      <dgm:prSet presAssocID="{B4D05CEE-CEE8-401D-90D3-80AC3C766AC8}" presName="Name0" presStyleCnt="0">
        <dgm:presLayoutVars>
          <dgm:chMax val="7"/>
          <dgm:chPref val="7"/>
          <dgm:dir/>
        </dgm:presLayoutVars>
      </dgm:prSet>
      <dgm:spPr/>
    </dgm:pt>
    <dgm:pt modelId="{1FEE6046-3F08-4B99-BADA-7D587A3AC971}" type="pres">
      <dgm:prSet presAssocID="{B4D05CEE-CEE8-401D-90D3-80AC3C766AC8}" presName="Name1" presStyleCnt="0"/>
      <dgm:spPr/>
    </dgm:pt>
    <dgm:pt modelId="{2EBAD3CA-8EE5-470C-8CFD-61AFCAA4709A}" type="pres">
      <dgm:prSet presAssocID="{B4D05CEE-CEE8-401D-90D3-80AC3C766AC8}" presName="cycle" presStyleCnt="0"/>
      <dgm:spPr/>
    </dgm:pt>
    <dgm:pt modelId="{E262F868-AC2C-4C7B-BCEA-7ECFAE9ECD98}" type="pres">
      <dgm:prSet presAssocID="{B4D05CEE-CEE8-401D-90D3-80AC3C766AC8}" presName="srcNode" presStyleLbl="node1" presStyleIdx="0" presStyleCnt="7"/>
      <dgm:spPr/>
    </dgm:pt>
    <dgm:pt modelId="{F98089E1-A71B-4FD9-ACD3-DE339D5EEA4E}" type="pres">
      <dgm:prSet presAssocID="{B4D05CEE-CEE8-401D-90D3-80AC3C766AC8}" presName="conn" presStyleLbl="parChTrans1D2" presStyleIdx="0" presStyleCnt="1"/>
      <dgm:spPr/>
    </dgm:pt>
    <dgm:pt modelId="{49056408-6C43-493E-A0C6-B91D8BDDAF9F}" type="pres">
      <dgm:prSet presAssocID="{B4D05CEE-CEE8-401D-90D3-80AC3C766AC8}" presName="extraNode" presStyleLbl="node1" presStyleIdx="0" presStyleCnt="7"/>
      <dgm:spPr/>
    </dgm:pt>
    <dgm:pt modelId="{C643B979-C995-421A-88EF-891FF017E011}" type="pres">
      <dgm:prSet presAssocID="{B4D05CEE-CEE8-401D-90D3-80AC3C766AC8}" presName="dstNode" presStyleLbl="node1" presStyleIdx="0" presStyleCnt="7"/>
      <dgm:spPr/>
    </dgm:pt>
    <dgm:pt modelId="{45272929-7CB5-4DA9-88B6-FFEC3FC35806}" type="pres">
      <dgm:prSet presAssocID="{9FF13575-047E-472F-9B43-4585AEB3F062}" presName="text_1" presStyleLbl="node1" presStyleIdx="0" presStyleCnt="7">
        <dgm:presLayoutVars>
          <dgm:bulletEnabled val="1"/>
        </dgm:presLayoutVars>
      </dgm:prSet>
      <dgm:spPr/>
    </dgm:pt>
    <dgm:pt modelId="{3A498AB1-E8AF-4526-AF9B-D0572D9875C0}" type="pres">
      <dgm:prSet presAssocID="{9FF13575-047E-472F-9B43-4585AEB3F062}" presName="accent_1" presStyleCnt="0"/>
      <dgm:spPr/>
    </dgm:pt>
    <dgm:pt modelId="{BFC84B35-D21A-4A0C-B445-8DCE4BF8037B}" type="pres">
      <dgm:prSet presAssocID="{9FF13575-047E-472F-9B43-4585AEB3F062}" presName="accentRepeatNode" presStyleLbl="solidFgAcc1" presStyleIdx="0" presStyleCnt="7"/>
      <dgm:spPr/>
    </dgm:pt>
    <dgm:pt modelId="{59AE1BE0-06B4-4240-8C20-33BB63569C7D}" type="pres">
      <dgm:prSet presAssocID="{6091E0C1-A3E9-4FAC-B8A1-D5E9B3977C84}" presName="text_2" presStyleLbl="node1" presStyleIdx="1" presStyleCnt="7">
        <dgm:presLayoutVars>
          <dgm:bulletEnabled val="1"/>
        </dgm:presLayoutVars>
      </dgm:prSet>
      <dgm:spPr/>
    </dgm:pt>
    <dgm:pt modelId="{4EDC86EB-1E55-426F-81C3-881E54BBCB57}" type="pres">
      <dgm:prSet presAssocID="{6091E0C1-A3E9-4FAC-B8A1-D5E9B3977C84}" presName="accent_2" presStyleCnt="0"/>
      <dgm:spPr/>
    </dgm:pt>
    <dgm:pt modelId="{8EF65C8B-C8F2-44C4-83AC-F0F1055BA518}" type="pres">
      <dgm:prSet presAssocID="{6091E0C1-A3E9-4FAC-B8A1-D5E9B3977C84}" presName="accentRepeatNode" presStyleLbl="solidFgAcc1" presStyleIdx="1" presStyleCnt="7"/>
      <dgm:spPr/>
    </dgm:pt>
    <dgm:pt modelId="{EEF27628-96C2-41E4-9E42-83E41DF31A3C}" type="pres">
      <dgm:prSet presAssocID="{9856DB5B-08EB-4826-A15A-45FFDE7B0808}" presName="text_3" presStyleLbl="node1" presStyleIdx="2" presStyleCnt="7" custScaleY="152315">
        <dgm:presLayoutVars>
          <dgm:bulletEnabled val="1"/>
        </dgm:presLayoutVars>
      </dgm:prSet>
      <dgm:spPr/>
    </dgm:pt>
    <dgm:pt modelId="{D48B1B67-8EDE-488C-B187-8A92BEE489D4}" type="pres">
      <dgm:prSet presAssocID="{9856DB5B-08EB-4826-A15A-45FFDE7B0808}" presName="accent_3" presStyleCnt="0"/>
      <dgm:spPr/>
    </dgm:pt>
    <dgm:pt modelId="{1351842C-CF00-42C9-BBDA-41F601706ADC}" type="pres">
      <dgm:prSet presAssocID="{9856DB5B-08EB-4826-A15A-45FFDE7B0808}" presName="accentRepeatNode" presStyleLbl="solidFgAcc1" presStyleIdx="2" presStyleCnt="7"/>
      <dgm:spPr/>
    </dgm:pt>
    <dgm:pt modelId="{787B3837-AF25-43DF-A990-7F844FBFBC80}" type="pres">
      <dgm:prSet presAssocID="{F17591DE-3610-4D58-90A5-B01E322E5F94}" presName="text_4" presStyleLbl="node1" presStyleIdx="3" presStyleCnt="7">
        <dgm:presLayoutVars>
          <dgm:bulletEnabled val="1"/>
        </dgm:presLayoutVars>
      </dgm:prSet>
      <dgm:spPr/>
    </dgm:pt>
    <dgm:pt modelId="{C5CD3EC4-A894-4A9E-B406-58CED8B31543}" type="pres">
      <dgm:prSet presAssocID="{F17591DE-3610-4D58-90A5-B01E322E5F94}" presName="accent_4" presStyleCnt="0"/>
      <dgm:spPr/>
    </dgm:pt>
    <dgm:pt modelId="{E5F44496-0E61-4E1A-9E29-C6210C7A4A94}" type="pres">
      <dgm:prSet presAssocID="{F17591DE-3610-4D58-90A5-B01E322E5F94}" presName="accentRepeatNode" presStyleLbl="solidFgAcc1" presStyleIdx="3" presStyleCnt="7"/>
      <dgm:spPr/>
    </dgm:pt>
    <dgm:pt modelId="{FEC29AA5-016F-467E-9FC7-8F50BC5092A4}" type="pres">
      <dgm:prSet presAssocID="{C53322C7-6C44-487D-A2D9-BC51C704D6CD}" presName="text_5" presStyleLbl="node1" presStyleIdx="4" presStyleCnt="7">
        <dgm:presLayoutVars>
          <dgm:bulletEnabled val="1"/>
        </dgm:presLayoutVars>
      </dgm:prSet>
      <dgm:spPr/>
    </dgm:pt>
    <dgm:pt modelId="{759DD72E-C6ED-4E0A-B026-515E16BB1DE8}" type="pres">
      <dgm:prSet presAssocID="{C53322C7-6C44-487D-A2D9-BC51C704D6CD}" presName="accent_5" presStyleCnt="0"/>
      <dgm:spPr/>
    </dgm:pt>
    <dgm:pt modelId="{DC5C8FDD-648C-4876-890F-B26ACDAB954C}" type="pres">
      <dgm:prSet presAssocID="{C53322C7-6C44-487D-A2D9-BC51C704D6CD}" presName="accentRepeatNode" presStyleLbl="solidFgAcc1" presStyleIdx="4" presStyleCnt="7"/>
      <dgm:spPr/>
    </dgm:pt>
    <dgm:pt modelId="{1558D391-A161-4B6D-9704-8FBC3932D524}" type="pres">
      <dgm:prSet presAssocID="{A967DDCB-E611-4BAC-98E6-2EE5D4E9331B}" presName="text_6" presStyleLbl="node1" presStyleIdx="5" presStyleCnt="7" custScaleY="92536">
        <dgm:presLayoutVars>
          <dgm:bulletEnabled val="1"/>
        </dgm:presLayoutVars>
      </dgm:prSet>
      <dgm:spPr/>
    </dgm:pt>
    <dgm:pt modelId="{58F6A954-A096-4B37-90B7-D298EFE757C5}" type="pres">
      <dgm:prSet presAssocID="{A967DDCB-E611-4BAC-98E6-2EE5D4E9331B}" presName="accent_6" presStyleCnt="0"/>
      <dgm:spPr/>
    </dgm:pt>
    <dgm:pt modelId="{D3E5292C-6CA3-441C-966D-01E4BFDB3463}" type="pres">
      <dgm:prSet presAssocID="{A967DDCB-E611-4BAC-98E6-2EE5D4E9331B}" presName="accentRepeatNode" presStyleLbl="solidFgAcc1" presStyleIdx="5" presStyleCnt="7"/>
      <dgm:spPr/>
    </dgm:pt>
    <dgm:pt modelId="{27E0A3B7-A718-4515-B8A8-B42F34D9C983}" type="pres">
      <dgm:prSet presAssocID="{6A15507C-9E6C-4E8E-AF93-35DB76997F39}" presName="text_7" presStyleLbl="node1" presStyleIdx="6" presStyleCnt="7" custScaleY="168059">
        <dgm:presLayoutVars>
          <dgm:bulletEnabled val="1"/>
        </dgm:presLayoutVars>
      </dgm:prSet>
      <dgm:spPr/>
    </dgm:pt>
    <dgm:pt modelId="{319B8C48-7F2C-48EB-9FEF-2002E4D93B50}" type="pres">
      <dgm:prSet presAssocID="{6A15507C-9E6C-4E8E-AF93-35DB76997F39}" presName="accent_7" presStyleCnt="0"/>
      <dgm:spPr/>
    </dgm:pt>
    <dgm:pt modelId="{55A2B8BA-9EA9-42AE-A14B-5C0A5823784A}" type="pres">
      <dgm:prSet presAssocID="{6A15507C-9E6C-4E8E-AF93-35DB76997F39}" presName="accentRepeatNode" presStyleLbl="solidFgAcc1" presStyleIdx="6" presStyleCnt="7" custScaleX="123669" custScaleY="123669"/>
      <dgm:spPr/>
    </dgm:pt>
  </dgm:ptLst>
  <dgm:cxnLst>
    <dgm:cxn modelId="{50A28221-5034-460E-83EA-F21F08C8E187}" srcId="{B4D05CEE-CEE8-401D-90D3-80AC3C766AC8}" destId="{6A15507C-9E6C-4E8E-AF93-35DB76997F39}" srcOrd="6" destOrd="0" parTransId="{A0C44F65-7571-49EE-829E-FB9367C788EE}" sibTransId="{1E00486E-AFC2-4FCA-AB2D-1EA3ABD98AC7}"/>
    <dgm:cxn modelId="{B5AF0825-7AED-4141-9E38-70B2CBFA72F7}" srcId="{B4D05CEE-CEE8-401D-90D3-80AC3C766AC8}" destId="{9856DB5B-08EB-4826-A15A-45FFDE7B0808}" srcOrd="2" destOrd="0" parTransId="{46BACA56-F79F-4664-A121-977DD91AD9A1}" sibTransId="{CCDD2664-A398-474F-901A-C974B0D3ABA2}"/>
    <dgm:cxn modelId="{02E91F3E-0325-4A81-B61C-F8D730CD3E78}" srcId="{B4D05CEE-CEE8-401D-90D3-80AC3C766AC8}" destId="{6091E0C1-A3E9-4FAC-B8A1-D5E9B3977C84}" srcOrd="1" destOrd="0" parTransId="{E02DE93E-A621-46D8-958F-DCF5B08F9B37}" sibTransId="{1E108738-E9B0-48D3-9931-8E68DCBE1ADD}"/>
    <dgm:cxn modelId="{9D5C9B68-8905-4645-AD1A-2C2C8748DF99}" srcId="{B4D05CEE-CEE8-401D-90D3-80AC3C766AC8}" destId="{9FF13575-047E-472F-9B43-4585AEB3F062}" srcOrd="0" destOrd="0" parTransId="{72349388-E174-4150-B13A-58F02E9D2180}" sibTransId="{5E5C7FE0-C573-48ED-8079-8F22935E17D7}"/>
    <dgm:cxn modelId="{B6B03D72-EBF9-43FA-B809-699D71981157}" type="presOf" srcId="{A967DDCB-E611-4BAC-98E6-2EE5D4E9331B}" destId="{1558D391-A161-4B6D-9704-8FBC3932D524}" srcOrd="0" destOrd="0" presId="urn:microsoft.com/office/officeart/2008/layout/VerticalCurvedList"/>
    <dgm:cxn modelId="{24F7E273-C28C-4897-94A6-629C197D6F96}" type="presOf" srcId="{C53322C7-6C44-487D-A2D9-BC51C704D6CD}" destId="{FEC29AA5-016F-467E-9FC7-8F50BC5092A4}" srcOrd="0" destOrd="0" presId="urn:microsoft.com/office/officeart/2008/layout/VerticalCurvedList"/>
    <dgm:cxn modelId="{6D2CFE83-A515-432E-95AB-596B078C45DA}" srcId="{B4D05CEE-CEE8-401D-90D3-80AC3C766AC8}" destId="{C53322C7-6C44-487D-A2D9-BC51C704D6CD}" srcOrd="4" destOrd="0" parTransId="{2E473302-DD04-4CC7-A065-EBDE59CB6256}" sibTransId="{876C0C2A-1EB2-4DB8-8460-6CB242C420B1}"/>
    <dgm:cxn modelId="{628CA28E-DFA1-4A1D-9442-EB3C43A3DE10}" srcId="{6A15507C-9E6C-4E8E-AF93-35DB76997F39}" destId="{74D856D9-45AE-4556-B461-78F5A02F3C9F}" srcOrd="0" destOrd="0" parTransId="{BB5D5004-19E9-4C59-9EC2-A6FDD80078BB}" sibTransId="{B5783C58-6EF3-4826-9370-E4DF7D9482FC}"/>
    <dgm:cxn modelId="{744C2590-923B-47A9-9F37-E744752EE01D}" type="presOf" srcId="{9FF13575-047E-472F-9B43-4585AEB3F062}" destId="{45272929-7CB5-4DA9-88B6-FFEC3FC35806}" srcOrd="0" destOrd="0" presId="urn:microsoft.com/office/officeart/2008/layout/VerticalCurvedList"/>
    <dgm:cxn modelId="{8AAED096-4E9A-4144-BF36-9F7453BA55EF}" srcId="{B4D05CEE-CEE8-401D-90D3-80AC3C766AC8}" destId="{F17591DE-3610-4D58-90A5-B01E322E5F94}" srcOrd="3" destOrd="0" parTransId="{0CD0DA95-C9DF-44EE-BE65-7719FE8C2956}" sibTransId="{D981FD34-28F5-4EAC-9B07-06D85FEECF85}"/>
    <dgm:cxn modelId="{19A5129E-B9B2-4280-82E9-B96F70D91D41}" type="presOf" srcId="{B4D05CEE-CEE8-401D-90D3-80AC3C766AC8}" destId="{F9548D1A-F73A-466E-9E02-763EEE2468A1}" srcOrd="0" destOrd="0" presId="urn:microsoft.com/office/officeart/2008/layout/VerticalCurvedList"/>
    <dgm:cxn modelId="{7549CAB5-9BB5-42BC-A01E-FEBFB0ECC9DF}" type="presOf" srcId="{6091E0C1-A3E9-4FAC-B8A1-D5E9B3977C84}" destId="{59AE1BE0-06B4-4240-8C20-33BB63569C7D}" srcOrd="0" destOrd="0" presId="urn:microsoft.com/office/officeart/2008/layout/VerticalCurvedList"/>
    <dgm:cxn modelId="{39D7B4B6-D5D8-41A0-B7A9-246B57FB53FB}" type="presOf" srcId="{74D856D9-45AE-4556-B461-78F5A02F3C9F}" destId="{27E0A3B7-A718-4515-B8A8-B42F34D9C983}" srcOrd="0" destOrd="1" presId="urn:microsoft.com/office/officeart/2008/layout/VerticalCurvedList"/>
    <dgm:cxn modelId="{E6D456C4-247E-4B1D-9797-C39968B3BDA1}" type="presOf" srcId="{6A15507C-9E6C-4E8E-AF93-35DB76997F39}" destId="{27E0A3B7-A718-4515-B8A8-B42F34D9C983}" srcOrd="0" destOrd="0" presId="urn:microsoft.com/office/officeart/2008/layout/VerticalCurvedList"/>
    <dgm:cxn modelId="{B10F9EC4-2276-4CF9-8237-3B34EFD7827E}" type="presOf" srcId="{9856DB5B-08EB-4826-A15A-45FFDE7B0808}" destId="{EEF27628-96C2-41E4-9E42-83E41DF31A3C}" srcOrd="0" destOrd="0" presId="urn:microsoft.com/office/officeart/2008/layout/VerticalCurvedList"/>
    <dgm:cxn modelId="{D9F899DD-8B86-4173-8A08-92523CC4745A}" type="presOf" srcId="{F17591DE-3610-4D58-90A5-B01E322E5F94}" destId="{787B3837-AF25-43DF-A990-7F844FBFBC80}" srcOrd="0" destOrd="0" presId="urn:microsoft.com/office/officeart/2008/layout/VerticalCurvedList"/>
    <dgm:cxn modelId="{66EBAEE1-58C3-434F-B990-93A38D9819DB}" srcId="{B4D05CEE-CEE8-401D-90D3-80AC3C766AC8}" destId="{A967DDCB-E611-4BAC-98E6-2EE5D4E9331B}" srcOrd="5" destOrd="0" parTransId="{82BAEEAC-D06D-48E4-A84C-04969128261D}" sibTransId="{21FF8333-2061-4855-9539-DFCBF3833B40}"/>
    <dgm:cxn modelId="{6F13ADEE-DB0D-46DA-A793-EFED7AEBA846}" srcId="{6A15507C-9E6C-4E8E-AF93-35DB76997F39}" destId="{EE4F2D9D-1CB7-4202-83AD-DC539B318EBB}" srcOrd="1" destOrd="0" parTransId="{2A845BBD-503E-493E-90F0-AB6610A041C1}" sibTransId="{5A6DE23A-0511-4D28-B675-6157FA899A47}"/>
    <dgm:cxn modelId="{8F90E1F8-8B6F-43DE-AAAB-8C64DFA790CF}" type="presOf" srcId="{5E5C7FE0-C573-48ED-8079-8F22935E17D7}" destId="{F98089E1-A71B-4FD9-ACD3-DE339D5EEA4E}" srcOrd="0" destOrd="0" presId="urn:microsoft.com/office/officeart/2008/layout/VerticalCurvedList"/>
    <dgm:cxn modelId="{96907BFE-9D6C-4428-B16D-DFC12649418B}" type="presOf" srcId="{EE4F2D9D-1CB7-4202-83AD-DC539B318EBB}" destId="{27E0A3B7-A718-4515-B8A8-B42F34D9C983}" srcOrd="0" destOrd="2" presId="urn:microsoft.com/office/officeart/2008/layout/VerticalCurvedList"/>
    <dgm:cxn modelId="{3002C767-CFE0-4759-A59E-886F77C29585}" type="presParOf" srcId="{F9548D1A-F73A-466E-9E02-763EEE2468A1}" destId="{1FEE6046-3F08-4B99-BADA-7D587A3AC971}" srcOrd="0" destOrd="0" presId="urn:microsoft.com/office/officeart/2008/layout/VerticalCurvedList"/>
    <dgm:cxn modelId="{7DE737EF-0F1A-439F-9910-03514EE688CF}" type="presParOf" srcId="{1FEE6046-3F08-4B99-BADA-7D587A3AC971}" destId="{2EBAD3CA-8EE5-470C-8CFD-61AFCAA4709A}" srcOrd="0" destOrd="0" presId="urn:microsoft.com/office/officeart/2008/layout/VerticalCurvedList"/>
    <dgm:cxn modelId="{02FDE9B0-317E-4B5A-85E0-3FCA7AAA0359}" type="presParOf" srcId="{2EBAD3CA-8EE5-470C-8CFD-61AFCAA4709A}" destId="{E262F868-AC2C-4C7B-BCEA-7ECFAE9ECD98}" srcOrd="0" destOrd="0" presId="urn:microsoft.com/office/officeart/2008/layout/VerticalCurvedList"/>
    <dgm:cxn modelId="{B918630B-749A-4A79-9983-CC7411B1B40B}" type="presParOf" srcId="{2EBAD3CA-8EE5-470C-8CFD-61AFCAA4709A}" destId="{F98089E1-A71B-4FD9-ACD3-DE339D5EEA4E}" srcOrd="1" destOrd="0" presId="urn:microsoft.com/office/officeart/2008/layout/VerticalCurvedList"/>
    <dgm:cxn modelId="{39953067-5A81-4844-A3BA-2A2DD086766F}" type="presParOf" srcId="{2EBAD3CA-8EE5-470C-8CFD-61AFCAA4709A}" destId="{49056408-6C43-493E-A0C6-B91D8BDDAF9F}" srcOrd="2" destOrd="0" presId="urn:microsoft.com/office/officeart/2008/layout/VerticalCurvedList"/>
    <dgm:cxn modelId="{45F5F4B1-C554-435A-9F21-C71D396C1A80}" type="presParOf" srcId="{2EBAD3CA-8EE5-470C-8CFD-61AFCAA4709A}" destId="{C643B979-C995-421A-88EF-891FF017E011}" srcOrd="3" destOrd="0" presId="urn:microsoft.com/office/officeart/2008/layout/VerticalCurvedList"/>
    <dgm:cxn modelId="{351A6EDC-9473-4CCB-AEF8-182CE3FC677E}" type="presParOf" srcId="{1FEE6046-3F08-4B99-BADA-7D587A3AC971}" destId="{45272929-7CB5-4DA9-88B6-FFEC3FC35806}" srcOrd="1" destOrd="0" presId="urn:microsoft.com/office/officeart/2008/layout/VerticalCurvedList"/>
    <dgm:cxn modelId="{DE7B3AC2-2C27-4C28-A41C-CE9760AD7D96}" type="presParOf" srcId="{1FEE6046-3F08-4B99-BADA-7D587A3AC971}" destId="{3A498AB1-E8AF-4526-AF9B-D0572D9875C0}" srcOrd="2" destOrd="0" presId="urn:microsoft.com/office/officeart/2008/layout/VerticalCurvedList"/>
    <dgm:cxn modelId="{10C10DAD-89C0-435E-8316-B8198907ABAE}" type="presParOf" srcId="{3A498AB1-E8AF-4526-AF9B-D0572D9875C0}" destId="{BFC84B35-D21A-4A0C-B445-8DCE4BF8037B}" srcOrd="0" destOrd="0" presId="urn:microsoft.com/office/officeart/2008/layout/VerticalCurvedList"/>
    <dgm:cxn modelId="{713D09F5-46B1-48F3-9A30-A4B2654E4BE1}" type="presParOf" srcId="{1FEE6046-3F08-4B99-BADA-7D587A3AC971}" destId="{59AE1BE0-06B4-4240-8C20-33BB63569C7D}" srcOrd="3" destOrd="0" presId="urn:microsoft.com/office/officeart/2008/layout/VerticalCurvedList"/>
    <dgm:cxn modelId="{AFC1FD84-3B60-4B4F-BB18-477EC61E9F47}" type="presParOf" srcId="{1FEE6046-3F08-4B99-BADA-7D587A3AC971}" destId="{4EDC86EB-1E55-426F-81C3-881E54BBCB57}" srcOrd="4" destOrd="0" presId="urn:microsoft.com/office/officeart/2008/layout/VerticalCurvedList"/>
    <dgm:cxn modelId="{E022C350-BD8A-4CC1-8791-59151A08AA70}" type="presParOf" srcId="{4EDC86EB-1E55-426F-81C3-881E54BBCB57}" destId="{8EF65C8B-C8F2-44C4-83AC-F0F1055BA518}" srcOrd="0" destOrd="0" presId="urn:microsoft.com/office/officeart/2008/layout/VerticalCurvedList"/>
    <dgm:cxn modelId="{430FE486-C692-44CA-BFC7-850A338A8934}" type="presParOf" srcId="{1FEE6046-3F08-4B99-BADA-7D587A3AC971}" destId="{EEF27628-96C2-41E4-9E42-83E41DF31A3C}" srcOrd="5" destOrd="0" presId="urn:microsoft.com/office/officeart/2008/layout/VerticalCurvedList"/>
    <dgm:cxn modelId="{443C005C-ED6B-44E7-B146-712ED2094400}" type="presParOf" srcId="{1FEE6046-3F08-4B99-BADA-7D587A3AC971}" destId="{D48B1B67-8EDE-488C-B187-8A92BEE489D4}" srcOrd="6" destOrd="0" presId="urn:microsoft.com/office/officeart/2008/layout/VerticalCurvedList"/>
    <dgm:cxn modelId="{078DE15C-E73C-4B6D-9573-EA9CB348A040}" type="presParOf" srcId="{D48B1B67-8EDE-488C-B187-8A92BEE489D4}" destId="{1351842C-CF00-42C9-BBDA-41F601706ADC}" srcOrd="0" destOrd="0" presId="urn:microsoft.com/office/officeart/2008/layout/VerticalCurvedList"/>
    <dgm:cxn modelId="{05AD1478-FDE7-4662-9C4D-4B1057D17502}" type="presParOf" srcId="{1FEE6046-3F08-4B99-BADA-7D587A3AC971}" destId="{787B3837-AF25-43DF-A990-7F844FBFBC80}" srcOrd="7" destOrd="0" presId="urn:microsoft.com/office/officeart/2008/layout/VerticalCurvedList"/>
    <dgm:cxn modelId="{DDE9DA14-D749-4B35-9817-1575C4474983}" type="presParOf" srcId="{1FEE6046-3F08-4B99-BADA-7D587A3AC971}" destId="{C5CD3EC4-A894-4A9E-B406-58CED8B31543}" srcOrd="8" destOrd="0" presId="urn:microsoft.com/office/officeart/2008/layout/VerticalCurvedList"/>
    <dgm:cxn modelId="{5244CDF9-7BA3-4A8B-8131-66EE74757D6F}" type="presParOf" srcId="{C5CD3EC4-A894-4A9E-B406-58CED8B31543}" destId="{E5F44496-0E61-4E1A-9E29-C6210C7A4A94}" srcOrd="0" destOrd="0" presId="urn:microsoft.com/office/officeart/2008/layout/VerticalCurvedList"/>
    <dgm:cxn modelId="{1612C94E-3E30-4D92-9285-3F2FA7A7224C}" type="presParOf" srcId="{1FEE6046-3F08-4B99-BADA-7D587A3AC971}" destId="{FEC29AA5-016F-467E-9FC7-8F50BC5092A4}" srcOrd="9" destOrd="0" presId="urn:microsoft.com/office/officeart/2008/layout/VerticalCurvedList"/>
    <dgm:cxn modelId="{429D12EA-0167-4C30-9448-35DA0F3AE5A5}" type="presParOf" srcId="{1FEE6046-3F08-4B99-BADA-7D587A3AC971}" destId="{759DD72E-C6ED-4E0A-B026-515E16BB1DE8}" srcOrd="10" destOrd="0" presId="urn:microsoft.com/office/officeart/2008/layout/VerticalCurvedList"/>
    <dgm:cxn modelId="{85A8F7FA-CC39-41F8-B66B-21917763FA38}" type="presParOf" srcId="{759DD72E-C6ED-4E0A-B026-515E16BB1DE8}" destId="{DC5C8FDD-648C-4876-890F-B26ACDAB954C}" srcOrd="0" destOrd="0" presId="urn:microsoft.com/office/officeart/2008/layout/VerticalCurvedList"/>
    <dgm:cxn modelId="{2CF1B83B-3C13-4691-B38D-2E331D0CCE56}" type="presParOf" srcId="{1FEE6046-3F08-4B99-BADA-7D587A3AC971}" destId="{1558D391-A161-4B6D-9704-8FBC3932D524}" srcOrd="11" destOrd="0" presId="urn:microsoft.com/office/officeart/2008/layout/VerticalCurvedList"/>
    <dgm:cxn modelId="{3660861A-82E8-4251-81E6-CF48BBF27AE3}" type="presParOf" srcId="{1FEE6046-3F08-4B99-BADA-7D587A3AC971}" destId="{58F6A954-A096-4B37-90B7-D298EFE757C5}" srcOrd="12" destOrd="0" presId="urn:microsoft.com/office/officeart/2008/layout/VerticalCurvedList"/>
    <dgm:cxn modelId="{11837B55-F712-4DD2-BC9E-5E2A3F805B67}" type="presParOf" srcId="{58F6A954-A096-4B37-90B7-D298EFE757C5}" destId="{D3E5292C-6CA3-441C-966D-01E4BFDB3463}" srcOrd="0" destOrd="0" presId="urn:microsoft.com/office/officeart/2008/layout/VerticalCurvedList"/>
    <dgm:cxn modelId="{D043E529-5795-41B6-B334-B56719C10740}" type="presParOf" srcId="{1FEE6046-3F08-4B99-BADA-7D587A3AC971}" destId="{27E0A3B7-A718-4515-B8A8-B42F34D9C983}" srcOrd="13" destOrd="0" presId="urn:microsoft.com/office/officeart/2008/layout/VerticalCurvedList"/>
    <dgm:cxn modelId="{ECDF632E-6BCD-4DD9-A635-BD97B9E96D3A}" type="presParOf" srcId="{1FEE6046-3F08-4B99-BADA-7D587A3AC971}" destId="{319B8C48-7F2C-48EB-9FEF-2002E4D93B50}" srcOrd="14" destOrd="0" presId="urn:microsoft.com/office/officeart/2008/layout/VerticalCurvedList"/>
    <dgm:cxn modelId="{02DE1D60-8724-4399-A101-1237DF2234AD}" type="presParOf" srcId="{319B8C48-7F2C-48EB-9FEF-2002E4D93B50}" destId="{55A2B8BA-9EA9-42AE-A14B-5C0A5823784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D05CEE-CEE8-401D-90D3-80AC3C766AC8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s-AR"/>
        </a:p>
      </dgm:t>
    </dgm:pt>
    <dgm:pt modelId="{9FF13575-047E-472F-9B43-4585AEB3F062}">
      <dgm:prSet phldrT="[Texto]" custT="1"/>
      <dgm:spPr/>
      <dgm:t>
        <a:bodyPr/>
        <a:lstStyle/>
        <a:p>
          <a:r>
            <a:rPr lang="es-US" sz="1800" b="1">
              <a:solidFill>
                <a:schemeClr val="bg1"/>
              </a:solidFill>
            </a:rPr>
            <a:t>Se selecciona la característica “más predictivo”</a:t>
          </a:r>
          <a:endParaRPr lang="es-AR" sz="1800" b="1" dirty="0">
            <a:solidFill>
              <a:schemeClr val="bg1"/>
            </a:solidFill>
          </a:endParaRPr>
        </a:p>
      </dgm:t>
    </dgm:pt>
    <dgm:pt modelId="{72349388-E174-4150-B13A-58F02E9D2180}" type="par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E5C7FE0-C573-48ED-8079-8F22935E17D7}" type="sib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091E0C1-A3E9-4FAC-B8A1-D5E9B3977C8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calculan las “impurezas” de los nodos mediante la “entropía”</a:t>
          </a:r>
          <a:endParaRPr lang="es-AR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E02DE93E-A621-46D8-958F-DCF5B08F9B37}" type="par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108738-E9B0-48D3-9931-8E68DCBE1ADD}" type="sib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9856DB5B-08EB-4826-A15A-45FFDE7B0808}">
      <dgm:prSet phldrT="[Tex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46BACA56-F79F-4664-A121-977DD91AD9A1}" type="par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CDD2664-A398-474F-901A-C974B0D3ABA2}" type="sib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17591DE-3610-4D58-90A5-B01E322E5F9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 la entropía de las características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0CD0DA95-C9DF-44EE-BE65-7719FE8C2956}" type="par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D981FD34-28F5-4EAC-9B07-06D85FEECF85}" type="sib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53322C7-6C44-487D-A2D9-BC51C704D6CD}">
      <dgm:prSet phldrT="[Texto]" custT="1"/>
      <dgm:spPr/>
      <dgm:t>
        <a:bodyPr/>
        <a:lstStyle/>
        <a:p>
          <a:r>
            <a:rPr lang="es-US" sz="1600" b="1">
              <a:solidFill>
                <a:schemeClr val="accent6">
                  <a:lumMod val="50000"/>
                </a:schemeClr>
              </a:solidFill>
            </a:rPr>
            <a:t>Se compara la entropía del nodo actual con todas las entropías posibles siguientes y se selecciona la de mayor diferencia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2E473302-DD04-4CC7-A065-EBDE59CB6256}" type="par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876C0C2A-1EB2-4DB8-8460-6CB242C420B1}" type="sib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A967DDCB-E611-4BAC-98E6-2EE5D4E9331B}">
      <dgm:prSet phldrT="[Texto]" custT="1"/>
      <dgm:spPr/>
      <dgm:t>
        <a:bodyPr/>
        <a:lstStyle/>
        <a:p>
          <a:r>
            <a:rPr lang="es-MX" sz="18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Repetir con cada nodo hijo.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82BAEEAC-D06D-48E4-A84C-04969128261D}" type="par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21FF8333-2061-4855-9539-DFCBF3833B40}" type="sib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74D856D9-45AE-4556-B461-78F5A02F3C9F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ejemplos del subconjunto son de la misma clase. 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BB5D5004-19E9-4C59-9EC2-A6FDD80078BB}" type="par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B5783C58-6EF3-4826-9370-E4DF7D9482FC}" type="sib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EE4F2D9D-1CB7-4202-83AD-DC539B318EBB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elementos del subconjunto son constantes con respecto al atributo/s de interés del nodo actual.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2A845BBD-503E-493E-90F0-AB6610A041C1}" type="par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A6DE23A-0511-4D28-B675-6157FA899A47}" type="sib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A15507C-9E6C-4E8E-AF93-35DB76997F39}">
      <dgm:prSet phldrT="[Texto]"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El algoritmo se detiene si: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A0C44F65-7571-49EE-829E-FB9367C788EE}" type="par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00486E-AFC2-4FCA-AB2D-1EA3ABD98AC7}" type="sib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9548D1A-F73A-466E-9E02-763EEE2468A1}" type="pres">
      <dgm:prSet presAssocID="{B4D05CEE-CEE8-401D-90D3-80AC3C766AC8}" presName="Name0" presStyleCnt="0">
        <dgm:presLayoutVars>
          <dgm:chMax val="7"/>
          <dgm:chPref val="7"/>
          <dgm:dir/>
        </dgm:presLayoutVars>
      </dgm:prSet>
      <dgm:spPr/>
    </dgm:pt>
    <dgm:pt modelId="{1FEE6046-3F08-4B99-BADA-7D587A3AC971}" type="pres">
      <dgm:prSet presAssocID="{B4D05CEE-CEE8-401D-90D3-80AC3C766AC8}" presName="Name1" presStyleCnt="0"/>
      <dgm:spPr/>
    </dgm:pt>
    <dgm:pt modelId="{2EBAD3CA-8EE5-470C-8CFD-61AFCAA4709A}" type="pres">
      <dgm:prSet presAssocID="{B4D05CEE-CEE8-401D-90D3-80AC3C766AC8}" presName="cycle" presStyleCnt="0"/>
      <dgm:spPr/>
    </dgm:pt>
    <dgm:pt modelId="{E262F868-AC2C-4C7B-BCEA-7ECFAE9ECD98}" type="pres">
      <dgm:prSet presAssocID="{B4D05CEE-CEE8-401D-90D3-80AC3C766AC8}" presName="srcNode" presStyleLbl="node1" presStyleIdx="0" presStyleCnt="7"/>
      <dgm:spPr/>
    </dgm:pt>
    <dgm:pt modelId="{F98089E1-A71B-4FD9-ACD3-DE339D5EEA4E}" type="pres">
      <dgm:prSet presAssocID="{B4D05CEE-CEE8-401D-90D3-80AC3C766AC8}" presName="conn" presStyleLbl="parChTrans1D2" presStyleIdx="0" presStyleCnt="1"/>
      <dgm:spPr/>
    </dgm:pt>
    <dgm:pt modelId="{49056408-6C43-493E-A0C6-B91D8BDDAF9F}" type="pres">
      <dgm:prSet presAssocID="{B4D05CEE-CEE8-401D-90D3-80AC3C766AC8}" presName="extraNode" presStyleLbl="node1" presStyleIdx="0" presStyleCnt="7"/>
      <dgm:spPr/>
    </dgm:pt>
    <dgm:pt modelId="{C643B979-C995-421A-88EF-891FF017E011}" type="pres">
      <dgm:prSet presAssocID="{B4D05CEE-CEE8-401D-90D3-80AC3C766AC8}" presName="dstNode" presStyleLbl="node1" presStyleIdx="0" presStyleCnt="7"/>
      <dgm:spPr/>
    </dgm:pt>
    <dgm:pt modelId="{45272929-7CB5-4DA9-88B6-FFEC3FC35806}" type="pres">
      <dgm:prSet presAssocID="{9FF13575-047E-472F-9B43-4585AEB3F062}" presName="text_1" presStyleLbl="node1" presStyleIdx="0" presStyleCnt="7">
        <dgm:presLayoutVars>
          <dgm:bulletEnabled val="1"/>
        </dgm:presLayoutVars>
      </dgm:prSet>
      <dgm:spPr/>
    </dgm:pt>
    <dgm:pt modelId="{3A498AB1-E8AF-4526-AF9B-D0572D9875C0}" type="pres">
      <dgm:prSet presAssocID="{9FF13575-047E-472F-9B43-4585AEB3F062}" presName="accent_1" presStyleCnt="0"/>
      <dgm:spPr/>
    </dgm:pt>
    <dgm:pt modelId="{BFC84B35-D21A-4A0C-B445-8DCE4BF8037B}" type="pres">
      <dgm:prSet presAssocID="{9FF13575-047E-472F-9B43-4585AEB3F062}" presName="accentRepeatNode" presStyleLbl="solidFgAcc1" presStyleIdx="0" presStyleCnt="7"/>
      <dgm:spPr/>
    </dgm:pt>
    <dgm:pt modelId="{59AE1BE0-06B4-4240-8C20-33BB63569C7D}" type="pres">
      <dgm:prSet presAssocID="{6091E0C1-A3E9-4FAC-B8A1-D5E9B3977C84}" presName="text_2" presStyleLbl="node1" presStyleIdx="1" presStyleCnt="7">
        <dgm:presLayoutVars>
          <dgm:bulletEnabled val="1"/>
        </dgm:presLayoutVars>
      </dgm:prSet>
      <dgm:spPr/>
    </dgm:pt>
    <dgm:pt modelId="{4EDC86EB-1E55-426F-81C3-881E54BBCB57}" type="pres">
      <dgm:prSet presAssocID="{6091E0C1-A3E9-4FAC-B8A1-D5E9B3977C84}" presName="accent_2" presStyleCnt="0"/>
      <dgm:spPr/>
    </dgm:pt>
    <dgm:pt modelId="{8EF65C8B-C8F2-44C4-83AC-F0F1055BA518}" type="pres">
      <dgm:prSet presAssocID="{6091E0C1-A3E9-4FAC-B8A1-D5E9B3977C84}" presName="accentRepeatNode" presStyleLbl="solidFgAcc1" presStyleIdx="1" presStyleCnt="7"/>
      <dgm:spPr/>
    </dgm:pt>
    <dgm:pt modelId="{EEF27628-96C2-41E4-9E42-83E41DF31A3C}" type="pres">
      <dgm:prSet presAssocID="{9856DB5B-08EB-4826-A15A-45FFDE7B0808}" presName="text_3" presStyleLbl="node1" presStyleIdx="2" presStyleCnt="7" custScaleY="152315">
        <dgm:presLayoutVars>
          <dgm:bulletEnabled val="1"/>
        </dgm:presLayoutVars>
      </dgm:prSet>
      <dgm:spPr/>
    </dgm:pt>
    <dgm:pt modelId="{D48B1B67-8EDE-488C-B187-8A92BEE489D4}" type="pres">
      <dgm:prSet presAssocID="{9856DB5B-08EB-4826-A15A-45FFDE7B0808}" presName="accent_3" presStyleCnt="0"/>
      <dgm:spPr/>
    </dgm:pt>
    <dgm:pt modelId="{1351842C-CF00-42C9-BBDA-41F601706ADC}" type="pres">
      <dgm:prSet presAssocID="{9856DB5B-08EB-4826-A15A-45FFDE7B0808}" presName="accentRepeatNode" presStyleLbl="solidFgAcc1" presStyleIdx="2" presStyleCnt="7"/>
      <dgm:spPr/>
    </dgm:pt>
    <dgm:pt modelId="{787B3837-AF25-43DF-A990-7F844FBFBC80}" type="pres">
      <dgm:prSet presAssocID="{F17591DE-3610-4D58-90A5-B01E322E5F94}" presName="text_4" presStyleLbl="node1" presStyleIdx="3" presStyleCnt="7">
        <dgm:presLayoutVars>
          <dgm:bulletEnabled val="1"/>
        </dgm:presLayoutVars>
      </dgm:prSet>
      <dgm:spPr/>
    </dgm:pt>
    <dgm:pt modelId="{C5CD3EC4-A894-4A9E-B406-58CED8B31543}" type="pres">
      <dgm:prSet presAssocID="{F17591DE-3610-4D58-90A5-B01E322E5F94}" presName="accent_4" presStyleCnt="0"/>
      <dgm:spPr/>
    </dgm:pt>
    <dgm:pt modelId="{E5F44496-0E61-4E1A-9E29-C6210C7A4A94}" type="pres">
      <dgm:prSet presAssocID="{F17591DE-3610-4D58-90A5-B01E322E5F94}" presName="accentRepeatNode" presStyleLbl="solidFgAcc1" presStyleIdx="3" presStyleCnt="7"/>
      <dgm:spPr/>
    </dgm:pt>
    <dgm:pt modelId="{FEC29AA5-016F-467E-9FC7-8F50BC5092A4}" type="pres">
      <dgm:prSet presAssocID="{C53322C7-6C44-487D-A2D9-BC51C704D6CD}" presName="text_5" presStyleLbl="node1" presStyleIdx="4" presStyleCnt="7">
        <dgm:presLayoutVars>
          <dgm:bulletEnabled val="1"/>
        </dgm:presLayoutVars>
      </dgm:prSet>
      <dgm:spPr/>
    </dgm:pt>
    <dgm:pt modelId="{759DD72E-C6ED-4E0A-B026-515E16BB1DE8}" type="pres">
      <dgm:prSet presAssocID="{C53322C7-6C44-487D-A2D9-BC51C704D6CD}" presName="accent_5" presStyleCnt="0"/>
      <dgm:spPr/>
    </dgm:pt>
    <dgm:pt modelId="{DC5C8FDD-648C-4876-890F-B26ACDAB954C}" type="pres">
      <dgm:prSet presAssocID="{C53322C7-6C44-487D-A2D9-BC51C704D6CD}" presName="accentRepeatNode" presStyleLbl="solidFgAcc1" presStyleIdx="4" presStyleCnt="7"/>
      <dgm:spPr/>
    </dgm:pt>
    <dgm:pt modelId="{1558D391-A161-4B6D-9704-8FBC3932D524}" type="pres">
      <dgm:prSet presAssocID="{A967DDCB-E611-4BAC-98E6-2EE5D4E9331B}" presName="text_6" presStyleLbl="node1" presStyleIdx="5" presStyleCnt="7" custScaleY="92536">
        <dgm:presLayoutVars>
          <dgm:bulletEnabled val="1"/>
        </dgm:presLayoutVars>
      </dgm:prSet>
      <dgm:spPr/>
    </dgm:pt>
    <dgm:pt modelId="{58F6A954-A096-4B37-90B7-D298EFE757C5}" type="pres">
      <dgm:prSet presAssocID="{A967DDCB-E611-4BAC-98E6-2EE5D4E9331B}" presName="accent_6" presStyleCnt="0"/>
      <dgm:spPr/>
    </dgm:pt>
    <dgm:pt modelId="{D3E5292C-6CA3-441C-966D-01E4BFDB3463}" type="pres">
      <dgm:prSet presAssocID="{A967DDCB-E611-4BAC-98E6-2EE5D4E9331B}" presName="accentRepeatNode" presStyleLbl="solidFgAcc1" presStyleIdx="5" presStyleCnt="7"/>
      <dgm:spPr/>
    </dgm:pt>
    <dgm:pt modelId="{27E0A3B7-A718-4515-B8A8-B42F34D9C983}" type="pres">
      <dgm:prSet presAssocID="{6A15507C-9E6C-4E8E-AF93-35DB76997F39}" presName="text_7" presStyleLbl="node1" presStyleIdx="6" presStyleCnt="7" custScaleY="168059">
        <dgm:presLayoutVars>
          <dgm:bulletEnabled val="1"/>
        </dgm:presLayoutVars>
      </dgm:prSet>
      <dgm:spPr/>
    </dgm:pt>
    <dgm:pt modelId="{319B8C48-7F2C-48EB-9FEF-2002E4D93B50}" type="pres">
      <dgm:prSet presAssocID="{6A15507C-9E6C-4E8E-AF93-35DB76997F39}" presName="accent_7" presStyleCnt="0"/>
      <dgm:spPr/>
    </dgm:pt>
    <dgm:pt modelId="{55A2B8BA-9EA9-42AE-A14B-5C0A5823784A}" type="pres">
      <dgm:prSet presAssocID="{6A15507C-9E6C-4E8E-AF93-35DB76997F39}" presName="accentRepeatNode" presStyleLbl="solidFgAcc1" presStyleIdx="6" presStyleCnt="7" custScaleX="123669" custScaleY="123669"/>
      <dgm:spPr/>
    </dgm:pt>
  </dgm:ptLst>
  <dgm:cxnLst>
    <dgm:cxn modelId="{50A28221-5034-460E-83EA-F21F08C8E187}" srcId="{B4D05CEE-CEE8-401D-90D3-80AC3C766AC8}" destId="{6A15507C-9E6C-4E8E-AF93-35DB76997F39}" srcOrd="6" destOrd="0" parTransId="{A0C44F65-7571-49EE-829E-FB9367C788EE}" sibTransId="{1E00486E-AFC2-4FCA-AB2D-1EA3ABD98AC7}"/>
    <dgm:cxn modelId="{B5AF0825-7AED-4141-9E38-70B2CBFA72F7}" srcId="{B4D05CEE-CEE8-401D-90D3-80AC3C766AC8}" destId="{9856DB5B-08EB-4826-A15A-45FFDE7B0808}" srcOrd="2" destOrd="0" parTransId="{46BACA56-F79F-4664-A121-977DD91AD9A1}" sibTransId="{CCDD2664-A398-474F-901A-C974B0D3ABA2}"/>
    <dgm:cxn modelId="{02E91F3E-0325-4A81-B61C-F8D730CD3E78}" srcId="{B4D05CEE-CEE8-401D-90D3-80AC3C766AC8}" destId="{6091E0C1-A3E9-4FAC-B8A1-D5E9B3977C84}" srcOrd="1" destOrd="0" parTransId="{E02DE93E-A621-46D8-958F-DCF5B08F9B37}" sibTransId="{1E108738-E9B0-48D3-9931-8E68DCBE1ADD}"/>
    <dgm:cxn modelId="{9D5C9B68-8905-4645-AD1A-2C2C8748DF99}" srcId="{B4D05CEE-CEE8-401D-90D3-80AC3C766AC8}" destId="{9FF13575-047E-472F-9B43-4585AEB3F062}" srcOrd="0" destOrd="0" parTransId="{72349388-E174-4150-B13A-58F02E9D2180}" sibTransId="{5E5C7FE0-C573-48ED-8079-8F22935E17D7}"/>
    <dgm:cxn modelId="{B6B03D72-EBF9-43FA-B809-699D71981157}" type="presOf" srcId="{A967DDCB-E611-4BAC-98E6-2EE5D4E9331B}" destId="{1558D391-A161-4B6D-9704-8FBC3932D524}" srcOrd="0" destOrd="0" presId="urn:microsoft.com/office/officeart/2008/layout/VerticalCurvedList"/>
    <dgm:cxn modelId="{24F7E273-C28C-4897-94A6-629C197D6F96}" type="presOf" srcId="{C53322C7-6C44-487D-A2D9-BC51C704D6CD}" destId="{FEC29AA5-016F-467E-9FC7-8F50BC5092A4}" srcOrd="0" destOrd="0" presId="urn:microsoft.com/office/officeart/2008/layout/VerticalCurvedList"/>
    <dgm:cxn modelId="{6D2CFE83-A515-432E-95AB-596B078C45DA}" srcId="{B4D05CEE-CEE8-401D-90D3-80AC3C766AC8}" destId="{C53322C7-6C44-487D-A2D9-BC51C704D6CD}" srcOrd="4" destOrd="0" parTransId="{2E473302-DD04-4CC7-A065-EBDE59CB6256}" sibTransId="{876C0C2A-1EB2-4DB8-8460-6CB242C420B1}"/>
    <dgm:cxn modelId="{628CA28E-DFA1-4A1D-9442-EB3C43A3DE10}" srcId="{6A15507C-9E6C-4E8E-AF93-35DB76997F39}" destId="{74D856D9-45AE-4556-B461-78F5A02F3C9F}" srcOrd="0" destOrd="0" parTransId="{BB5D5004-19E9-4C59-9EC2-A6FDD80078BB}" sibTransId="{B5783C58-6EF3-4826-9370-E4DF7D9482FC}"/>
    <dgm:cxn modelId="{744C2590-923B-47A9-9F37-E744752EE01D}" type="presOf" srcId="{9FF13575-047E-472F-9B43-4585AEB3F062}" destId="{45272929-7CB5-4DA9-88B6-FFEC3FC35806}" srcOrd="0" destOrd="0" presId="urn:microsoft.com/office/officeart/2008/layout/VerticalCurvedList"/>
    <dgm:cxn modelId="{8AAED096-4E9A-4144-BF36-9F7453BA55EF}" srcId="{B4D05CEE-CEE8-401D-90D3-80AC3C766AC8}" destId="{F17591DE-3610-4D58-90A5-B01E322E5F94}" srcOrd="3" destOrd="0" parTransId="{0CD0DA95-C9DF-44EE-BE65-7719FE8C2956}" sibTransId="{D981FD34-28F5-4EAC-9B07-06D85FEECF85}"/>
    <dgm:cxn modelId="{19A5129E-B9B2-4280-82E9-B96F70D91D41}" type="presOf" srcId="{B4D05CEE-CEE8-401D-90D3-80AC3C766AC8}" destId="{F9548D1A-F73A-466E-9E02-763EEE2468A1}" srcOrd="0" destOrd="0" presId="urn:microsoft.com/office/officeart/2008/layout/VerticalCurvedList"/>
    <dgm:cxn modelId="{7549CAB5-9BB5-42BC-A01E-FEBFB0ECC9DF}" type="presOf" srcId="{6091E0C1-A3E9-4FAC-B8A1-D5E9B3977C84}" destId="{59AE1BE0-06B4-4240-8C20-33BB63569C7D}" srcOrd="0" destOrd="0" presId="urn:microsoft.com/office/officeart/2008/layout/VerticalCurvedList"/>
    <dgm:cxn modelId="{39D7B4B6-D5D8-41A0-B7A9-246B57FB53FB}" type="presOf" srcId="{74D856D9-45AE-4556-B461-78F5A02F3C9F}" destId="{27E0A3B7-A718-4515-B8A8-B42F34D9C983}" srcOrd="0" destOrd="1" presId="urn:microsoft.com/office/officeart/2008/layout/VerticalCurvedList"/>
    <dgm:cxn modelId="{E6D456C4-247E-4B1D-9797-C39968B3BDA1}" type="presOf" srcId="{6A15507C-9E6C-4E8E-AF93-35DB76997F39}" destId="{27E0A3B7-A718-4515-B8A8-B42F34D9C983}" srcOrd="0" destOrd="0" presId="urn:microsoft.com/office/officeart/2008/layout/VerticalCurvedList"/>
    <dgm:cxn modelId="{B10F9EC4-2276-4CF9-8237-3B34EFD7827E}" type="presOf" srcId="{9856DB5B-08EB-4826-A15A-45FFDE7B0808}" destId="{EEF27628-96C2-41E4-9E42-83E41DF31A3C}" srcOrd="0" destOrd="0" presId="urn:microsoft.com/office/officeart/2008/layout/VerticalCurvedList"/>
    <dgm:cxn modelId="{D9F899DD-8B86-4173-8A08-92523CC4745A}" type="presOf" srcId="{F17591DE-3610-4D58-90A5-B01E322E5F94}" destId="{787B3837-AF25-43DF-A990-7F844FBFBC80}" srcOrd="0" destOrd="0" presId="urn:microsoft.com/office/officeart/2008/layout/VerticalCurvedList"/>
    <dgm:cxn modelId="{66EBAEE1-58C3-434F-B990-93A38D9819DB}" srcId="{B4D05CEE-CEE8-401D-90D3-80AC3C766AC8}" destId="{A967DDCB-E611-4BAC-98E6-2EE5D4E9331B}" srcOrd="5" destOrd="0" parTransId="{82BAEEAC-D06D-48E4-A84C-04969128261D}" sibTransId="{21FF8333-2061-4855-9539-DFCBF3833B40}"/>
    <dgm:cxn modelId="{6F13ADEE-DB0D-46DA-A793-EFED7AEBA846}" srcId="{6A15507C-9E6C-4E8E-AF93-35DB76997F39}" destId="{EE4F2D9D-1CB7-4202-83AD-DC539B318EBB}" srcOrd="1" destOrd="0" parTransId="{2A845BBD-503E-493E-90F0-AB6610A041C1}" sibTransId="{5A6DE23A-0511-4D28-B675-6157FA899A47}"/>
    <dgm:cxn modelId="{8F90E1F8-8B6F-43DE-AAAB-8C64DFA790CF}" type="presOf" srcId="{5E5C7FE0-C573-48ED-8079-8F22935E17D7}" destId="{F98089E1-A71B-4FD9-ACD3-DE339D5EEA4E}" srcOrd="0" destOrd="0" presId="urn:microsoft.com/office/officeart/2008/layout/VerticalCurvedList"/>
    <dgm:cxn modelId="{96907BFE-9D6C-4428-B16D-DFC12649418B}" type="presOf" srcId="{EE4F2D9D-1CB7-4202-83AD-DC539B318EBB}" destId="{27E0A3B7-A718-4515-B8A8-B42F34D9C983}" srcOrd="0" destOrd="2" presId="urn:microsoft.com/office/officeart/2008/layout/VerticalCurvedList"/>
    <dgm:cxn modelId="{3002C767-CFE0-4759-A59E-886F77C29585}" type="presParOf" srcId="{F9548D1A-F73A-466E-9E02-763EEE2468A1}" destId="{1FEE6046-3F08-4B99-BADA-7D587A3AC971}" srcOrd="0" destOrd="0" presId="urn:microsoft.com/office/officeart/2008/layout/VerticalCurvedList"/>
    <dgm:cxn modelId="{7DE737EF-0F1A-439F-9910-03514EE688CF}" type="presParOf" srcId="{1FEE6046-3F08-4B99-BADA-7D587A3AC971}" destId="{2EBAD3CA-8EE5-470C-8CFD-61AFCAA4709A}" srcOrd="0" destOrd="0" presId="urn:microsoft.com/office/officeart/2008/layout/VerticalCurvedList"/>
    <dgm:cxn modelId="{02FDE9B0-317E-4B5A-85E0-3FCA7AAA0359}" type="presParOf" srcId="{2EBAD3CA-8EE5-470C-8CFD-61AFCAA4709A}" destId="{E262F868-AC2C-4C7B-BCEA-7ECFAE9ECD98}" srcOrd="0" destOrd="0" presId="urn:microsoft.com/office/officeart/2008/layout/VerticalCurvedList"/>
    <dgm:cxn modelId="{B918630B-749A-4A79-9983-CC7411B1B40B}" type="presParOf" srcId="{2EBAD3CA-8EE5-470C-8CFD-61AFCAA4709A}" destId="{F98089E1-A71B-4FD9-ACD3-DE339D5EEA4E}" srcOrd="1" destOrd="0" presId="urn:microsoft.com/office/officeart/2008/layout/VerticalCurvedList"/>
    <dgm:cxn modelId="{39953067-5A81-4844-A3BA-2A2DD086766F}" type="presParOf" srcId="{2EBAD3CA-8EE5-470C-8CFD-61AFCAA4709A}" destId="{49056408-6C43-493E-A0C6-B91D8BDDAF9F}" srcOrd="2" destOrd="0" presId="urn:microsoft.com/office/officeart/2008/layout/VerticalCurvedList"/>
    <dgm:cxn modelId="{45F5F4B1-C554-435A-9F21-C71D396C1A80}" type="presParOf" srcId="{2EBAD3CA-8EE5-470C-8CFD-61AFCAA4709A}" destId="{C643B979-C995-421A-88EF-891FF017E011}" srcOrd="3" destOrd="0" presId="urn:microsoft.com/office/officeart/2008/layout/VerticalCurvedList"/>
    <dgm:cxn modelId="{351A6EDC-9473-4CCB-AEF8-182CE3FC677E}" type="presParOf" srcId="{1FEE6046-3F08-4B99-BADA-7D587A3AC971}" destId="{45272929-7CB5-4DA9-88B6-FFEC3FC35806}" srcOrd="1" destOrd="0" presId="urn:microsoft.com/office/officeart/2008/layout/VerticalCurvedList"/>
    <dgm:cxn modelId="{DE7B3AC2-2C27-4C28-A41C-CE9760AD7D96}" type="presParOf" srcId="{1FEE6046-3F08-4B99-BADA-7D587A3AC971}" destId="{3A498AB1-E8AF-4526-AF9B-D0572D9875C0}" srcOrd="2" destOrd="0" presId="urn:microsoft.com/office/officeart/2008/layout/VerticalCurvedList"/>
    <dgm:cxn modelId="{10C10DAD-89C0-435E-8316-B8198907ABAE}" type="presParOf" srcId="{3A498AB1-E8AF-4526-AF9B-D0572D9875C0}" destId="{BFC84B35-D21A-4A0C-B445-8DCE4BF8037B}" srcOrd="0" destOrd="0" presId="urn:microsoft.com/office/officeart/2008/layout/VerticalCurvedList"/>
    <dgm:cxn modelId="{713D09F5-46B1-48F3-9A30-A4B2654E4BE1}" type="presParOf" srcId="{1FEE6046-3F08-4B99-BADA-7D587A3AC971}" destId="{59AE1BE0-06B4-4240-8C20-33BB63569C7D}" srcOrd="3" destOrd="0" presId="urn:microsoft.com/office/officeart/2008/layout/VerticalCurvedList"/>
    <dgm:cxn modelId="{AFC1FD84-3B60-4B4F-BB18-477EC61E9F47}" type="presParOf" srcId="{1FEE6046-3F08-4B99-BADA-7D587A3AC971}" destId="{4EDC86EB-1E55-426F-81C3-881E54BBCB57}" srcOrd="4" destOrd="0" presId="urn:microsoft.com/office/officeart/2008/layout/VerticalCurvedList"/>
    <dgm:cxn modelId="{E022C350-BD8A-4CC1-8791-59151A08AA70}" type="presParOf" srcId="{4EDC86EB-1E55-426F-81C3-881E54BBCB57}" destId="{8EF65C8B-C8F2-44C4-83AC-F0F1055BA518}" srcOrd="0" destOrd="0" presId="urn:microsoft.com/office/officeart/2008/layout/VerticalCurvedList"/>
    <dgm:cxn modelId="{430FE486-C692-44CA-BFC7-850A338A8934}" type="presParOf" srcId="{1FEE6046-3F08-4B99-BADA-7D587A3AC971}" destId="{EEF27628-96C2-41E4-9E42-83E41DF31A3C}" srcOrd="5" destOrd="0" presId="urn:microsoft.com/office/officeart/2008/layout/VerticalCurvedList"/>
    <dgm:cxn modelId="{443C005C-ED6B-44E7-B146-712ED2094400}" type="presParOf" srcId="{1FEE6046-3F08-4B99-BADA-7D587A3AC971}" destId="{D48B1B67-8EDE-488C-B187-8A92BEE489D4}" srcOrd="6" destOrd="0" presId="urn:microsoft.com/office/officeart/2008/layout/VerticalCurvedList"/>
    <dgm:cxn modelId="{078DE15C-E73C-4B6D-9573-EA9CB348A040}" type="presParOf" srcId="{D48B1B67-8EDE-488C-B187-8A92BEE489D4}" destId="{1351842C-CF00-42C9-BBDA-41F601706ADC}" srcOrd="0" destOrd="0" presId="urn:microsoft.com/office/officeart/2008/layout/VerticalCurvedList"/>
    <dgm:cxn modelId="{05AD1478-FDE7-4662-9C4D-4B1057D17502}" type="presParOf" srcId="{1FEE6046-3F08-4B99-BADA-7D587A3AC971}" destId="{787B3837-AF25-43DF-A990-7F844FBFBC80}" srcOrd="7" destOrd="0" presId="urn:microsoft.com/office/officeart/2008/layout/VerticalCurvedList"/>
    <dgm:cxn modelId="{DDE9DA14-D749-4B35-9817-1575C4474983}" type="presParOf" srcId="{1FEE6046-3F08-4B99-BADA-7D587A3AC971}" destId="{C5CD3EC4-A894-4A9E-B406-58CED8B31543}" srcOrd="8" destOrd="0" presId="urn:microsoft.com/office/officeart/2008/layout/VerticalCurvedList"/>
    <dgm:cxn modelId="{5244CDF9-7BA3-4A8B-8131-66EE74757D6F}" type="presParOf" srcId="{C5CD3EC4-A894-4A9E-B406-58CED8B31543}" destId="{E5F44496-0E61-4E1A-9E29-C6210C7A4A94}" srcOrd="0" destOrd="0" presId="urn:microsoft.com/office/officeart/2008/layout/VerticalCurvedList"/>
    <dgm:cxn modelId="{1612C94E-3E30-4D92-9285-3F2FA7A7224C}" type="presParOf" srcId="{1FEE6046-3F08-4B99-BADA-7D587A3AC971}" destId="{FEC29AA5-016F-467E-9FC7-8F50BC5092A4}" srcOrd="9" destOrd="0" presId="urn:microsoft.com/office/officeart/2008/layout/VerticalCurvedList"/>
    <dgm:cxn modelId="{429D12EA-0167-4C30-9448-35DA0F3AE5A5}" type="presParOf" srcId="{1FEE6046-3F08-4B99-BADA-7D587A3AC971}" destId="{759DD72E-C6ED-4E0A-B026-515E16BB1DE8}" srcOrd="10" destOrd="0" presId="urn:microsoft.com/office/officeart/2008/layout/VerticalCurvedList"/>
    <dgm:cxn modelId="{85A8F7FA-CC39-41F8-B66B-21917763FA38}" type="presParOf" srcId="{759DD72E-C6ED-4E0A-B026-515E16BB1DE8}" destId="{DC5C8FDD-648C-4876-890F-B26ACDAB954C}" srcOrd="0" destOrd="0" presId="urn:microsoft.com/office/officeart/2008/layout/VerticalCurvedList"/>
    <dgm:cxn modelId="{2CF1B83B-3C13-4691-B38D-2E331D0CCE56}" type="presParOf" srcId="{1FEE6046-3F08-4B99-BADA-7D587A3AC971}" destId="{1558D391-A161-4B6D-9704-8FBC3932D524}" srcOrd="11" destOrd="0" presId="urn:microsoft.com/office/officeart/2008/layout/VerticalCurvedList"/>
    <dgm:cxn modelId="{3660861A-82E8-4251-81E6-CF48BBF27AE3}" type="presParOf" srcId="{1FEE6046-3F08-4B99-BADA-7D587A3AC971}" destId="{58F6A954-A096-4B37-90B7-D298EFE757C5}" srcOrd="12" destOrd="0" presId="urn:microsoft.com/office/officeart/2008/layout/VerticalCurvedList"/>
    <dgm:cxn modelId="{11837B55-F712-4DD2-BC9E-5E2A3F805B67}" type="presParOf" srcId="{58F6A954-A096-4B37-90B7-D298EFE757C5}" destId="{D3E5292C-6CA3-441C-966D-01E4BFDB3463}" srcOrd="0" destOrd="0" presId="urn:microsoft.com/office/officeart/2008/layout/VerticalCurvedList"/>
    <dgm:cxn modelId="{D043E529-5795-41B6-B334-B56719C10740}" type="presParOf" srcId="{1FEE6046-3F08-4B99-BADA-7D587A3AC971}" destId="{27E0A3B7-A718-4515-B8A8-B42F34D9C983}" srcOrd="13" destOrd="0" presId="urn:microsoft.com/office/officeart/2008/layout/VerticalCurvedList"/>
    <dgm:cxn modelId="{ECDF632E-6BCD-4DD9-A635-BD97B9E96D3A}" type="presParOf" srcId="{1FEE6046-3F08-4B99-BADA-7D587A3AC971}" destId="{319B8C48-7F2C-48EB-9FEF-2002E4D93B50}" srcOrd="14" destOrd="0" presId="urn:microsoft.com/office/officeart/2008/layout/VerticalCurvedList"/>
    <dgm:cxn modelId="{02DE1D60-8724-4399-A101-1237DF2234AD}" type="presParOf" srcId="{319B8C48-7F2C-48EB-9FEF-2002E4D93B50}" destId="{55A2B8BA-9EA9-42AE-A14B-5C0A5823784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9F2BC1-A8DD-48DA-86D5-7C4F70A9E7C8}" type="doc">
      <dgm:prSet loTypeId="urn:microsoft.com/office/officeart/2005/8/layout/chevron2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AR"/>
        </a:p>
      </dgm:t>
    </dgm:pt>
    <dgm:pt modelId="{AFBE8719-C933-45DF-80ED-6A0F0504C4C5}">
      <dgm:prSet phldrT="[Texto]" custT="1"/>
      <dgm:spPr/>
      <dgm:t>
        <a:bodyPr/>
        <a:lstStyle/>
        <a:p>
          <a:pPr>
            <a:buSzPts val="1400"/>
            <a:buFont typeface="Arial" panose="020B0604020202020204" pitchFamily="34" charset="0"/>
            <a:buChar char="•"/>
          </a:pPr>
          <a:r>
            <a:rPr lang="es-AR" sz="18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Information Gain:</a:t>
          </a:r>
          <a:endParaRPr lang="es-AR" sz="1800" dirty="0">
            <a:solidFill>
              <a:schemeClr val="bg2">
                <a:lumMod val="10000"/>
              </a:schemeClr>
            </a:solidFill>
          </a:endParaRPr>
        </a:p>
      </dgm:t>
    </dgm:pt>
    <dgm:pt modelId="{4AE9EB19-74AF-420E-8F54-4208C9A2ED0A}" type="parTrans" cxnId="{19C95365-BA0A-438E-9AEE-2CB3A605C5B3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EF587101-3790-4614-988D-B4B032700E0F}" type="sibTrans" cxnId="{19C95365-BA0A-438E-9AEE-2CB3A605C5B3}">
      <dgm:prSet custT="1"/>
      <dgm:spPr/>
      <dgm:t>
        <a:bodyPr/>
        <a:lstStyle/>
        <a:p>
          <a:endParaRPr lang="es-AR" sz="1400">
            <a:solidFill>
              <a:schemeClr val="bg2">
                <a:lumMod val="10000"/>
              </a:schemeClr>
            </a:solidFill>
          </a:endParaRPr>
        </a:p>
      </dgm:t>
    </dgm:pt>
    <dgm:pt modelId="{AA53A395-1859-4C14-A2E2-9A30F5A2B694}">
      <dgm:prSet custT="1"/>
      <dgm:spPr/>
      <dgm:t>
        <a:bodyPr/>
        <a:lstStyle/>
        <a:p>
          <a:r>
            <a:rPr lang="es-AR" sz="18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Gini Index</a:t>
          </a:r>
          <a:endParaRPr lang="es-AR" sz="18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16CA10-F485-4020-A403-4559AF13CF3A}" type="parTrans" cxnId="{BBEE2EC7-992B-4060-819E-34ECC96B515F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15B486D4-5113-412B-B4D5-9453442D1A7E}" type="sibTrans" cxnId="{BBEE2EC7-992B-4060-819E-34ECC96B515F}">
      <dgm:prSet custT="1"/>
      <dgm:spPr/>
      <dgm:t>
        <a:bodyPr/>
        <a:lstStyle/>
        <a:p>
          <a:endParaRPr lang="es-AR" sz="1400">
            <a:solidFill>
              <a:schemeClr val="bg2">
                <a:lumMod val="10000"/>
              </a:schemeClr>
            </a:solidFill>
          </a:endParaRPr>
        </a:p>
      </dgm:t>
    </dgm:pt>
    <dgm:pt modelId="{499456AF-42CB-4189-8017-AA372091DACD}">
      <dgm:prSet custT="1"/>
      <dgm:spPr/>
      <dgm:t>
        <a:bodyPr/>
        <a:lstStyle/>
        <a:p>
          <a:r>
            <a:rPr lang="es-AR" sz="1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Mean </a:t>
          </a:r>
          <a:r>
            <a:rPr lang="es-AR" sz="1800" b="1" dirty="0" err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Squared</a:t>
          </a:r>
          <a:r>
            <a:rPr lang="es-AR" sz="1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Error</a:t>
          </a:r>
          <a:endParaRPr lang="es-AR" sz="18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087708-1193-41D0-A4BE-F71F41123614}" type="parTrans" cxnId="{DE1CC493-3E91-4B17-94C5-99DE65F4B3C1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8B554779-3911-4C64-941B-DFFA115A96FD}" type="sibTrans" cxnId="{DE1CC493-3E91-4B17-94C5-99DE65F4B3C1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F47042D3-43B7-4344-9C15-CB96C8C64D93}">
      <dgm:prSet phldrT="[Texto]" custT="1"/>
      <dgm:spPr/>
      <dgm:t>
        <a:bodyPr/>
        <a:lstStyle/>
        <a:p>
          <a:pPr>
            <a:buSzPts val="1400"/>
            <a:buFont typeface="Arial" panose="020B0604020202020204" pitchFamily="34" charset="0"/>
            <a:buNone/>
          </a:pPr>
          <a:r>
            <a:rPr lang="es-AR" sz="16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calcula la diferencia entre la entropía del conjunto antes de dividirse y la entropía media luego de dividir el conjunto de datos, para cada atributo.</a:t>
          </a:r>
          <a:endParaRPr lang="es-AR" sz="1600" dirty="0">
            <a:solidFill>
              <a:schemeClr val="bg2">
                <a:lumMod val="10000"/>
              </a:schemeClr>
            </a:solidFill>
          </a:endParaRPr>
        </a:p>
      </dgm:t>
    </dgm:pt>
    <dgm:pt modelId="{02056AE0-ED98-49C4-9291-4F5B11F72F27}" type="parTrans" cxnId="{470DD817-A05A-4B19-8734-CD62A3FBBF8C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BD999F21-AAA9-47EB-BA04-9634F9FC3E40}" type="sibTrans" cxnId="{470DD817-A05A-4B19-8734-CD62A3FBBF8C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C6B32E29-03E5-4A25-A55D-A04BB976AA7C}">
      <dgm:prSet custT="1"/>
      <dgm:spPr/>
      <dgm:t>
        <a:bodyPr/>
        <a:lstStyle/>
        <a:p>
          <a:pPr>
            <a:buNone/>
          </a:pPr>
          <a:r>
            <a:rPr lang="es-AR" sz="16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una métrica que mide cuánto un elemento del subconjunto elegido al azar sería identificado incorrectamente. Busca los atributos que tienen menor índice de Gini.</a:t>
          </a:r>
          <a:endParaRPr lang="es-AR" sz="16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26A88B-235B-4EE4-8B0C-306CFA20FB67}" type="parTrans" cxnId="{9B4AEE16-CAFF-4814-A6CE-52ED7344E652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9FB9E76D-51BA-465C-918F-74BA6B7DEEE5}" type="sibTrans" cxnId="{9B4AEE16-CAFF-4814-A6CE-52ED7344E652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0AB62FC4-A223-406F-8403-F4A2E5D4E6D6}">
      <dgm:prSet custT="1"/>
      <dgm:spPr/>
      <dgm:t>
        <a:bodyPr/>
        <a:lstStyle/>
        <a:p>
          <a:pPr>
            <a:buNone/>
          </a:pPr>
          <a:r>
            <a:rPr lang="es-AR" sz="16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Este método sirve para casos de regresión (en lugar de clasificación). Busca minimizar el error cuadrático medio en los nodos hijos a la hora de particionar los datos.</a:t>
          </a:r>
          <a:endParaRPr lang="es-AR" sz="16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AD7A65-39DB-438C-9CBF-8FBC67655A0D}" type="parTrans" cxnId="{C9E3EAED-A4E8-47CD-A827-1435DA1F6A0E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A91504F8-2954-4FDA-AAFA-F4844B642845}" type="sibTrans" cxnId="{C9E3EAED-A4E8-47CD-A827-1435DA1F6A0E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78F9E076-2259-4B23-A384-8B5D2936CAB5}" type="pres">
      <dgm:prSet presAssocID="{6A9F2BC1-A8DD-48DA-86D5-7C4F70A9E7C8}" presName="linearFlow" presStyleCnt="0">
        <dgm:presLayoutVars>
          <dgm:dir/>
          <dgm:animLvl val="lvl"/>
          <dgm:resizeHandles val="exact"/>
        </dgm:presLayoutVars>
      </dgm:prSet>
      <dgm:spPr/>
    </dgm:pt>
    <dgm:pt modelId="{9C5D94B1-6AF9-4037-89E2-1BD022A7E76F}" type="pres">
      <dgm:prSet presAssocID="{AFBE8719-C933-45DF-80ED-6A0F0504C4C5}" presName="composite" presStyleCnt="0"/>
      <dgm:spPr/>
    </dgm:pt>
    <dgm:pt modelId="{4EA2825F-E26F-4A13-9EE2-C5F6BD7BC09F}" type="pres">
      <dgm:prSet presAssocID="{AFBE8719-C933-45DF-80ED-6A0F0504C4C5}" presName="parentText" presStyleLbl="alignNode1" presStyleIdx="0" presStyleCnt="3" custScaleX="134977">
        <dgm:presLayoutVars>
          <dgm:chMax val="1"/>
          <dgm:bulletEnabled val="1"/>
        </dgm:presLayoutVars>
      </dgm:prSet>
      <dgm:spPr/>
    </dgm:pt>
    <dgm:pt modelId="{1E954D8F-29CA-4683-A052-6B120110A570}" type="pres">
      <dgm:prSet presAssocID="{AFBE8719-C933-45DF-80ED-6A0F0504C4C5}" presName="descendantText" presStyleLbl="alignAcc1" presStyleIdx="0" presStyleCnt="3" custScaleX="90993" custScaleY="129153">
        <dgm:presLayoutVars>
          <dgm:bulletEnabled val="1"/>
        </dgm:presLayoutVars>
      </dgm:prSet>
      <dgm:spPr/>
    </dgm:pt>
    <dgm:pt modelId="{868D8ED5-2C60-44FA-AC11-BFBF991AA6FC}" type="pres">
      <dgm:prSet presAssocID="{EF587101-3790-4614-988D-B4B032700E0F}" presName="sp" presStyleCnt="0"/>
      <dgm:spPr/>
    </dgm:pt>
    <dgm:pt modelId="{556A64D9-552C-40C2-A8FF-7DC671BDC74D}" type="pres">
      <dgm:prSet presAssocID="{AA53A395-1859-4C14-A2E2-9A30F5A2B694}" presName="composite" presStyleCnt="0"/>
      <dgm:spPr/>
    </dgm:pt>
    <dgm:pt modelId="{60D316C7-0378-4C8A-B230-5EA5B48D7321}" type="pres">
      <dgm:prSet presAssocID="{AA53A395-1859-4C14-A2E2-9A30F5A2B694}" presName="parentText" presStyleLbl="alignNode1" presStyleIdx="1" presStyleCnt="3" custScaleX="134977">
        <dgm:presLayoutVars>
          <dgm:chMax val="1"/>
          <dgm:bulletEnabled val="1"/>
        </dgm:presLayoutVars>
      </dgm:prSet>
      <dgm:spPr/>
    </dgm:pt>
    <dgm:pt modelId="{987CB698-8AF1-4D9C-A8EE-EEF019C27DED}" type="pres">
      <dgm:prSet presAssocID="{AA53A395-1859-4C14-A2E2-9A30F5A2B694}" presName="descendantText" presStyleLbl="alignAcc1" presStyleIdx="1" presStyleCnt="3" custScaleX="91973" custScaleY="133293">
        <dgm:presLayoutVars>
          <dgm:bulletEnabled val="1"/>
        </dgm:presLayoutVars>
      </dgm:prSet>
      <dgm:spPr/>
    </dgm:pt>
    <dgm:pt modelId="{74AB5E42-5549-40B7-AD86-F03748066805}" type="pres">
      <dgm:prSet presAssocID="{15B486D4-5113-412B-B4D5-9453442D1A7E}" presName="sp" presStyleCnt="0"/>
      <dgm:spPr/>
    </dgm:pt>
    <dgm:pt modelId="{92FDAC26-8749-4A3D-89A3-7A0174BF30A7}" type="pres">
      <dgm:prSet presAssocID="{499456AF-42CB-4189-8017-AA372091DACD}" presName="composite" presStyleCnt="0"/>
      <dgm:spPr/>
    </dgm:pt>
    <dgm:pt modelId="{6B9C5FA3-FD61-48E6-B112-A33A17C7F7F8}" type="pres">
      <dgm:prSet presAssocID="{499456AF-42CB-4189-8017-AA372091DACD}" presName="parentText" presStyleLbl="alignNode1" presStyleIdx="2" presStyleCnt="3" custScaleX="134977">
        <dgm:presLayoutVars>
          <dgm:chMax val="1"/>
          <dgm:bulletEnabled val="1"/>
        </dgm:presLayoutVars>
      </dgm:prSet>
      <dgm:spPr/>
    </dgm:pt>
    <dgm:pt modelId="{E57792FF-62DA-439C-9971-B19F0305CF0B}" type="pres">
      <dgm:prSet presAssocID="{499456AF-42CB-4189-8017-AA372091DACD}" presName="descendantText" presStyleLbl="alignAcc1" presStyleIdx="2" presStyleCnt="3" custScaleX="91973" custScaleY="133293">
        <dgm:presLayoutVars>
          <dgm:bulletEnabled val="1"/>
        </dgm:presLayoutVars>
      </dgm:prSet>
      <dgm:spPr/>
    </dgm:pt>
  </dgm:ptLst>
  <dgm:cxnLst>
    <dgm:cxn modelId="{A8EEBA0D-8492-4A30-9CA5-BFE5A362E4FA}" type="presOf" srcId="{AFBE8719-C933-45DF-80ED-6A0F0504C4C5}" destId="{4EA2825F-E26F-4A13-9EE2-C5F6BD7BC09F}" srcOrd="0" destOrd="0" presId="urn:microsoft.com/office/officeart/2005/8/layout/chevron2"/>
    <dgm:cxn modelId="{9B4AEE16-CAFF-4814-A6CE-52ED7344E652}" srcId="{AA53A395-1859-4C14-A2E2-9A30F5A2B694}" destId="{C6B32E29-03E5-4A25-A55D-A04BB976AA7C}" srcOrd="0" destOrd="0" parTransId="{1A26A88B-235B-4EE4-8B0C-306CFA20FB67}" sibTransId="{9FB9E76D-51BA-465C-918F-74BA6B7DEEE5}"/>
    <dgm:cxn modelId="{470DD817-A05A-4B19-8734-CD62A3FBBF8C}" srcId="{AFBE8719-C933-45DF-80ED-6A0F0504C4C5}" destId="{F47042D3-43B7-4344-9C15-CB96C8C64D93}" srcOrd="0" destOrd="0" parTransId="{02056AE0-ED98-49C4-9291-4F5B11F72F27}" sibTransId="{BD999F21-AAA9-47EB-BA04-9634F9FC3E40}"/>
    <dgm:cxn modelId="{49453630-1C8F-4768-B7CA-9F982A301556}" type="presOf" srcId="{AA53A395-1859-4C14-A2E2-9A30F5A2B694}" destId="{60D316C7-0378-4C8A-B230-5EA5B48D7321}" srcOrd="0" destOrd="0" presId="urn:microsoft.com/office/officeart/2005/8/layout/chevron2"/>
    <dgm:cxn modelId="{19C95365-BA0A-438E-9AEE-2CB3A605C5B3}" srcId="{6A9F2BC1-A8DD-48DA-86D5-7C4F70A9E7C8}" destId="{AFBE8719-C933-45DF-80ED-6A0F0504C4C5}" srcOrd="0" destOrd="0" parTransId="{4AE9EB19-74AF-420E-8F54-4208C9A2ED0A}" sibTransId="{EF587101-3790-4614-988D-B4B032700E0F}"/>
    <dgm:cxn modelId="{9E0E0956-5AFD-4B17-9E51-914BFA259137}" type="presOf" srcId="{499456AF-42CB-4189-8017-AA372091DACD}" destId="{6B9C5FA3-FD61-48E6-B112-A33A17C7F7F8}" srcOrd="0" destOrd="0" presId="urn:microsoft.com/office/officeart/2005/8/layout/chevron2"/>
    <dgm:cxn modelId="{DE1CC493-3E91-4B17-94C5-99DE65F4B3C1}" srcId="{6A9F2BC1-A8DD-48DA-86D5-7C4F70A9E7C8}" destId="{499456AF-42CB-4189-8017-AA372091DACD}" srcOrd="2" destOrd="0" parTransId="{E2087708-1193-41D0-A4BE-F71F41123614}" sibTransId="{8B554779-3911-4C64-941B-DFFA115A96FD}"/>
    <dgm:cxn modelId="{547CECB4-C584-4578-856E-C73969D225E4}" type="presOf" srcId="{C6B32E29-03E5-4A25-A55D-A04BB976AA7C}" destId="{987CB698-8AF1-4D9C-A8EE-EEF019C27DED}" srcOrd="0" destOrd="0" presId="urn:microsoft.com/office/officeart/2005/8/layout/chevron2"/>
    <dgm:cxn modelId="{BBEE2EC7-992B-4060-819E-34ECC96B515F}" srcId="{6A9F2BC1-A8DD-48DA-86D5-7C4F70A9E7C8}" destId="{AA53A395-1859-4C14-A2E2-9A30F5A2B694}" srcOrd="1" destOrd="0" parTransId="{EC16CA10-F485-4020-A403-4559AF13CF3A}" sibTransId="{15B486D4-5113-412B-B4D5-9453442D1A7E}"/>
    <dgm:cxn modelId="{EF2A49DC-6A47-4AD4-9981-11E5176602AA}" type="presOf" srcId="{6A9F2BC1-A8DD-48DA-86D5-7C4F70A9E7C8}" destId="{78F9E076-2259-4B23-A384-8B5D2936CAB5}" srcOrd="0" destOrd="0" presId="urn:microsoft.com/office/officeart/2005/8/layout/chevron2"/>
    <dgm:cxn modelId="{C26589E6-E7B1-43CE-8976-32C1A22AE64D}" type="presOf" srcId="{F47042D3-43B7-4344-9C15-CB96C8C64D93}" destId="{1E954D8F-29CA-4683-A052-6B120110A570}" srcOrd="0" destOrd="0" presId="urn:microsoft.com/office/officeart/2005/8/layout/chevron2"/>
    <dgm:cxn modelId="{C9E3EAED-A4E8-47CD-A827-1435DA1F6A0E}" srcId="{499456AF-42CB-4189-8017-AA372091DACD}" destId="{0AB62FC4-A223-406F-8403-F4A2E5D4E6D6}" srcOrd="0" destOrd="0" parTransId="{BCAD7A65-39DB-438C-9CBF-8FBC67655A0D}" sibTransId="{A91504F8-2954-4FDA-AAFA-F4844B642845}"/>
    <dgm:cxn modelId="{3D1C80F6-7B61-4F5F-B033-2BAAD073CFB8}" type="presOf" srcId="{0AB62FC4-A223-406F-8403-F4A2E5D4E6D6}" destId="{E57792FF-62DA-439C-9971-B19F0305CF0B}" srcOrd="0" destOrd="0" presId="urn:microsoft.com/office/officeart/2005/8/layout/chevron2"/>
    <dgm:cxn modelId="{24680625-39D4-4176-B721-8EE2F43B2709}" type="presParOf" srcId="{78F9E076-2259-4B23-A384-8B5D2936CAB5}" destId="{9C5D94B1-6AF9-4037-89E2-1BD022A7E76F}" srcOrd="0" destOrd="0" presId="urn:microsoft.com/office/officeart/2005/8/layout/chevron2"/>
    <dgm:cxn modelId="{5D805A2F-4645-4D4E-AC95-E581F4E3E34C}" type="presParOf" srcId="{9C5D94B1-6AF9-4037-89E2-1BD022A7E76F}" destId="{4EA2825F-E26F-4A13-9EE2-C5F6BD7BC09F}" srcOrd="0" destOrd="0" presId="urn:microsoft.com/office/officeart/2005/8/layout/chevron2"/>
    <dgm:cxn modelId="{0DA6094F-5F07-4D0A-B448-CE2A5C91BC06}" type="presParOf" srcId="{9C5D94B1-6AF9-4037-89E2-1BD022A7E76F}" destId="{1E954D8F-29CA-4683-A052-6B120110A570}" srcOrd="1" destOrd="0" presId="urn:microsoft.com/office/officeart/2005/8/layout/chevron2"/>
    <dgm:cxn modelId="{1CB2E8C0-D933-453A-9057-5A40DBFE797D}" type="presParOf" srcId="{78F9E076-2259-4B23-A384-8B5D2936CAB5}" destId="{868D8ED5-2C60-44FA-AC11-BFBF991AA6FC}" srcOrd="1" destOrd="0" presId="urn:microsoft.com/office/officeart/2005/8/layout/chevron2"/>
    <dgm:cxn modelId="{9A3A18DF-848E-4DDB-B720-C85A4AAFF4C8}" type="presParOf" srcId="{78F9E076-2259-4B23-A384-8B5D2936CAB5}" destId="{556A64D9-552C-40C2-A8FF-7DC671BDC74D}" srcOrd="2" destOrd="0" presId="urn:microsoft.com/office/officeart/2005/8/layout/chevron2"/>
    <dgm:cxn modelId="{BC716E20-3A97-4424-A23E-9B99195A6F5C}" type="presParOf" srcId="{556A64D9-552C-40C2-A8FF-7DC671BDC74D}" destId="{60D316C7-0378-4C8A-B230-5EA5B48D7321}" srcOrd="0" destOrd="0" presId="urn:microsoft.com/office/officeart/2005/8/layout/chevron2"/>
    <dgm:cxn modelId="{648C4BFD-4616-418D-A81C-8BB8ECA6979C}" type="presParOf" srcId="{556A64D9-552C-40C2-A8FF-7DC671BDC74D}" destId="{987CB698-8AF1-4D9C-A8EE-EEF019C27DED}" srcOrd="1" destOrd="0" presId="urn:microsoft.com/office/officeart/2005/8/layout/chevron2"/>
    <dgm:cxn modelId="{B0F78087-0388-459F-9B49-6B811DC15B08}" type="presParOf" srcId="{78F9E076-2259-4B23-A384-8B5D2936CAB5}" destId="{74AB5E42-5549-40B7-AD86-F03748066805}" srcOrd="3" destOrd="0" presId="urn:microsoft.com/office/officeart/2005/8/layout/chevron2"/>
    <dgm:cxn modelId="{F4286713-1DFA-4C9B-9AD2-EBFCBD8F80FE}" type="presParOf" srcId="{78F9E076-2259-4B23-A384-8B5D2936CAB5}" destId="{92FDAC26-8749-4A3D-89A3-7A0174BF30A7}" srcOrd="4" destOrd="0" presId="urn:microsoft.com/office/officeart/2005/8/layout/chevron2"/>
    <dgm:cxn modelId="{C2D0DCD9-5865-494E-A06D-BC28CA238117}" type="presParOf" srcId="{92FDAC26-8749-4A3D-89A3-7A0174BF30A7}" destId="{6B9C5FA3-FD61-48E6-B112-A33A17C7F7F8}" srcOrd="0" destOrd="0" presId="urn:microsoft.com/office/officeart/2005/8/layout/chevron2"/>
    <dgm:cxn modelId="{47BA309A-160B-4A5C-9E12-7FFA68B784AE}" type="presParOf" srcId="{92FDAC26-8749-4A3D-89A3-7A0174BF30A7}" destId="{E57792FF-62DA-439C-9971-B19F0305CF0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410638-0223-4DD0-A7E3-824219E81233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s-AR"/>
        </a:p>
      </dgm:t>
    </dgm:pt>
    <dgm:pt modelId="{045F6E34-5474-4DDF-BB23-D13075FF9BF7}">
      <dgm:prSet phldrT="[Texto]" custT="1"/>
      <dgm:spPr/>
      <dgm:t>
        <a:bodyPr/>
        <a:lstStyle/>
        <a:p>
          <a:pPr>
            <a:buNone/>
          </a:pPr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 basan en la idea de que el trabajo en conjunto debería dar mejores resultados.</a:t>
          </a:r>
          <a:endParaRPr lang="es-AR" sz="2000" b="1" dirty="0">
            <a:solidFill>
              <a:schemeClr val="bg2">
                <a:lumMod val="10000"/>
              </a:schemeClr>
            </a:solidFill>
          </a:endParaRPr>
        </a:p>
      </dgm:t>
    </dgm:pt>
    <dgm:pt modelId="{0FFB6D5B-A85A-462E-B0E8-BBCF211CB036}" type="parTrans" cxnId="{CC40796A-BD2A-48F9-8711-A8920BBE4569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4FE9D96B-3A71-4E93-97F4-12AD3AC29307}" type="sibTrans" cxnId="{CC40796A-BD2A-48F9-8711-A8920BBE4569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E6A46CC8-377E-446B-88EB-8097F71AF25F}">
      <dgm:prSet custT="1"/>
      <dgm:spPr/>
      <dgm:t>
        <a:bodyPr/>
        <a:lstStyle/>
        <a:p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 tal forma, un conjunto de modelos, al combinarse, deberían tener mejor performance.</a:t>
          </a:r>
          <a:endParaRPr lang="es-AR" sz="20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468CA7-C396-4A67-88CC-56BCF97339D2}" type="parTrans" cxnId="{FD81538E-3C00-47CE-BE76-3D3B0D20E730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68B1BEF6-DBC6-4FE7-96F8-F700871452F0}" type="sibTrans" cxnId="{FD81538E-3C00-47CE-BE76-3D3B0D20E730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1D11FAAB-12AF-4351-BB90-BE4180E02F7B}">
      <dgm:prSet custT="1"/>
      <dgm:spPr/>
      <dgm:t>
        <a:bodyPr/>
        <a:lstStyle/>
        <a:p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Consideremos el caso de tres modelos: M1, M2 y M3:</a:t>
          </a:r>
          <a:endParaRPr lang="es-AR" sz="20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E8A358-CEE9-4A17-8A50-D2ADA8E87539}" type="parTrans" cxnId="{59608398-0C2D-4F08-B6D4-294081F444AF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5C09FE34-DD2A-48AB-81B9-CA18D0F30CE6}" type="sibTrans" cxnId="{59608398-0C2D-4F08-B6D4-294081F444AF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8446BDAF-AEA8-4081-B060-67A1425B0B64}">
      <dgm:prSet custT="1"/>
      <dgm:spPr/>
      <dgm:t>
        <a:bodyPr/>
        <a:lstStyle/>
        <a:p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Cuando las predicciones son iguales, es sencillo definir cómo predecir; qué hacemos en el caso en que difieran?</a:t>
          </a:r>
          <a:endParaRPr lang="es-AR" sz="20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C7F494-2C8F-4B0A-AE4C-9B01D93AE0FA}" type="parTrans" cxnId="{CDC8AE76-C25A-4566-8F3A-488CB642EBA2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FCEB701A-ED08-4B1F-8694-6D2224D4453A}" type="sibTrans" cxnId="{CDC8AE76-C25A-4566-8F3A-488CB642EBA2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DF77786D-91BB-44FE-A8FA-6541DC762751}">
      <dgm:prSet custT="1"/>
      <dgm:spPr/>
      <dgm:t>
        <a:bodyPr/>
        <a:lstStyle/>
        <a:p>
          <a:r>
            <a:rPr lang="es-AR" sz="14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 creemos al mejor de los modelos?</a:t>
          </a:r>
          <a:endParaRPr lang="es-AR" sz="14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1F2936-B90C-4656-9335-F02489B297F1}" type="parTrans" cxnId="{620CE68E-9969-4303-B151-CE2218637B1B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9400D4E1-FB40-4FC5-9AE3-60BEE5C2C836}" type="sibTrans" cxnId="{620CE68E-9969-4303-B151-CE2218637B1B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2726453B-E5D9-4E98-89B7-DBC63EA7B3C9}">
      <dgm:prSet custT="1"/>
      <dgm:spPr/>
      <dgm:t>
        <a:bodyPr/>
        <a:lstStyle/>
        <a:p>
          <a:r>
            <a:rPr lang="es-AR" sz="14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Votamos por mayoría?</a:t>
          </a:r>
          <a:endParaRPr lang="es-AR" sz="14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46583E-ABA9-40B5-8E75-0616E074BC7D}" type="parTrans" cxnId="{2758EA60-ED9D-49D9-9ED2-4BD2FE5C07CE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D7703F2D-19A4-4A7E-80D2-5FE80BF8DDAB}" type="sibTrans" cxnId="{2758EA60-ED9D-49D9-9ED2-4BD2FE5C07CE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79E1BABE-3147-443D-BF7F-B07BEB8C9ECF}" type="pres">
      <dgm:prSet presAssocID="{65410638-0223-4DD0-A7E3-824219E81233}" presName="Name0" presStyleCnt="0">
        <dgm:presLayoutVars>
          <dgm:chMax val="7"/>
          <dgm:chPref val="7"/>
          <dgm:dir/>
        </dgm:presLayoutVars>
      </dgm:prSet>
      <dgm:spPr/>
    </dgm:pt>
    <dgm:pt modelId="{469E6B25-FFB5-4E0C-AE86-CAB0A7C61B9E}" type="pres">
      <dgm:prSet presAssocID="{65410638-0223-4DD0-A7E3-824219E81233}" presName="Name1" presStyleCnt="0"/>
      <dgm:spPr/>
    </dgm:pt>
    <dgm:pt modelId="{E4293B95-2357-4C0A-AAD7-657646807275}" type="pres">
      <dgm:prSet presAssocID="{65410638-0223-4DD0-A7E3-824219E81233}" presName="cycle" presStyleCnt="0"/>
      <dgm:spPr/>
    </dgm:pt>
    <dgm:pt modelId="{99B495BF-C4CC-45FB-8361-4EA3A8C8488F}" type="pres">
      <dgm:prSet presAssocID="{65410638-0223-4DD0-A7E3-824219E81233}" presName="srcNode" presStyleLbl="node1" presStyleIdx="0" presStyleCnt="4"/>
      <dgm:spPr/>
    </dgm:pt>
    <dgm:pt modelId="{27F2074D-0BC4-4B4A-9E3F-7A651DBDFF19}" type="pres">
      <dgm:prSet presAssocID="{65410638-0223-4DD0-A7E3-824219E81233}" presName="conn" presStyleLbl="parChTrans1D2" presStyleIdx="0" presStyleCnt="1"/>
      <dgm:spPr/>
    </dgm:pt>
    <dgm:pt modelId="{333D2E28-27A2-4BB5-8C5B-61B26BC386BF}" type="pres">
      <dgm:prSet presAssocID="{65410638-0223-4DD0-A7E3-824219E81233}" presName="extraNode" presStyleLbl="node1" presStyleIdx="0" presStyleCnt="4"/>
      <dgm:spPr/>
    </dgm:pt>
    <dgm:pt modelId="{555C91CF-E0A2-4805-9C9A-119D95A8F41B}" type="pres">
      <dgm:prSet presAssocID="{65410638-0223-4DD0-A7E3-824219E81233}" presName="dstNode" presStyleLbl="node1" presStyleIdx="0" presStyleCnt="4"/>
      <dgm:spPr/>
    </dgm:pt>
    <dgm:pt modelId="{81DDC260-6916-41EB-8874-E4D9B74CC410}" type="pres">
      <dgm:prSet presAssocID="{045F6E34-5474-4DDF-BB23-D13075FF9BF7}" presName="text_1" presStyleLbl="node1" presStyleIdx="0" presStyleCnt="4">
        <dgm:presLayoutVars>
          <dgm:bulletEnabled val="1"/>
        </dgm:presLayoutVars>
      </dgm:prSet>
      <dgm:spPr/>
    </dgm:pt>
    <dgm:pt modelId="{9F495464-A2DA-40D5-AE5A-433655535729}" type="pres">
      <dgm:prSet presAssocID="{045F6E34-5474-4DDF-BB23-D13075FF9BF7}" presName="accent_1" presStyleCnt="0"/>
      <dgm:spPr/>
    </dgm:pt>
    <dgm:pt modelId="{ABBF03BC-46A5-4CCF-BA57-DFB52FF343B2}" type="pres">
      <dgm:prSet presAssocID="{045F6E34-5474-4DDF-BB23-D13075FF9BF7}" presName="accentRepeatNode" presStyleLbl="solidFgAcc1" presStyleIdx="0" presStyleCnt="4"/>
      <dgm:spPr/>
    </dgm:pt>
    <dgm:pt modelId="{270A41CC-1D30-4D41-8BA6-094B302E45FA}" type="pres">
      <dgm:prSet presAssocID="{E6A46CC8-377E-446B-88EB-8097F71AF25F}" presName="text_2" presStyleLbl="node1" presStyleIdx="1" presStyleCnt="4">
        <dgm:presLayoutVars>
          <dgm:bulletEnabled val="1"/>
        </dgm:presLayoutVars>
      </dgm:prSet>
      <dgm:spPr/>
    </dgm:pt>
    <dgm:pt modelId="{D7DF41C2-5AE9-4451-BD77-62D91A1E9DCB}" type="pres">
      <dgm:prSet presAssocID="{E6A46CC8-377E-446B-88EB-8097F71AF25F}" presName="accent_2" presStyleCnt="0"/>
      <dgm:spPr/>
    </dgm:pt>
    <dgm:pt modelId="{721C5C45-562E-47BA-B704-1D3F8592CA56}" type="pres">
      <dgm:prSet presAssocID="{E6A46CC8-377E-446B-88EB-8097F71AF25F}" presName="accentRepeatNode" presStyleLbl="solidFgAcc1" presStyleIdx="1" presStyleCnt="4"/>
      <dgm:spPr/>
    </dgm:pt>
    <dgm:pt modelId="{F6C154A1-DDA5-41F7-86E2-48509440CF22}" type="pres">
      <dgm:prSet presAssocID="{1D11FAAB-12AF-4351-BB90-BE4180E02F7B}" presName="text_3" presStyleLbl="node1" presStyleIdx="2" presStyleCnt="4">
        <dgm:presLayoutVars>
          <dgm:bulletEnabled val="1"/>
        </dgm:presLayoutVars>
      </dgm:prSet>
      <dgm:spPr/>
    </dgm:pt>
    <dgm:pt modelId="{B7033DFE-9413-4F5B-8AB7-0D52F297D353}" type="pres">
      <dgm:prSet presAssocID="{1D11FAAB-12AF-4351-BB90-BE4180E02F7B}" presName="accent_3" presStyleCnt="0"/>
      <dgm:spPr/>
    </dgm:pt>
    <dgm:pt modelId="{2F972938-1107-4772-BEE6-C191F2BC1C62}" type="pres">
      <dgm:prSet presAssocID="{1D11FAAB-12AF-4351-BB90-BE4180E02F7B}" presName="accentRepeatNode" presStyleLbl="solidFgAcc1" presStyleIdx="2" presStyleCnt="4"/>
      <dgm:spPr/>
    </dgm:pt>
    <dgm:pt modelId="{4F541113-3EA6-4B03-93FF-22A80295BF61}" type="pres">
      <dgm:prSet presAssocID="{8446BDAF-AEA8-4081-B060-67A1425B0B64}" presName="text_4" presStyleLbl="node1" presStyleIdx="3" presStyleCnt="4">
        <dgm:presLayoutVars>
          <dgm:bulletEnabled val="1"/>
        </dgm:presLayoutVars>
      </dgm:prSet>
      <dgm:spPr/>
    </dgm:pt>
    <dgm:pt modelId="{4373E217-5DF7-4913-A463-93344FE37193}" type="pres">
      <dgm:prSet presAssocID="{8446BDAF-AEA8-4081-B060-67A1425B0B64}" presName="accent_4" presStyleCnt="0"/>
      <dgm:spPr/>
    </dgm:pt>
    <dgm:pt modelId="{E42E2AA8-5222-4D33-BC39-475741D4FB1F}" type="pres">
      <dgm:prSet presAssocID="{8446BDAF-AEA8-4081-B060-67A1425B0B64}" presName="accentRepeatNode" presStyleLbl="solidFgAcc1" presStyleIdx="3" presStyleCnt="4"/>
      <dgm:spPr/>
    </dgm:pt>
  </dgm:ptLst>
  <dgm:cxnLst>
    <dgm:cxn modelId="{3774A403-78E3-412D-9F56-5CE420C5176C}" type="presOf" srcId="{65410638-0223-4DD0-A7E3-824219E81233}" destId="{79E1BABE-3147-443D-BF7F-B07BEB8C9ECF}" srcOrd="0" destOrd="0" presId="urn:microsoft.com/office/officeart/2008/layout/VerticalCurvedList"/>
    <dgm:cxn modelId="{111CD12E-1130-454B-97DF-B55A3E7CC1A0}" type="presOf" srcId="{DF77786D-91BB-44FE-A8FA-6541DC762751}" destId="{4F541113-3EA6-4B03-93FF-22A80295BF61}" srcOrd="0" destOrd="1" presId="urn:microsoft.com/office/officeart/2008/layout/VerticalCurvedList"/>
    <dgm:cxn modelId="{1F2BBD30-6D7C-4AE4-9E55-DED3CECE60E4}" type="presOf" srcId="{4FE9D96B-3A71-4E93-97F4-12AD3AC29307}" destId="{27F2074D-0BC4-4B4A-9E3F-7A651DBDFF19}" srcOrd="0" destOrd="0" presId="urn:microsoft.com/office/officeart/2008/layout/VerticalCurvedList"/>
    <dgm:cxn modelId="{A9EFAA5D-A804-4F16-A849-CF7BFD0D987C}" type="presOf" srcId="{045F6E34-5474-4DDF-BB23-D13075FF9BF7}" destId="{81DDC260-6916-41EB-8874-E4D9B74CC410}" srcOrd="0" destOrd="0" presId="urn:microsoft.com/office/officeart/2008/layout/VerticalCurvedList"/>
    <dgm:cxn modelId="{2758EA60-ED9D-49D9-9ED2-4BD2FE5C07CE}" srcId="{8446BDAF-AEA8-4081-B060-67A1425B0B64}" destId="{2726453B-E5D9-4E98-89B7-DBC63EA7B3C9}" srcOrd="1" destOrd="0" parTransId="{BE46583E-ABA9-40B5-8E75-0616E074BC7D}" sibTransId="{D7703F2D-19A4-4A7E-80D2-5FE80BF8DDAB}"/>
    <dgm:cxn modelId="{CC40796A-BD2A-48F9-8711-A8920BBE4569}" srcId="{65410638-0223-4DD0-A7E3-824219E81233}" destId="{045F6E34-5474-4DDF-BB23-D13075FF9BF7}" srcOrd="0" destOrd="0" parTransId="{0FFB6D5B-A85A-462E-B0E8-BBCF211CB036}" sibTransId="{4FE9D96B-3A71-4E93-97F4-12AD3AC29307}"/>
    <dgm:cxn modelId="{EA582B74-43F5-42DA-BA99-BA5D47256D10}" type="presOf" srcId="{E6A46CC8-377E-446B-88EB-8097F71AF25F}" destId="{270A41CC-1D30-4D41-8BA6-094B302E45FA}" srcOrd="0" destOrd="0" presId="urn:microsoft.com/office/officeart/2008/layout/VerticalCurvedList"/>
    <dgm:cxn modelId="{CDC8AE76-C25A-4566-8F3A-488CB642EBA2}" srcId="{65410638-0223-4DD0-A7E3-824219E81233}" destId="{8446BDAF-AEA8-4081-B060-67A1425B0B64}" srcOrd="3" destOrd="0" parTransId="{11C7F494-2C8F-4B0A-AE4C-9B01D93AE0FA}" sibTransId="{FCEB701A-ED08-4B1F-8694-6D2224D4453A}"/>
    <dgm:cxn modelId="{7E99357D-C81D-421E-93E2-043D5793DBBA}" type="presOf" srcId="{1D11FAAB-12AF-4351-BB90-BE4180E02F7B}" destId="{F6C154A1-DDA5-41F7-86E2-48509440CF22}" srcOrd="0" destOrd="0" presId="urn:microsoft.com/office/officeart/2008/layout/VerticalCurvedList"/>
    <dgm:cxn modelId="{FD81538E-3C00-47CE-BE76-3D3B0D20E730}" srcId="{65410638-0223-4DD0-A7E3-824219E81233}" destId="{E6A46CC8-377E-446B-88EB-8097F71AF25F}" srcOrd="1" destOrd="0" parTransId="{DA468CA7-C396-4A67-88CC-56BCF97339D2}" sibTransId="{68B1BEF6-DBC6-4FE7-96F8-F700871452F0}"/>
    <dgm:cxn modelId="{620CE68E-9969-4303-B151-CE2218637B1B}" srcId="{8446BDAF-AEA8-4081-B060-67A1425B0B64}" destId="{DF77786D-91BB-44FE-A8FA-6541DC762751}" srcOrd="0" destOrd="0" parTransId="{ED1F2936-B90C-4656-9335-F02489B297F1}" sibTransId="{9400D4E1-FB40-4FC5-9AE3-60BEE5C2C836}"/>
    <dgm:cxn modelId="{59608398-0C2D-4F08-B6D4-294081F444AF}" srcId="{65410638-0223-4DD0-A7E3-824219E81233}" destId="{1D11FAAB-12AF-4351-BB90-BE4180E02F7B}" srcOrd="2" destOrd="0" parTransId="{3BE8A358-CEE9-4A17-8A50-D2ADA8E87539}" sibTransId="{5C09FE34-DD2A-48AB-81B9-CA18D0F30CE6}"/>
    <dgm:cxn modelId="{E5E6BC9B-7E1E-4756-BA0D-60785F8E48D1}" type="presOf" srcId="{8446BDAF-AEA8-4081-B060-67A1425B0B64}" destId="{4F541113-3EA6-4B03-93FF-22A80295BF61}" srcOrd="0" destOrd="0" presId="urn:microsoft.com/office/officeart/2008/layout/VerticalCurvedList"/>
    <dgm:cxn modelId="{89C0AAFB-D8C2-4845-9D18-B93ECE808A00}" type="presOf" srcId="{2726453B-E5D9-4E98-89B7-DBC63EA7B3C9}" destId="{4F541113-3EA6-4B03-93FF-22A80295BF61}" srcOrd="0" destOrd="2" presId="urn:microsoft.com/office/officeart/2008/layout/VerticalCurvedList"/>
    <dgm:cxn modelId="{BD04AA3C-FAD6-4341-AE4F-931E442B98BA}" type="presParOf" srcId="{79E1BABE-3147-443D-BF7F-B07BEB8C9ECF}" destId="{469E6B25-FFB5-4E0C-AE86-CAB0A7C61B9E}" srcOrd="0" destOrd="0" presId="urn:microsoft.com/office/officeart/2008/layout/VerticalCurvedList"/>
    <dgm:cxn modelId="{15684B5C-D7F4-414B-9ED9-BD1F924E2265}" type="presParOf" srcId="{469E6B25-FFB5-4E0C-AE86-CAB0A7C61B9E}" destId="{E4293B95-2357-4C0A-AAD7-657646807275}" srcOrd="0" destOrd="0" presId="urn:microsoft.com/office/officeart/2008/layout/VerticalCurvedList"/>
    <dgm:cxn modelId="{B22DCE31-0340-4099-BE94-74A4B7D0FE10}" type="presParOf" srcId="{E4293B95-2357-4C0A-AAD7-657646807275}" destId="{99B495BF-C4CC-45FB-8361-4EA3A8C8488F}" srcOrd="0" destOrd="0" presId="urn:microsoft.com/office/officeart/2008/layout/VerticalCurvedList"/>
    <dgm:cxn modelId="{B471EB83-CD2C-45D4-851E-B913771FB16B}" type="presParOf" srcId="{E4293B95-2357-4C0A-AAD7-657646807275}" destId="{27F2074D-0BC4-4B4A-9E3F-7A651DBDFF19}" srcOrd="1" destOrd="0" presId="urn:microsoft.com/office/officeart/2008/layout/VerticalCurvedList"/>
    <dgm:cxn modelId="{89EE47E6-C251-45F5-97D2-8C75B05F38CE}" type="presParOf" srcId="{E4293B95-2357-4C0A-AAD7-657646807275}" destId="{333D2E28-27A2-4BB5-8C5B-61B26BC386BF}" srcOrd="2" destOrd="0" presId="urn:microsoft.com/office/officeart/2008/layout/VerticalCurvedList"/>
    <dgm:cxn modelId="{8F3CBA5D-F101-43BA-911D-E36ABDA924B6}" type="presParOf" srcId="{E4293B95-2357-4C0A-AAD7-657646807275}" destId="{555C91CF-E0A2-4805-9C9A-119D95A8F41B}" srcOrd="3" destOrd="0" presId="urn:microsoft.com/office/officeart/2008/layout/VerticalCurvedList"/>
    <dgm:cxn modelId="{2B763B71-69FE-47D7-8BB9-E0D91E02C22A}" type="presParOf" srcId="{469E6B25-FFB5-4E0C-AE86-CAB0A7C61B9E}" destId="{81DDC260-6916-41EB-8874-E4D9B74CC410}" srcOrd="1" destOrd="0" presId="urn:microsoft.com/office/officeart/2008/layout/VerticalCurvedList"/>
    <dgm:cxn modelId="{65DF1B09-7C83-4766-AECB-FB3A7CA18F96}" type="presParOf" srcId="{469E6B25-FFB5-4E0C-AE86-CAB0A7C61B9E}" destId="{9F495464-A2DA-40D5-AE5A-433655535729}" srcOrd="2" destOrd="0" presId="urn:microsoft.com/office/officeart/2008/layout/VerticalCurvedList"/>
    <dgm:cxn modelId="{7A2BA5AF-94AA-4639-B828-B8D4DB96E7EB}" type="presParOf" srcId="{9F495464-A2DA-40D5-AE5A-433655535729}" destId="{ABBF03BC-46A5-4CCF-BA57-DFB52FF343B2}" srcOrd="0" destOrd="0" presId="urn:microsoft.com/office/officeart/2008/layout/VerticalCurvedList"/>
    <dgm:cxn modelId="{710B24A6-DF72-4461-ABBB-B5A7FA5B2C6B}" type="presParOf" srcId="{469E6B25-FFB5-4E0C-AE86-CAB0A7C61B9E}" destId="{270A41CC-1D30-4D41-8BA6-094B302E45FA}" srcOrd="3" destOrd="0" presId="urn:microsoft.com/office/officeart/2008/layout/VerticalCurvedList"/>
    <dgm:cxn modelId="{55F729D9-62F3-461F-99B2-EB017C3F6D4F}" type="presParOf" srcId="{469E6B25-FFB5-4E0C-AE86-CAB0A7C61B9E}" destId="{D7DF41C2-5AE9-4451-BD77-62D91A1E9DCB}" srcOrd="4" destOrd="0" presId="urn:microsoft.com/office/officeart/2008/layout/VerticalCurvedList"/>
    <dgm:cxn modelId="{FE9C6B3A-E5CB-4C31-863F-98DE654C9D60}" type="presParOf" srcId="{D7DF41C2-5AE9-4451-BD77-62D91A1E9DCB}" destId="{721C5C45-562E-47BA-B704-1D3F8592CA56}" srcOrd="0" destOrd="0" presId="urn:microsoft.com/office/officeart/2008/layout/VerticalCurvedList"/>
    <dgm:cxn modelId="{693F8EAB-7E1B-429B-BE21-CBC35CA53F1F}" type="presParOf" srcId="{469E6B25-FFB5-4E0C-AE86-CAB0A7C61B9E}" destId="{F6C154A1-DDA5-41F7-86E2-48509440CF22}" srcOrd="5" destOrd="0" presId="urn:microsoft.com/office/officeart/2008/layout/VerticalCurvedList"/>
    <dgm:cxn modelId="{B0D07523-2C05-4937-AEEA-A9803AE301F7}" type="presParOf" srcId="{469E6B25-FFB5-4E0C-AE86-CAB0A7C61B9E}" destId="{B7033DFE-9413-4F5B-8AB7-0D52F297D353}" srcOrd="6" destOrd="0" presId="urn:microsoft.com/office/officeart/2008/layout/VerticalCurvedList"/>
    <dgm:cxn modelId="{41F25A9F-2D23-41FA-A135-982DBE3C6F35}" type="presParOf" srcId="{B7033DFE-9413-4F5B-8AB7-0D52F297D353}" destId="{2F972938-1107-4772-BEE6-C191F2BC1C62}" srcOrd="0" destOrd="0" presId="urn:microsoft.com/office/officeart/2008/layout/VerticalCurvedList"/>
    <dgm:cxn modelId="{8EFBA3BF-1A9B-4E45-AAE5-0EC29BEB14BB}" type="presParOf" srcId="{469E6B25-FFB5-4E0C-AE86-CAB0A7C61B9E}" destId="{4F541113-3EA6-4B03-93FF-22A80295BF61}" srcOrd="7" destOrd="0" presId="urn:microsoft.com/office/officeart/2008/layout/VerticalCurvedList"/>
    <dgm:cxn modelId="{0D95C786-B8D3-4A65-A864-274966A70C29}" type="presParOf" srcId="{469E6B25-FFB5-4E0C-AE86-CAB0A7C61B9E}" destId="{4373E217-5DF7-4913-A463-93344FE37193}" srcOrd="8" destOrd="0" presId="urn:microsoft.com/office/officeart/2008/layout/VerticalCurvedList"/>
    <dgm:cxn modelId="{ADB95271-41E1-4CED-A2A3-FF4347C2EED2}" type="presParOf" srcId="{4373E217-5DF7-4913-A463-93344FE37193}" destId="{E42E2AA8-5222-4D33-BC39-475741D4FB1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59A9C9-3AF5-46B7-A8D2-FC7CD8E685E9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AR"/>
        </a:p>
      </dgm:t>
    </dgm:pt>
    <dgm:pt modelId="{B13D917F-86B3-48A3-9A51-7B0ACC2D366B}">
      <dgm:prSet phldrT="[Texto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Asumimos que tenemos un modelo M, formado por n modelos: M</a:t>
          </a:r>
          <a:r>
            <a:rPr lang="es-AR" sz="1600" b="1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dirty="0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F411CC0-C1C2-4BD6-9217-799A41B44CF1}" type="parTrans" cxnId="{E3BE3F2B-AB26-4AB9-8DF5-162AA87E9BF2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A65F61-552E-4E9C-A42E-C418A87D969A}" type="sibTrans" cxnId="{E3BE3F2B-AB26-4AB9-8DF5-162AA87E9BF2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13D072A-7CD3-455D-8A3F-F7CAD3FA9D53}">
      <dgm:prSet custT="1"/>
      <dgm:spPr/>
      <dgm:t>
        <a:bodyPr/>
        <a:lstStyle/>
        <a:p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Cuando un modelo recibe un dato </a:t>
          </a:r>
          <a:r>
            <a:rPr lang="es-AR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el modelo predice M(</a:t>
          </a:r>
          <a:r>
            <a:rPr lang="es-AR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 a partir de las predicciones M</a:t>
          </a:r>
          <a:r>
            <a:rPr lang="es-AR" sz="1600" b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s-AR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), a partir de votación (clase más votada).</a:t>
          </a:r>
        </a:p>
      </dgm:t>
    </dgm:pt>
    <dgm:pt modelId="{F32EF8E5-A142-43B2-9B92-9C840D3C9200}" type="parTrans" cxnId="{FA3908D2-C9BC-4ED5-97E7-F3F62DF1FEE4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4343882-BB73-4A4F-9A52-4D4E6A4887C9}" type="sibTrans" cxnId="{FA3908D2-C9BC-4ED5-97E7-F3F62DF1FEE4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E76FB7-9F13-459C-B648-347C13E9C54F}">
      <dgm:prSet custT="1"/>
      <dgm:spPr/>
      <dgm:t>
        <a:bodyPr/>
        <a:lstStyle/>
        <a:p>
          <a:r>
            <a:rPr lang="es-AR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¿Cómo determinamos cuán bien funciona el modelo?</a:t>
          </a:r>
        </a:p>
      </dgm:t>
    </dgm:pt>
    <dgm:pt modelId="{014349F4-2193-4178-9DD3-1E96331A1A66}" type="parTrans" cxnId="{A59A9C9B-7404-4506-AC55-33541538E15F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12286D-1122-4250-A737-F0B14EFD926D}" type="sibTrans" cxnId="{A59A9C9B-7404-4506-AC55-33541538E15F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B8F34F-BFA6-42C8-88A5-1B1C9E8C78BB}">
      <dgm:prSet custT="1"/>
      <dgm:spPr/>
      <dgm:t>
        <a:bodyPr/>
        <a:lstStyle/>
        <a:p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Todos los clasificadores M</a:t>
          </a:r>
          <a:r>
            <a:rPr lang="es-AR" sz="1600" b="1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son igualmente precisos (precisión p)</a:t>
          </a:r>
        </a:p>
      </dgm:t>
    </dgm:pt>
    <dgm:pt modelId="{3068B8CF-3F31-4DF7-8C5C-564D3A34ED34}" type="parTrans" cxnId="{92D1E1DA-68A2-4750-8E57-D999887B8CB0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58F4F2-9AA0-47B1-87A9-442A2BB3D70A}" type="sibTrans" cxnId="{92D1E1DA-68A2-4750-8E57-D999887B8CB0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C41F39-C7A7-41E3-9AAE-1BB2E8ED6EB7}">
      <dgm:prSet custT="1"/>
      <dgm:spPr/>
      <dgm:t>
        <a:bodyPr/>
        <a:lstStyle/>
        <a:p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Los errores en la clasificación hecha por cada clasificador son independientes: </a:t>
          </a:r>
          <a:b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P(</a:t>
          </a:r>
          <a:r>
            <a:rPr lang="es-AR" sz="1600" b="1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 | </a:t>
          </a:r>
          <a:r>
            <a:rPr lang="es-AR" sz="1600" b="1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 = P(</a:t>
          </a:r>
          <a:r>
            <a:rPr lang="es-AR" sz="1600" b="1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</a:t>
          </a:r>
        </a:p>
      </dgm:t>
    </dgm:pt>
    <dgm:pt modelId="{269DE3D4-7D99-4132-B3F7-CF4FFB9D10FD}" type="parTrans" cxnId="{ABB803DB-E7ED-45AB-9CC3-8E80780B125C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BBF167-E281-4D2F-91E2-024CDBB59A25}" type="sibTrans" cxnId="{ABB803DB-E7ED-45AB-9CC3-8E80780B125C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B3A141F-6351-47D2-B83E-B1FEE3F80164}" type="pres">
      <dgm:prSet presAssocID="{1259A9C9-3AF5-46B7-A8D2-FC7CD8E685E9}" presName="linear" presStyleCnt="0">
        <dgm:presLayoutVars>
          <dgm:dir/>
          <dgm:animLvl val="lvl"/>
          <dgm:resizeHandles val="exact"/>
        </dgm:presLayoutVars>
      </dgm:prSet>
      <dgm:spPr/>
    </dgm:pt>
    <dgm:pt modelId="{EDCFA544-4B47-49C9-B55B-450C4BC18F43}" type="pres">
      <dgm:prSet presAssocID="{B13D917F-86B3-48A3-9A51-7B0ACC2D366B}" presName="parentLin" presStyleCnt="0"/>
      <dgm:spPr/>
    </dgm:pt>
    <dgm:pt modelId="{B4544D11-A2C6-437C-B3FD-5E1AF45A9FBF}" type="pres">
      <dgm:prSet presAssocID="{B13D917F-86B3-48A3-9A51-7B0ACC2D366B}" presName="parentLeftMargin" presStyleLbl="node1" presStyleIdx="0" presStyleCnt="3"/>
      <dgm:spPr/>
    </dgm:pt>
    <dgm:pt modelId="{DE1BE90C-295E-491E-82C8-7DE2913C83BE}" type="pres">
      <dgm:prSet presAssocID="{B13D917F-86B3-48A3-9A51-7B0ACC2D36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4F3DF3-CC8F-409A-82B2-347CF5276378}" type="pres">
      <dgm:prSet presAssocID="{B13D917F-86B3-48A3-9A51-7B0ACC2D366B}" presName="negativeSpace" presStyleCnt="0"/>
      <dgm:spPr/>
    </dgm:pt>
    <dgm:pt modelId="{D0A11569-DAA6-46E0-8687-7657BB215B4F}" type="pres">
      <dgm:prSet presAssocID="{B13D917F-86B3-48A3-9A51-7B0ACC2D366B}" presName="childText" presStyleLbl="conFgAcc1" presStyleIdx="0" presStyleCnt="3">
        <dgm:presLayoutVars>
          <dgm:bulletEnabled val="1"/>
        </dgm:presLayoutVars>
      </dgm:prSet>
      <dgm:spPr/>
    </dgm:pt>
    <dgm:pt modelId="{8EF4BB8E-60D5-490F-AD7A-6F5DD73EEEE0}" type="pres">
      <dgm:prSet presAssocID="{0FA65F61-552E-4E9C-A42E-C418A87D969A}" presName="spaceBetweenRectangles" presStyleCnt="0"/>
      <dgm:spPr/>
    </dgm:pt>
    <dgm:pt modelId="{8F543686-BF15-44E4-BE8D-15C4891609FD}" type="pres">
      <dgm:prSet presAssocID="{E13D072A-7CD3-455D-8A3F-F7CAD3FA9D53}" presName="parentLin" presStyleCnt="0"/>
      <dgm:spPr/>
    </dgm:pt>
    <dgm:pt modelId="{683EB95D-DCE9-4C7E-84CD-6D57F3BEDAF0}" type="pres">
      <dgm:prSet presAssocID="{E13D072A-7CD3-455D-8A3F-F7CAD3FA9D53}" presName="parentLeftMargin" presStyleLbl="node1" presStyleIdx="0" presStyleCnt="3"/>
      <dgm:spPr/>
    </dgm:pt>
    <dgm:pt modelId="{277F9D33-1E02-4A68-89A9-E56FCEA7546A}" type="pres">
      <dgm:prSet presAssocID="{E13D072A-7CD3-455D-8A3F-F7CAD3FA9D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A9F67E-3992-4DDF-AF5F-C0B76D2AC63A}" type="pres">
      <dgm:prSet presAssocID="{E13D072A-7CD3-455D-8A3F-F7CAD3FA9D53}" presName="negativeSpace" presStyleCnt="0"/>
      <dgm:spPr/>
    </dgm:pt>
    <dgm:pt modelId="{EBACA5A2-96A0-4755-BC50-5EB73851A124}" type="pres">
      <dgm:prSet presAssocID="{E13D072A-7CD3-455D-8A3F-F7CAD3FA9D53}" presName="childText" presStyleLbl="conFgAcc1" presStyleIdx="1" presStyleCnt="3">
        <dgm:presLayoutVars>
          <dgm:bulletEnabled val="1"/>
        </dgm:presLayoutVars>
      </dgm:prSet>
      <dgm:spPr/>
    </dgm:pt>
    <dgm:pt modelId="{B77C642D-86C0-4D3C-B780-0C1E3D92AE69}" type="pres">
      <dgm:prSet presAssocID="{14343882-BB73-4A4F-9A52-4D4E6A4887C9}" presName="spaceBetweenRectangles" presStyleCnt="0"/>
      <dgm:spPr/>
    </dgm:pt>
    <dgm:pt modelId="{D4123AD7-6CD0-42E0-8D8A-E3A4539CF9EC}" type="pres">
      <dgm:prSet presAssocID="{9FE76FB7-9F13-459C-B648-347C13E9C54F}" presName="parentLin" presStyleCnt="0"/>
      <dgm:spPr/>
    </dgm:pt>
    <dgm:pt modelId="{15D3D78C-DB22-419B-9481-4F17B1BA7E30}" type="pres">
      <dgm:prSet presAssocID="{9FE76FB7-9F13-459C-B648-347C13E9C54F}" presName="parentLeftMargin" presStyleLbl="node1" presStyleIdx="1" presStyleCnt="3"/>
      <dgm:spPr/>
    </dgm:pt>
    <dgm:pt modelId="{D2518070-69FE-4197-9AB8-30C79427A232}" type="pres">
      <dgm:prSet presAssocID="{9FE76FB7-9F13-459C-B648-347C13E9C54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03B6D39-573B-4C67-B330-9042BDD83F4E}" type="pres">
      <dgm:prSet presAssocID="{9FE76FB7-9F13-459C-B648-347C13E9C54F}" presName="negativeSpace" presStyleCnt="0"/>
      <dgm:spPr/>
    </dgm:pt>
    <dgm:pt modelId="{C2D9617B-551E-4124-BF49-1A19A7633BB3}" type="pres">
      <dgm:prSet presAssocID="{9FE76FB7-9F13-459C-B648-347C13E9C54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147440A-6993-42F0-BAA6-9F09DFCDD6A5}" type="presOf" srcId="{25B8F34F-BFA6-42C8-88A5-1B1C9E8C78BB}" destId="{C2D9617B-551E-4124-BF49-1A19A7633BB3}" srcOrd="0" destOrd="0" presId="urn:microsoft.com/office/officeart/2005/8/layout/list1"/>
    <dgm:cxn modelId="{8685C61F-1F02-4749-8DB6-5B7F5CCD628D}" type="presOf" srcId="{E13D072A-7CD3-455D-8A3F-F7CAD3FA9D53}" destId="{683EB95D-DCE9-4C7E-84CD-6D57F3BEDAF0}" srcOrd="0" destOrd="0" presId="urn:microsoft.com/office/officeart/2005/8/layout/list1"/>
    <dgm:cxn modelId="{E3BE3F2B-AB26-4AB9-8DF5-162AA87E9BF2}" srcId="{1259A9C9-3AF5-46B7-A8D2-FC7CD8E685E9}" destId="{B13D917F-86B3-48A3-9A51-7B0ACC2D366B}" srcOrd="0" destOrd="0" parTransId="{AF411CC0-C1C2-4BD6-9217-799A41B44CF1}" sibTransId="{0FA65F61-552E-4E9C-A42E-C418A87D969A}"/>
    <dgm:cxn modelId="{6E9DC869-BEF5-488F-B699-F5A5D63C8B85}" type="presOf" srcId="{9FE76FB7-9F13-459C-B648-347C13E9C54F}" destId="{D2518070-69FE-4197-9AB8-30C79427A232}" srcOrd="1" destOrd="0" presId="urn:microsoft.com/office/officeart/2005/8/layout/list1"/>
    <dgm:cxn modelId="{CA5BEA83-98CE-457B-9744-1A8D438FFE8E}" type="presOf" srcId="{EDC41F39-C7A7-41E3-9AAE-1BB2E8ED6EB7}" destId="{C2D9617B-551E-4124-BF49-1A19A7633BB3}" srcOrd="0" destOrd="1" presId="urn:microsoft.com/office/officeart/2005/8/layout/list1"/>
    <dgm:cxn modelId="{A59A9C9B-7404-4506-AC55-33541538E15F}" srcId="{1259A9C9-3AF5-46B7-A8D2-FC7CD8E685E9}" destId="{9FE76FB7-9F13-459C-B648-347C13E9C54F}" srcOrd="2" destOrd="0" parTransId="{014349F4-2193-4178-9DD3-1E96331A1A66}" sibTransId="{6312286D-1122-4250-A737-F0B14EFD926D}"/>
    <dgm:cxn modelId="{31DB30D1-CC61-4004-B63A-486AE71786DF}" type="presOf" srcId="{B13D917F-86B3-48A3-9A51-7B0ACC2D366B}" destId="{B4544D11-A2C6-437C-B3FD-5E1AF45A9FBF}" srcOrd="0" destOrd="0" presId="urn:microsoft.com/office/officeart/2005/8/layout/list1"/>
    <dgm:cxn modelId="{108F9FD1-BB03-4E36-B1E7-BBC05FC91A41}" type="presOf" srcId="{1259A9C9-3AF5-46B7-A8D2-FC7CD8E685E9}" destId="{4B3A141F-6351-47D2-B83E-B1FEE3F80164}" srcOrd="0" destOrd="0" presId="urn:microsoft.com/office/officeart/2005/8/layout/list1"/>
    <dgm:cxn modelId="{FA3908D2-C9BC-4ED5-97E7-F3F62DF1FEE4}" srcId="{1259A9C9-3AF5-46B7-A8D2-FC7CD8E685E9}" destId="{E13D072A-7CD3-455D-8A3F-F7CAD3FA9D53}" srcOrd="1" destOrd="0" parTransId="{F32EF8E5-A142-43B2-9B92-9C840D3C9200}" sibTransId="{14343882-BB73-4A4F-9A52-4D4E6A4887C9}"/>
    <dgm:cxn modelId="{7F8B6CDA-3B26-41D9-B9C3-55108047F779}" type="presOf" srcId="{9FE76FB7-9F13-459C-B648-347C13E9C54F}" destId="{15D3D78C-DB22-419B-9481-4F17B1BA7E30}" srcOrd="0" destOrd="0" presId="urn:microsoft.com/office/officeart/2005/8/layout/list1"/>
    <dgm:cxn modelId="{92D1E1DA-68A2-4750-8E57-D999887B8CB0}" srcId="{9FE76FB7-9F13-459C-B648-347C13E9C54F}" destId="{25B8F34F-BFA6-42C8-88A5-1B1C9E8C78BB}" srcOrd="0" destOrd="0" parTransId="{3068B8CF-3F31-4DF7-8C5C-564D3A34ED34}" sibTransId="{8958F4F2-9AA0-47B1-87A9-442A2BB3D70A}"/>
    <dgm:cxn modelId="{ABB803DB-E7ED-45AB-9CC3-8E80780B125C}" srcId="{9FE76FB7-9F13-459C-B648-347C13E9C54F}" destId="{EDC41F39-C7A7-41E3-9AAE-1BB2E8ED6EB7}" srcOrd="1" destOrd="0" parTransId="{269DE3D4-7D99-4132-B3F7-CF4FFB9D10FD}" sibTransId="{20BBF167-E281-4D2F-91E2-024CDBB59A25}"/>
    <dgm:cxn modelId="{13D29AE3-91BE-4218-BBE3-5DC9EDA9A6B3}" type="presOf" srcId="{B13D917F-86B3-48A3-9A51-7B0ACC2D366B}" destId="{DE1BE90C-295E-491E-82C8-7DE2913C83BE}" srcOrd="1" destOrd="0" presId="urn:microsoft.com/office/officeart/2005/8/layout/list1"/>
    <dgm:cxn modelId="{7241CFE8-ADDA-4D88-BD4B-8698B1B78069}" type="presOf" srcId="{E13D072A-7CD3-455D-8A3F-F7CAD3FA9D53}" destId="{277F9D33-1E02-4A68-89A9-E56FCEA7546A}" srcOrd="1" destOrd="0" presId="urn:microsoft.com/office/officeart/2005/8/layout/list1"/>
    <dgm:cxn modelId="{419A5D02-DBBA-4CB5-9C13-B3C0E07CB7F1}" type="presParOf" srcId="{4B3A141F-6351-47D2-B83E-B1FEE3F80164}" destId="{EDCFA544-4B47-49C9-B55B-450C4BC18F43}" srcOrd="0" destOrd="0" presId="urn:microsoft.com/office/officeart/2005/8/layout/list1"/>
    <dgm:cxn modelId="{3C066009-49C9-4261-8F50-F5BCE77977C7}" type="presParOf" srcId="{EDCFA544-4B47-49C9-B55B-450C4BC18F43}" destId="{B4544D11-A2C6-437C-B3FD-5E1AF45A9FBF}" srcOrd="0" destOrd="0" presId="urn:microsoft.com/office/officeart/2005/8/layout/list1"/>
    <dgm:cxn modelId="{99A99832-9FF0-425A-B675-6DAF72C07F9A}" type="presParOf" srcId="{EDCFA544-4B47-49C9-B55B-450C4BC18F43}" destId="{DE1BE90C-295E-491E-82C8-7DE2913C83BE}" srcOrd="1" destOrd="0" presId="urn:microsoft.com/office/officeart/2005/8/layout/list1"/>
    <dgm:cxn modelId="{737D8507-2982-40AD-B722-C86EFEB3B071}" type="presParOf" srcId="{4B3A141F-6351-47D2-B83E-B1FEE3F80164}" destId="{404F3DF3-CC8F-409A-82B2-347CF5276378}" srcOrd="1" destOrd="0" presId="urn:microsoft.com/office/officeart/2005/8/layout/list1"/>
    <dgm:cxn modelId="{608310DC-3920-4AFA-9923-03C7440AD56D}" type="presParOf" srcId="{4B3A141F-6351-47D2-B83E-B1FEE3F80164}" destId="{D0A11569-DAA6-46E0-8687-7657BB215B4F}" srcOrd="2" destOrd="0" presId="urn:microsoft.com/office/officeart/2005/8/layout/list1"/>
    <dgm:cxn modelId="{43E9B9C7-7F0B-4FDB-AF9C-E645A9140291}" type="presParOf" srcId="{4B3A141F-6351-47D2-B83E-B1FEE3F80164}" destId="{8EF4BB8E-60D5-490F-AD7A-6F5DD73EEEE0}" srcOrd="3" destOrd="0" presId="urn:microsoft.com/office/officeart/2005/8/layout/list1"/>
    <dgm:cxn modelId="{CAE8E2A0-BF3F-4F31-B778-755077B468A9}" type="presParOf" srcId="{4B3A141F-6351-47D2-B83E-B1FEE3F80164}" destId="{8F543686-BF15-44E4-BE8D-15C4891609FD}" srcOrd="4" destOrd="0" presId="urn:microsoft.com/office/officeart/2005/8/layout/list1"/>
    <dgm:cxn modelId="{50523C3E-2152-490A-B8B0-DC66B4D3EF75}" type="presParOf" srcId="{8F543686-BF15-44E4-BE8D-15C4891609FD}" destId="{683EB95D-DCE9-4C7E-84CD-6D57F3BEDAF0}" srcOrd="0" destOrd="0" presId="urn:microsoft.com/office/officeart/2005/8/layout/list1"/>
    <dgm:cxn modelId="{D8132784-EFE1-4EF7-9851-53006F8E86A5}" type="presParOf" srcId="{8F543686-BF15-44E4-BE8D-15C4891609FD}" destId="{277F9D33-1E02-4A68-89A9-E56FCEA7546A}" srcOrd="1" destOrd="0" presId="urn:microsoft.com/office/officeart/2005/8/layout/list1"/>
    <dgm:cxn modelId="{69A70F5E-2FFE-4894-9321-67C5BA881BC6}" type="presParOf" srcId="{4B3A141F-6351-47D2-B83E-B1FEE3F80164}" destId="{5EA9F67E-3992-4DDF-AF5F-C0B76D2AC63A}" srcOrd="5" destOrd="0" presId="urn:microsoft.com/office/officeart/2005/8/layout/list1"/>
    <dgm:cxn modelId="{53F68AC3-A1AD-42FE-BFFD-929248D02613}" type="presParOf" srcId="{4B3A141F-6351-47D2-B83E-B1FEE3F80164}" destId="{EBACA5A2-96A0-4755-BC50-5EB73851A124}" srcOrd="6" destOrd="0" presId="urn:microsoft.com/office/officeart/2005/8/layout/list1"/>
    <dgm:cxn modelId="{AF2006C8-CD52-409D-A838-73598F09D190}" type="presParOf" srcId="{4B3A141F-6351-47D2-B83E-B1FEE3F80164}" destId="{B77C642D-86C0-4D3C-B780-0C1E3D92AE69}" srcOrd="7" destOrd="0" presId="urn:microsoft.com/office/officeart/2005/8/layout/list1"/>
    <dgm:cxn modelId="{EFCD0116-9D86-46FB-BE5B-9FC5FE761F76}" type="presParOf" srcId="{4B3A141F-6351-47D2-B83E-B1FEE3F80164}" destId="{D4123AD7-6CD0-42E0-8D8A-E3A4539CF9EC}" srcOrd="8" destOrd="0" presId="urn:microsoft.com/office/officeart/2005/8/layout/list1"/>
    <dgm:cxn modelId="{0EAA4365-F873-4EF9-87B3-47E36B75F8F4}" type="presParOf" srcId="{D4123AD7-6CD0-42E0-8D8A-E3A4539CF9EC}" destId="{15D3D78C-DB22-419B-9481-4F17B1BA7E30}" srcOrd="0" destOrd="0" presId="urn:microsoft.com/office/officeart/2005/8/layout/list1"/>
    <dgm:cxn modelId="{B977FD19-A43B-4401-B1CA-BBD133E5E129}" type="presParOf" srcId="{D4123AD7-6CD0-42E0-8D8A-E3A4539CF9EC}" destId="{D2518070-69FE-4197-9AB8-30C79427A232}" srcOrd="1" destOrd="0" presId="urn:microsoft.com/office/officeart/2005/8/layout/list1"/>
    <dgm:cxn modelId="{6F2BA94E-3D18-40B1-B276-B34E57DA4389}" type="presParOf" srcId="{4B3A141F-6351-47D2-B83E-B1FEE3F80164}" destId="{F03B6D39-573B-4C67-B330-9042BDD83F4E}" srcOrd="9" destOrd="0" presId="urn:microsoft.com/office/officeart/2005/8/layout/list1"/>
    <dgm:cxn modelId="{68E5F8F4-C538-4D0C-A197-DB3050F9DEFB}" type="presParOf" srcId="{4B3A141F-6351-47D2-B83E-B1FEE3F80164}" destId="{C2D9617B-551E-4124-BF49-1A19A7633BB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3AA1C7A-F2E7-4490-9401-43759D5A7D8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B120B54D-B8A5-42CD-A11F-083CB7993804}">
      <dgm:prSet phldrT="[Texto]" custT="1"/>
      <dgm:spPr/>
      <dgm:t>
        <a:bodyPr/>
        <a:lstStyle/>
        <a:p>
          <a:pPr>
            <a:buNone/>
          </a:pPr>
          <a:r>
            <a:rPr lang="es-A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un método para hacer aprendizaje por "ensemble".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2DFA73-83F7-47D2-A5AE-6BF0B272703B}" type="parTrans" cxnId="{86342F3A-4A03-4E8B-9BFE-16C68D8DE9D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F27AC8-CC8D-49B6-9087-A393C83BF720}" type="sibTrans" cxnId="{86342F3A-4A03-4E8B-9BFE-16C68D8DE9D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DBD8AE9-5985-4966-BF99-2EAF547B0BE6}">
      <dgm:prSet custT="1"/>
      <dgm:spPr/>
      <dgm:t>
        <a:bodyPr/>
        <a:lstStyle/>
        <a:p>
          <a:r>
            <a:rPr lang="es-A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usamos el mismo modelo sobre los mismos datos, obtendremos los mismos resultados (</a:t>
          </a:r>
          <a:r>
            <a:rPr lang="es-AR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salvo inicializaciones aleatorias</a:t>
          </a:r>
          <a:r>
            <a:rPr lang="es-A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). Entonces, de cierta forma, debemos introducir variaciones en los datos:</a:t>
          </a:r>
        </a:p>
      </dgm:t>
    </dgm:pt>
    <dgm:pt modelId="{381B775D-7026-4883-A2FA-38CF63D277F6}" type="parTrans" cxnId="{37952E3C-C50A-4F60-AF20-80D9D5A1F38E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CE78D8-533E-4B64-A7B7-654BE4E5E83E}" type="sibTrans" cxnId="{37952E3C-C50A-4F60-AF20-80D9D5A1F38E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F1B526-EC16-4BC1-BDB4-E02E996BB74E}">
      <dgm:prSet custT="1"/>
      <dgm:spPr/>
      <dgm:t>
        <a:bodyPr/>
        <a:lstStyle/>
        <a:p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D es el dataset inicial; repetimos k veces lo siguiente: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46B53A-AAE1-4C51-A5C2-521ECA1F3352}" type="parTrans" cxnId="{F0449FC7-82B8-454A-B473-A3697699D068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555159-E26E-4F1E-BEC5-F94FF63A853A}" type="sibTrans" cxnId="{F0449FC7-82B8-454A-B473-A3697699D068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B1B4237-B26E-43D6-99B0-C2CE6C7F416A}">
      <dgm:prSet custT="1"/>
      <dgm:spPr/>
      <dgm:t>
        <a:bodyPr/>
        <a:lstStyle/>
        <a:p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Generar D</a:t>
          </a:r>
          <a:r>
            <a:rPr lang="es-AR" sz="14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las entradas de D, seleccionando aleatoriamente y con reposición |D| instancias de D.</a:t>
          </a:r>
          <a:endParaRPr lang="es-A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2EB98A-973F-4732-87DA-E67527108B4C}" type="parTrans" cxnId="{B213231E-9321-437F-8BF8-62998E942BFB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840C255-91CD-423D-928C-D389745F8D37}" type="sibTrans" cxnId="{B213231E-9321-437F-8BF8-62998E942BFB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A971682-3EE1-407A-A030-C6EFB1D35029}">
      <dgm:prSet custT="1"/>
      <dgm:spPr/>
      <dgm:t>
        <a:bodyPr/>
        <a:lstStyle/>
        <a:p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Entrenamos el modelo M</a:t>
          </a:r>
          <a:r>
            <a:rPr lang="es-AR" sz="14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D</a:t>
          </a:r>
          <a:r>
            <a:rPr lang="es-AR" sz="14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1A03D0-780E-41F4-A5DE-C0050E16CF9B}" type="parTrans" cxnId="{A704483C-FDBB-4267-8405-035EC0339D8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B78D1E9-7A22-42FD-AC09-A732D9EE8376}" type="sibTrans" cxnId="{A704483C-FDBB-4267-8405-035EC0339D8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E45C200-68FF-4ACA-AE67-552F5074FAD6}">
      <dgm:prSet custT="1"/>
      <dgm:spPr/>
      <dgm:t>
        <a:bodyPr/>
        <a:lstStyle/>
        <a:p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Nuestro modelo M selecciona las predicciones más frecuentes de {M</a:t>
          </a:r>
          <a:r>
            <a:rPr lang="es-AR" sz="16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}</a:t>
          </a:r>
          <a:r>
            <a:rPr lang="es-AR" sz="16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8B75D0-E40F-4530-9A44-626DEF30A3D0}" type="parTrans" cxnId="{814294B4-092E-4401-B5BE-790D17A2E65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4EBC75-78AB-40AF-B96C-C29311EBA2C0}" type="sibTrans" cxnId="{814294B4-092E-4401-B5BE-790D17A2E65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077508A-9526-4802-B104-1DE0608AF6F9}" type="pres">
      <dgm:prSet presAssocID="{63AA1C7A-F2E7-4490-9401-43759D5A7D86}" presName="linear" presStyleCnt="0">
        <dgm:presLayoutVars>
          <dgm:dir/>
          <dgm:animLvl val="lvl"/>
          <dgm:resizeHandles val="exact"/>
        </dgm:presLayoutVars>
      </dgm:prSet>
      <dgm:spPr/>
    </dgm:pt>
    <dgm:pt modelId="{7CA61FA3-C8E9-43BA-834A-C78F378E546B}" type="pres">
      <dgm:prSet presAssocID="{B120B54D-B8A5-42CD-A11F-083CB7993804}" presName="parentLin" presStyleCnt="0"/>
      <dgm:spPr/>
    </dgm:pt>
    <dgm:pt modelId="{82E4CEFE-6D98-4A0A-A2B0-911F6D42AB6B}" type="pres">
      <dgm:prSet presAssocID="{B120B54D-B8A5-42CD-A11F-083CB7993804}" presName="parentLeftMargin" presStyleLbl="node1" presStyleIdx="0" presStyleCnt="4"/>
      <dgm:spPr/>
    </dgm:pt>
    <dgm:pt modelId="{E7BB89F5-35DA-4BC9-BF77-C8CD38860FA6}" type="pres">
      <dgm:prSet presAssocID="{B120B54D-B8A5-42CD-A11F-083CB7993804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0E7694BE-DAE7-4E89-984B-24155804BEB3}" type="pres">
      <dgm:prSet presAssocID="{B120B54D-B8A5-42CD-A11F-083CB7993804}" presName="negativeSpace" presStyleCnt="0"/>
      <dgm:spPr/>
    </dgm:pt>
    <dgm:pt modelId="{314B1732-54EE-4279-AF30-41EBFAE74ACA}" type="pres">
      <dgm:prSet presAssocID="{B120B54D-B8A5-42CD-A11F-083CB7993804}" presName="childText" presStyleLbl="conFgAcc1" presStyleIdx="0" presStyleCnt="4">
        <dgm:presLayoutVars>
          <dgm:bulletEnabled val="1"/>
        </dgm:presLayoutVars>
      </dgm:prSet>
      <dgm:spPr/>
    </dgm:pt>
    <dgm:pt modelId="{676D400A-6498-4543-BD42-97B76D73A46E}" type="pres">
      <dgm:prSet presAssocID="{9FF27AC8-CC8D-49B6-9087-A393C83BF720}" presName="spaceBetweenRectangles" presStyleCnt="0"/>
      <dgm:spPr/>
    </dgm:pt>
    <dgm:pt modelId="{DF6B63D3-507D-4B4B-B52B-F9665D09F720}" type="pres">
      <dgm:prSet presAssocID="{BDBD8AE9-5985-4966-BF99-2EAF547B0BE6}" presName="parentLin" presStyleCnt="0"/>
      <dgm:spPr/>
    </dgm:pt>
    <dgm:pt modelId="{873C8C10-1666-4C72-9A40-1F782933370E}" type="pres">
      <dgm:prSet presAssocID="{BDBD8AE9-5985-4966-BF99-2EAF547B0BE6}" presName="parentLeftMargin" presStyleLbl="node1" presStyleIdx="0" presStyleCnt="4"/>
      <dgm:spPr/>
    </dgm:pt>
    <dgm:pt modelId="{4DDDD45B-751A-4FB9-82DE-2A697EC2665D}" type="pres">
      <dgm:prSet presAssocID="{BDBD8AE9-5985-4966-BF99-2EAF547B0BE6}" presName="parentText" presStyleLbl="node1" presStyleIdx="1" presStyleCnt="4" custScaleX="142857" custScaleY="138288">
        <dgm:presLayoutVars>
          <dgm:chMax val="0"/>
          <dgm:bulletEnabled val="1"/>
        </dgm:presLayoutVars>
      </dgm:prSet>
      <dgm:spPr/>
    </dgm:pt>
    <dgm:pt modelId="{6FA22BBB-B0C4-4872-92C8-FB23FC6EADD7}" type="pres">
      <dgm:prSet presAssocID="{BDBD8AE9-5985-4966-BF99-2EAF547B0BE6}" presName="negativeSpace" presStyleCnt="0"/>
      <dgm:spPr/>
    </dgm:pt>
    <dgm:pt modelId="{D2F71283-3D59-48CB-A9EB-E7D48288F59A}" type="pres">
      <dgm:prSet presAssocID="{BDBD8AE9-5985-4966-BF99-2EAF547B0BE6}" presName="childText" presStyleLbl="conFgAcc1" presStyleIdx="1" presStyleCnt="4">
        <dgm:presLayoutVars>
          <dgm:bulletEnabled val="1"/>
        </dgm:presLayoutVars>
      </dgm:prSet>
      <dgm:spPr/>
    </dgm:pt>
    <dgm:pt modelId="{E3918023-4E9C-4907-970E-3ADD5EDDE754}" type="pres">
      <dgm:prSet presAssocID="{48CE78D8-533E-4B64-A7B7-654BE4E5E83E}" presName="spaceBetweenRectangles" presStyleCnt="0"/>
      <dgm:spPr/>
    </dgm:pt>
    <dgm:pt modelId="{76D87256-E7C8-4FA4-9A00-5D6F31302472}" type="pres">
      <dgm:prSet presAssocID="{85F1B526-EC16-4BC1-BDB4-E02E996BB74E}" presName="parentLin" presStyleCnt="0"/>
      <dgm:spPr/>
    </dgm:pt>
    <dgm:pt modelId="{DC1DE0BC-0079-45E2-BAA5-5AF17DF0CB20}" type="pres">
      <dgm:prSet presAssocID="{85F1B526-EC16-4BC1-BDB4-E02E996BB74E}" presName="parentLeftMargin" presStyleLbl="node1" presStyleIdx="1" presStyleCnt="4"/>
      <dgm:spPr/>
    </dgm:pt>
    <dgm:pt modelId="{FC3BB70C-5F4A-491E-8868-1E6935D51566}" type="pres">
      <dgm:prSet presAssocID="{85F1B526-EC16-4BC1-BDB4-E02E996BB74E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34EE0A5-B2E6-4D0B-8B58-53D4E483FD24}" type="pres">
      <dgm:prSet presAssocID="{85F1B526-EC16-4BC1-BDB4-E02E996BB74E}" presName="negativeSpace" presStyleCnt="0"/>
      <dgm:spPr/>
    </dgm:pt>
    <dgm:pt modelId="{05DC2D97-43D7-4E5E-9396-4480FE18867D}" type="pres">
      <dgm:prSet presAssocID="{85F1B526-EC16-4BC1-BDB4-E02E996BB74E}" presName="childText" presStyleLbl="conFgAcc1" presStyleIdx="2" presStyleCnt="4">
        <dgm:presLayoutVars>
          <dgm:bulletEnabled val="1"/>
        </dgm:presLayoutVars>
      </dgm:prSet>
      <dgm:spPr/>
    </dgm:pt>
    <dgm:pt modelId="{E218E49D-3DD7-4FA8-8A78-CFEDBC9952AE}" type="pres">
      <dgm:prSet presAssocID="{1A555159-E26E-4F1E-BEC5-F94FF63A853A}" presName="spaceBetweenRectangles" presStyleCnt="0"/>
      <dgm:spPr/>
    </dgm:pt>
    <dgm:pt modelId="{CB61EC7C-C95F-4276-838C-7ED3DF2A0DA2}" type="pres">
      <dgm:prSet presAssocID="{2E45C200-68FF-4ACA-AE67-552F5074FAD6}" presName="parentLin" presStyleCnt="0"/>
      <dgm:spPr/>
    </dgm:pt>
    <dgm:pt modelId="{903D7BE5-F9C0-42FD-81CF-719FD4961874}" type="pres">
      <dgm:prSet presAssocID="{2E45C200-68FF-4ACA-AE67-552F5074FAD6}" presName="parentLeftMargin" presStyleLbl="node1" presStyleIdx="2" presStyleCnt="4"/>
      <dgm:spPr/>
    </dgm:pt>
    <dgm:pt modelId="{C97742FB-EB58-4421-AB86-711CA90DF17A}" type="pres">
      <dgm:prSet presAssocID="{2E45C200-68FF-4ACA-AE67-552F5074FAD6}" presName="parentText" presStyleLbl="node1" presStyleIdx="3" presStyleCnt="4" custScaleX="142857">
        <dgm:presLayoutVars>
          <dgm:chMax val="0"/>
          <dgm:bulletEnabled val="1"/>
        </dgm:presLayoutVars>
      </dgm:prSet>
      <dgm:spPr/>
    </dgm:pt>
    <dgm:pt modelId="{2610E8F1-A678-48B7-9877-C56247484898}" type="pres">
      <dgm:prSet presAssocID="{2E45C200-68FF-4ACA-AE67-552F5074FAD6}" presName="negativeSpace" presStyleCnt="0"/>
      <dgm:spPr/>
    </dgm:pt>
    <dgm:pt modelId="{1FC86920-B12E-4195-A9C9-6E43A9D8E3A5}" type="pres">
      <dgm:prSet presAssocID="{2E45C200-68FF-4ACA-AE67-552F5074FAD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C5E51A-DF63-47F9-B030-CC899D902E01}" type="presOf" srcId="{B120B54D-B8A5-42CD-A11F-083CB7993804}" destId="{82E4CEFE-6D98-4A0A-A2B0-911F6D42AB6B}" srcOrd="0" destOrd="0" presId="urn:microsoft.com/office/officeart/2005/8/layout/list1"/>
    <dgm:cxn modelId="{B213231E-9321-437F-8BF8-62998E942BFB}" srcId="{85F1B526-EC16-4BC1-BDB4-E02E996BB74E}" destId="{5B1B4237-B26E-43D6-99B0-C2CE6C7F416A}" srcOrd="0" destOrd="0" parTransId="{452EB98A-973F-4732-87DA-E67527108B4C}" sibTransId="{D840C255-91CD-423D-928C-D389745F8D37}"/>
    <dgm:cxn modelId="{F2819223-BCDA-40C2-A4D7-ABCC412E5820}" type="presOf" srcId="{B120B54D-B8A5-42CD-A11F-083CB7993804}" destId="{E7BB89F5-35DA-4BC9-BF77-C8CD38860FA6}" srcOrd="1" destOrd="0" presId="urn:microsoft.com/office/officeart/2005/8/layout/list1"/>
    <dgm:cxn modelId="{4F03BC23-CE91-417A-8D49-33C88DD85FB0}" type="presOf" srcId="{BDBD8AE9-5985-4966-BF99-2EAF547B0BE6}" destId="{4DDDD45B-751A-4FB9-82DE-2A697EC2665D}" srcOrd="1" destOrd="0" presId="urn:microsoft.com/office/officeart/2005/8/layout/list1"/>
    <dgm:cxn modelId="{499FE726-D16E-4D5E-A56D-68E8DC30BB89}" type="presOf" srcId="{BA971682-3EE1-407A-A030-C6EFB1D35029}" destId="{05DC2D97-43D7-4E5E-9396-4480FE18867D}" srcOrd="0" destOrd="1" presId="urn:microsoft.com/office/officeart/2005/8/layout/list1"/>
    <dgm:cxn modelId="{86342F3A-4A03-4E8B-9BFE-16C68D8DE9DD}" srcId="{63AA1C7A-F2E7-4490-9401-43759D5A7D86}" destId="{B120B54D-B8A5-42CD-A11F-083CB7993804}" srcOrd="0" destOrd="0" parTransId="{992DFA73-83F7-47D2-A5AE-6BF0B272703B}" sibTransId="{9FF27AC8-CC8D-49B6-9087-A393C83BF720}"/>
    <dgm:cxn modelId="{37952E3C-C50A-4F60-AF20-80D9D5A1F38E}" srcId="{63AA1C7A-F2E7-4490-9401-43759D5A7D86}" destId="{BDBD8AE9-5985-4966-BF99-2EAF547B0BE6}" srcOrd="1" destOrd="0" parTransId="{381B775D-7026-4883-A2FA-38CF63D277F6}" sibTransId="{48CE78D8-533E-4B64-A7B7-654BE4E5E83E}"/>
    <dgm:cxn modelId="{A704483C-FDBB-4267-8405-035EC0339D8D}" srcId="{85F1B526-EC16-4BC1-BDB4-E02E996BB74E}" destId="{BA971682-3EE1-407A-A030-C6EFB1D35029}" srcOrd="1" destOrd="0" parTransId="{8B1A03D0-780E-41F4-A5DE-C0050E16CF9B}" sibTransId="{BB78D1E9-7A22-42FD-AC09-A732D9EE8376}"/>
    <dgm:cxn modelId="{4490305C-F93B-4330-8F30-B57E20CC8F44}" type="presOf" srcId="{BDBD8AE9-5985-4966-BF99-2EAF547B0BE6}" destId="{873C8C10-1666-4C72-9A40-1F782933370E}" srcOrd="0" destOrd="0" presId="urn:microsoft.com/office/officeart/2005/8/layout/list1"/>
    <dgm:cxn modelId="{DA8A3F41-6790-4B5C-9107-77FF46CA3340}" type="presOf" srcId="{85F1B526-EC16-4BC1-BDB4-E02E996BB74E}" destId="{DC1DE0BC-0079-45E2-BAA5-5AF17DF0CB20}" srcOrd="0" destOrd="0" presId="urn:microsoft.com/office/officeart/2005/8/layout/list1"/>
    <dgm:cxn modelId="{36B1B062-B2BE-4808-BB2A-CDD83B10BD4B}" type="presOf" srcId="{5B1B4237-B26E-43D6-99B0-C2CE6C7F416A}" destId="{05DC2D97-43D7-4E5E-9396-4480FE18867D}" srcOrd="0" destOrd="0" presId="urn:microsoft.com/office/officeart/2005/8/layout/list1"/>
    <dgm:cxn modelId="{A23999A6-8618-47E1-AC45-1EB30F8E8D83}" type="presOf" srcId="{2E45C200-68FF-4ACA-AE67-552F5074FAD6}" destId="{C97742FB-EB58-4421-AB86-711CA90DF17A}" srcOrd="1" destOrd="0" presId="urn:microsoft.com/office/officeart/2005/8/layout/list1"/>
    <dgm:cxn modelId="{9A5F05AE-3959-4E00-AF37-E7E47FDDD382}" type="presOf" srcId="{85F1B526-EC16-4BC1-BDB4-E02E996BB74E}" destId="{FC3BB70C-5F4A-491E-8868-1E6935D51566}" srcOrd="1" destOrd="0" presId="urn:microsoft.com/office/officeart/2005/8/layout/list1"/>
    <dgm:cxn modelId="{814294B4-092E-4401-B5BE-790D17A2E65D}" srcId="{63AA1C7A-F2E7-4490-9401-43759D5A7D86}" destId="{2E45C200-68FF-4ACA-AE67-552F5074FAD6}" srcOrd="3" destOrd="0" parTransId="{948B75D0-E40F-4530-9A44-626DEF30A3D0}" sibTransId="{F24EBC75-78AB-40AF-B96C-C29311EBA2C0}"/>
    <dgm:cxn modelId="{1172CFB7-EC66-4773-87D0-114BCAEAA619}" type="presOf" srcId="{2E45C200-68FF-4ACA-AE67-552F5074FAD6}" destId="{903D7BE5-F9C0-42FD-81CF-719FD4961874}" srcOrd="0" destOrd="0" presId="urn:microsoft.com/office/officeart/2005/8/layout/list1"/>
    <dgm:cxn modelId="{C22B9EC6-1A8A-427F-92AD-65D5F6632888}" type="presOf" srcId="{63AA1C7A-F2E7-4490-9401-43759D5A7D86}" destId="{A077508A-9526-4802-B104-1DE0608AF6F9}" srcOrd="0" destOrd="0" presId="urn:microsoft.com/office/officeart/2005/8/layout/list1"/>
    <dgm:cxn modelId="{F0449FC7-82B8-454A-B473-A3697699D068}" srcId="{63AA1C7A-F2E7-4490-9401-43759D5A7D86}" destId="{85F1B526-EC16-4BC1-BDB4-E02E996BB74E}" srcOrd="2" destOrd="0" parTransId="{FB46B53A-AAE1-4C51-A5C2-521ECA1F3352}" sibTransId="{1A555159-E26E-4F1E-BEC5-F94FF63A853A}"/>
    <dgm:cxn modelId="{F84A85CE-7E0E-4583-9454-F156550EB86E}" type="presParOf" srcId="{A077508A-9526-4802-B104-1DE0608AF6F9}" destId="{7CA61FA3-C8E9-43BA-834A-C78F378E546B}" srcOrd="0" destOrd="0" presId="urn:microsoft.com/office/officeart/2005/8/layout/list1"/>
    <dgm:cxn modelId="{E94224B8-1611-4F50-9B05-FBF4062E1122}" type="presParOf" srcId="{7CA61FA3-C8E9-43BA-834A-C78F378E546B}" destId="{82E4CEFE-6D98-4A0A-A2B0-911F6D42AB6B}" srcOrd="0" destOrd="0" presId="urn:microsoft.com/office/officeart/2005/8/layout/list1"/>
    <dgm:cxn modelId="{5F4137ED-F5F5-4AF9-A7B5-6D30F55C7D82}" type="presParOf" srcId="{7CA61FA3-C8E9-43BA-834A-C78F378E546B}" destId="{E7BB89F5-35DA-4BC9-BF77-C8CD38860FA6}" srcOrd="1" destOrd="0" presId="urn:microsoft.com/office/officeart/2005/8/layout/list1"/>
    <dgm:cxn modelId="{1CDA53CD-6D1D-4FBB-B556-D870865039E2}" type="presParOf" srcId="{A077508A-9526-4802-B104-1DE0608AF6F9}" destId="{0E7694BE-DAE7-4E89-984B-24155804BEB3}" srcOrd="1" destOrd="0" presId="urn:microsoft.com/office/officeart/2005/8/layout/list1"/>
    <dgm:cxn modelId="{F371740E-0647-40D8-8068-8B472C389EBC}" type="presParOf" srcId="{A077508A-9526-4802-B104-1DE0608AF6F9}" destId="{314B1732-54EE-4279-AF30-41EBFAE74ACA}" srcOrd="2" destOrd="0" presId="urn:microsoft.com/office/officeart/2005/8/layout/list1"/>
    <dgm:cxn modelId="{B0F6757B-7BD9-4E07-ACC7-03F36EBD0599}" type="presParOf" srcId="{A077508A-9526-4802-B104-1DE0608AF6F9}" destId="{676D400A-6498-4543-BD42-97B76D73A46E}" srcOrd="3" destOrd="0" presId="urn:microsoft.com/office/officeart/2005/8/layout/list1"/>
    <dgm:cxn modelId="{90A5380E-4E26-4761-9EA9-6AFA19DD3DCD}" type="presParOf" srcId="{A077508A-9526-4802-B104-1DE0608AF6F9}" destId="{DF6B63D3-507D-4B4B-B52B-F9665D09F720}" srcOrd="4" destOrd="0" presId="urn:microsoft.com/office/officeart/2005/8/layout/list1"/>
    <dgm:cxn modelId="{9F653C79-5D58-4092-A786-C46F3D7A0B36}" type="presParOf" srcId="{DF6B63D3-507D-4B4B-B52B-F9665D09F720}" destId="{873C8C10-1666-4C72-9A40-1F782933370E}" srcOrd="0" destOrd="0" presId="urn:microsoft.com/office/officeart/2005/8/layout/list1"/>
    <dgm:cxn modelId="{611D500F-34D2-48CE-BBBE-656F63FDFC19}" type="presParOf" srcId="{DF6B63D3-507D-4B4B-B52B-F9665D09F720}" destId="{4DDDD45B-751A-4FB9-82DE-2A697EC2665D}" srcOrd="1" destOrd="0" presId="urn:microsoft.com/office/officeart/2005/8/layout/list1"/>
    <dgm:cxn modelId="{630948DA-965A-4051-8DA9-049A8D2170D2}" type="presParOf" srcId="{A077508A-9526-4802-B104-1DE0608AF6F9}" destId="{6FA22BBB-B0C4-4872-92C8-FB23FC6EADD7}" srcOrd="5" destOrd="0" presId="urn:microsoft.com/office/officeart/2005/8/layout/list1"/>
    <dgm:cxn modelId="{8795A7A2-B245-470C-BBAB-AB470A12943B}" type="presParOf" srcId="{A077508A-9526-4802-B104-1DE0608AF6F9}" destId="{D2F71283-3D59-48CB-A9EB-E7D48288F59A}" srcOrd="6" destOrd="0" presId="urn:microsoft.com/office/officeart/2005/8/layout/list1"/>
    <dgm:cxn modelId="{B42ED011-D097-42D1-AF08-E8C233E3E9A1}" type="presParOf" srcId="{A077508A-9526-4802-B104-1DE0608AF6F9}" destId="{E3918023-4E9C-4907-970E-3ADD5EDDE754}" srcOrd="7" destOrd="0" presId="urn:microsoft.com/office/officeart/2005/8/layout/list1"/>
    <dgm:cxn modelId="{8F7654A0-67A4-4B97-828F-76995F4D8A37}" type="presParOf" srcId="{A077508A-9526-4802-B104-1DE0608AF6F9}" destId="{76D87256-E7C8-4FA4-9A00-5D6F31302472}" srcOrd="8" destOrd="0" presId="urn:microsoft.com/office/officeart/2005/8/layout/list1"/>
    <dgm:cxn modelId="{31308FE6-F288-4672-91E7-5D563BF1A0C5}" type="presParOf" srcId="{76D87256-E7C8-4FA4-9A00-5D6F31302472}" destId="{DC1DE0BC-0079-45E2-BAA5-5AF17DF0CB20}" srcOrd="0" destOrd="0" presId="urn:microsoft.com/office/officeart/2005/8/layout/list1"/>
    <dgm:cxn modelId="{66A1AD22-2104-4D33-BA8C-4B551CB2986F}" type="presParOf" srcId="{76D87256-E7C8-4FA4-9A00-5D6F31302472}" destId="{FC3BB70C-5F4A-491E-8868-1E6935D51566}" srcOrd="1" destOrd="0" presId="urn:microsoft.com/office/officeart/2005/8/layout/list1"/>
    <dgm:cxn modelId="{B42251A2-502B-4210-8F13-4114C35597B4}" type="presParOf" srcId="{A077508A-9526-4802-B104-1DE0608AF6F9}" destId="{434EE0A5-B2E6-4D0B-8B58-53D4E483FD24}" srcOrd="9" destOrd="0" presId="urn:microsoft.com/office/officeart/2005/8/layout/list1"/>
    <dgm:cxn modelId="{835BAC3B-9FDB-4F7A-B5C1-1D95160EA655}" type="presParOf" srcId="{A077508A-9526-4802-B104-1DE0608AF6F9}" destId="{05DC2D97-43D7-4E5E-9396-4480FE18867D}" srcOrd="10" destOrd="0" presId="urn:microsoft.com/office/officeart/2005/8/layout/list1"/>
    <dgm:cxn modelId="{17410CAB-8E8F-415A-9EC5-4F2338B8FEAA}" type="presParOf" srcId="{A077508A-9526-4802-B104-1DE0608AF6F9}" destId="{E218E49D-3DD7-4FA8-8A78-CFEDBC9952AE}" srcOrd="11" destOrd="0" presId="urn:microsoft.com/office/officeart/2005/8/layout/list1"/>
    <dgm:cxn modelId="{C4A05615-FEC7-46BF-86A0-0CA87E397B7E}" type="presParOf" srcId="{A077508A-9526-4802-B104-1DE0608AF6F9}" destId="{CB61EC7C-C95F-4276-838C-7ED3DF2A0DA2}" srcOrd="12" destOrd="0" presId="urn:microsoft.com/office/officeart/2005/8/layout/list1"/>
    <dgm:cxn modelId="{DC90B71F-2163-4690-8E0F-8C35FAF92AFC}" type="presParOf" srcId="{CB61EC7C-C95F-4276-838C-7ED3DF2A0DA2}" destId="{903D7BE5-F9C0-42FD-81CF-719FD4961874}" srcOrd="0" destOrd="0" presId="urn:microsoft.com/office/officeart/2005/8/layout/list1"/>
    <dgm:cxn modelId="{96C0488B-38DE-4DE0-81D5-4404EC020AA0}" type="presParOf" srcId="{CB61EC7C-C95F-4276-838C-7ED3DF2A0DA2}" destId="{C97742FB-EB58-4421-AB86-711CA90DF17A}" srcOrd="1" destOrd="0" presId="urn:microsoft.com/office/officeart/2005/8/layout/list1"/>
    <dgm:cxn modelId="{EB720CB3-1B61-47F3-A503-8638C6FF3733}" type="presParOf" srcId="{A077508A-9526-4802-B104-1DE0608AF6F9}" destId="{2610E8F1-A678-48B7-9877-C56247484898}" srcOrd="13" destOrd="0" presId="urn:microsoft.com/office/officeart/2005/8/layout/list1"/>
    <dgm:cxn modelId="{19ED780A-229B-4505-AFF7-4D2196DEE9F4}" type="presParOf" srcId="{A077508A-9526-4802-B104-1DE0608AF6F9}" destId="{1FC86920-B12E-4195-A9C9-6E43A9D8E3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65EAA08-12EE-430A-B004-F8ED1927754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FACF8DD4-0500-4ADD-8D70-55C2ABC9F1B3}">
      <dgm:prSet phldrT="[Texto]" custT="1"/>
      <dgm:spPr/>
      <dgm:t>
        <a:bodyPr/>
        <a:lstStyle/>
        <a:p>
          <a:pPr>
            <a:buNone/>
          </a:pP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Bagging generalmente funciona bien para algoritmos "inestables":</a:t>
          </a:r>
          <a:endParaRPr lang="es-AR" sz="1800" dirty="0"/>
        </a:p>
      </dgm:t>
    </dgm:pt>
    <dgm:pt modelId="{098CEFB7-8B46-4F8A-8DEC-79CF84B9C0E1}" type="parTrans" cxnId="{4978722F-967D-45E1-B100-4FFBDA6AFAE2}">
      <dgm:prSet/>
      <dgm:spPr/>
      <dgm:t>
        <a:bodyPr/>
        <a:lstStyle/>
        <a:p>
          <a:endParaRPr lang="es-AR" sz="3200"/>
        </a:p>
      </dgm:t>
    </dgm:pt>
    <dgm:pt modelId="{1F4D2E41-5605-4636-A3DC-AE117429B469}" type="sibTrans" cxnId="{4978722F-967D-45E1-B100-4FFBDA6AFAE2}">
      <dgm:prSet/>
      <dgm:spPr/>
      <dgm:t>
        <a:bodyPr/>
        <a:lstStyle/>
        <a:p>
          <a:endParaRPr lang="es-AR" sz="3200"/>
        </a:p>
      </dgm:t>
    </dgm:pt>
    <dgm:pt modelId="{86677D76-0D42-415E-8F3F-928E5F569CA6}">
      <dgm:prSet custT="1"/>
      <dgm:spPr/>
      <dgm:t>
        <a:bodyPr/>
        <a:lstStyle/>
        <a:p>
          <a:r>
            <a:rPr lang="es-AR" sz="1800" i="1" dirty="0">
              <a:latin typeface="Times New Roman" panose="02020603050405020304" pitchFamily="18" charset="0"/>
              <a:cs typeface="Times New Roman" panose="02020603050405020304" pitchFamily="18" charset="0"/>
            </a:rPr>
            <a:t>Un algoritmo es inestable si pequeñas variaciones en el </a:t>
          </a:r>
          <a:r>
            <a:rPr lang="es-AR" sz="1800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r>
            <a:rPr lang="es-AR" sz="1800" i="1" dirty="0">
              <a:latin typeface="Times New Roman" panose="02020603050405020304" pitchFamily="18" charset="0"/>
              <a:cs typeface="Times New Roman" panose="02020603050405020304" pitchFamily="18" charset="0"/>
            </a:rPr>
            <a:t> pueden generar modelos muy diferentes</a:t>
          </a:r>
          <a:r>
            <a:rPr lang="es-A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49783FF0-195B-408F-8A80-C72385AFE3ED}" type="parTrans" cxnId="{F494EF37-C828-411F-BF89-6D9B6FD102AD}">
      <dgm:prSet/>
      <dgm:spPr/>
      <dgm:t>
        <a:bodyPr/>
        <a:lstStyle/>
        <a:p>
          <a:endParaRPr lang="es-AR" sz="3200"/>
        </a:p>
      </dgm:t>
    </dgm:pt>
    <dgm:pt modelId="{8C50AAB8-5775-4B46-BF2B-7E9B98C25C73}" type="sibTrans" cxnId="{F494EF37-C828-411F-BF89-6D9B6FD102AD}">
      <dgm:prSet/>
      <dgm:spPr/>
      <dgm:t>
        <a:bodyPr/>
        <a:lstStyle/>
        <a:p>
          <a:endParaRPr lang="es-AR" sz="3200"/>
        </a:p>
      </dgm:t>
    </dgm:pt>
    <dgm:pt modelId="{14F5291E-7690-48B0-846C-537A7B01366C}">
      <dgm:prSet custT="1"/>
      <dgm:spPr/>
      <dgm:t>
        <a:bodyPr/>
        <a:lstStyle/>
        <a:p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Resulta que los árboles de decisión son inestables.</a:t>
          </a:r>
          <a:endParaRPr lang="es-A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2F4CAE-A07B-49E0-BE7E-217AFFD8E27E}" type="parTrans" cxnId="{367BF6C2-A184-4BE6-8967-056E91157477}">
      <dgm:prSet/>
      <dgm:spPr/>
      <dgm:t>
        <a:bodyPr/>
        <a:lstStyle/>
        <a:p>
          <a:endParaRPr lang="es-AR" sz="3200"/>
        </a:p>
      </dgm:t>
    </dgm:pt>
    <dgm:pt modelId="{0C256D9D-AE02-4CBE-ABD0-15F661B3BC58}" type="sibTrans" cxnId="{367BF6C2-A184-4BE6-8967-056E91157477}">
      <dgm:prSet/>
      <dgm:spPr/>
      <dgm:t>
        <a:bodyPr/>
        <a:lstStyle/>
        <a:p>
          <a:endParaRPr lang="es-AR" sz="3200"/>
        </a:p>
      </dgm:t>
    </dgm:pt>
    <dgm:pt modelId="{44FE1935-1B7D-42E4-AC08-BC1A28C232CA}">
      <dgm:prSet custT="1"/>
      <dgm:spPr/>
      <dgm:t>
        <a:bodyPr/>
        <a:lstStyle/>
        <a:p>
          <a:r>
            <a:rPr lang="es-A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Si bien lo anterior incentiva al uso de </a:t>
          </a:r>
          <a:r>
            <a:rPr lang="es-AR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bagging</a:t>
          </a:r>
          <a:r>
            <a:rPr lang="es-A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para árboles de decisión, tenemos una desventaja </a:t>
          </a: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importante: entrenar </a:t>
          </a:r>
          <a:r>
            <a:rPr lang="es-AR" sz="1800" b="1" i="1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 árboles es </a:t>
          </a:r>
          <a:r>
            <a:rPr lang="es-AR" sz="1800" b="1" i="1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 veces más caro que entrenar uno solo.</a:t>
          </a:r>
          <a:endParaRPr lang="es-A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3DDD57-BBFA-43FE-B250-FB436CD7A60F}" type="parTrans" cxnId="{8D1053C8-E6DA-477D-A08B-545D8E33B107}">
      <dgm:prSet/>
      <dgm:spPr/>
      <dgm:t>
        <a:bodyPr/>
        <a:lstStyle/>
        <a:p>
          <a:endParaRPr lang="es-AR" sz="3200"/>
        </a:p>
      </dgm:t>
    </dgm:pt>
    <dgm:pt modelId="{C4174BE9-2CF0-4904-BA7A-24FEDBBAC982}" type="sibTrans" cxnId="{8D1053C8-E6DA-477D-A08B-545D8E33B107}">
      <dgm:prSet/>
      <dgm:spPr/>
      <dgm:t>
        <a:bodyPr/>
        <a:lstStyle/>
        <a:p>
          <a:endParaRPr lang="es-AR" sz="3200"/>
        </a:p>
      </dgm:t>
    </dgm:pt>
    <dgm:pt modelId="{8E79BF91-39FC-4676-8996-899EA737386E}" type="pres">
      <dgm:prSet presAssocID="{C65EAA08-12EE-430A-B004-F8ED1927754A}" presName="linear" presStyleCnt="0">
        <dgm:presLayoutVars>
          <dgm:dir/>
          <dgm:animLvl val="lvl"/>
          <dgm:resizeHandles val="exact"/>
        </dgm:presLayoutVars>
      </dgm:prSet>
      <dgm:spPr/>
    </dgm:pt>
    <dgm:pt modelId="{155A4652-B234-4C52-99EF-734A7D8C6EE2}" type="pres">
      <dgm:prSet presAssocID="{FACF8DD4-0500-4ADD-8D70-55C2ABC9F1B3}" presName="parentLin" presStyleCnt="0"/>
      <dgm:spPr/>
    </dgm:pt>
    <dgm:pt modelId="{8303FD22-ED9A-4C7D-A62B-2485D9C05730}" type="pres">
      <dgm:prSet presAssocID="{FACF8DD4-0500-4ADD-8D70-55C2ABC9F1B3}" presName="parentLeftMargin" presStyleLbl="node1" presStyleIdx="0" presStyleCnt="3"/>
      <dgm:spPr/>
    </dgm:pt>
    <dgm:pt modelId="{F5EABEDB-2CDE-4115-BFAF-14A097FCD483}" type="pres">
      <dgm:prSet presAssocID="{FACF8DD4-0500-4ADD-8D70-55C2ABC9F1B3}" presName="parentText" presStyleLbl="node1" presStyleIdx="0" presStyleCnt="3" custScaleX="134048">
        <dgm:presLayoutVars>
          <dgm:chMax val="0"/>
          <dgm:bulletEnabled val="1"/>
        </dgm:presLayoutVars>
      </dgm:prSet>
      <dgm:spPr/>
    </dgm:pt>
    <dgm:pt modelId="{9AF9797B-A0BD-4239-A13A-D32F4700E99F}" type="pres">
      <dgm:prSet presAssocID="{FACF8DD4-0500-4ADD-8D70-55C2ABC9F1B3}" presName="negativeSpace" presStyleCnt="0"/>
      <dgm:spPr/>
    </dgm:pt>
    <dgm:pt modelId="{E47AC247-4F78-48EE-9FBA-A204B301BFD1}" type="pres">
      <dgm:prSet presAssocID="{FACF8DD4-0500-4ADD-8D70-55C2ABC9F1B3}" presName="childText" presStyleLbl="conFgAcc1" presStyleIdx="0" presStyleCnt="3">
        <dgm:presLayoutVars>
          <dgm:bulletEnabled val="1"/>
        </dgm:presLayoutVars>
      </dgm:prSet>
      <dgm:spPr/>
    </dgm:pt>
    <dgm:pt modelId="{CB717C2A-1FE0-4481-BB29-0D83C6E8CFDE}" type="pres">
      <dgm:prSet presAssocID="{1F4D2E41-5605-4636-A3DC-AE117429B469}" presName="spaceBetweenRectangles" presStyleCnt="0"/>
      <dgm:spPr/>
    </dgm:pt>
    <dgm:pt modelId="{CA7CF427-6C4D-42F9-8A0C-8BE340588722}" type="pres">
      <dgm:prSet presAssocID="{14F5291E-7690-48B0-846C-537A7B01366C}" presName="parentLin" presStyleCnt="0"/>
      <dgm:spPr/>
    </dgm:pt>
    <dgm:pt modelId="{1DA76470-0F26-426B-B6A8-ABAE914ECEE7}" type="pres">
      <dgm:prSet presAssocID="{14F5291E-7690-48B0-846C-537A7B01366C}" presName="parentLeftMargin" presStyleLbl="node1" presStyleIdx="0" presStyleCnt="3"/>
      <dgm:spPr/>
    </dgm:pt>
    <dgm:pt modelId="{BBBD2619-C760-4798-B884-88D0F98D8B99}" type="pres">
      <dgm:prSet presAssocID="{14F5291E-7690-48B0-846C-537A7B01366C}" presName="parentText" presStyleLbl="node1" presStyleIdx="1" presStyleCnt="3" custScaleX="134048">
        <dgm:presLayoutVars>
          <dgm:chMax val="0"/>
          <dgm:bulletEnabled val="1"/>
        </dgm:presLayoutVars>
      </dgm:prSet>
      <dgm:spPr/>
    </dgm:pt>
    <dgm:pt modelId="{204CBA25-9BDA-4AA7-992F-A8406AE5E6B8}" type="pres">
      <dgm:prSet presAssocID="{14F5291E-7690-48B0-846C-537A7B01366C}" presName="negativeSpace" presStyleCnt="0"/>
      <dgm:spPr/>
    </dgm:pt>
    <dgm:pt modelId="{53A7F5D3-D7CA-49F6-9241-841F245E41DF}" type="pres">
      <dgm:prSet presAssocID="{14F5291E-7690-48B0-846C-537A7B01366C}" presName="childText" presStyleLbl="conFgAcc1" presStyleIdx="1" presStyleCnt="3">
        <dgm:presLayoutVars>
          <dgm:bulletEnabled val="1"/>
        </dgm:presLayoutVars>
      </dgm:prSet>
      <dgm:spPr/>
    </dgm:pt>
    <dgm:pt modelId="{A76E67BE-F497-4EF3-B075-24FF92E795F3}" type="pres">
      <dgm:prSet presAssocID="{0C256D9D-AE02-4CBE-ABD0-15F661B3BC58}" presName="spaceBetweenRectangles" presStyleCnt="0"/>
      <dgm:spPr/>
    </dgm:pt>
    <dgm:pt modelId="{1698BE2F-039B-4C40-AB4D-8811B630C900}" type="pres">
      <dgm:prSet presAssocID="{44FE1935-1B7D-42E4-AC08-BC1A28C232CA}" presName="parentLin" presStyleCnt="0"/>
      <dgm:spPr/>
    </dgm:pt>
    <dgm:pt modelId="{F249054E-4D4E-4E83-B6B0-423785B7CFCA}" type="pres">
      <dgm:prSet presAssocID="{44FE1935-1B7D-42E4-AC08-BC1A28C232CA}" presName="parentLeftMargin" presStyleLbl="node1" presStyleIdx="1" presStyleCnt="3"/>
      <dgm:spPr/>
    </dgm:pt>
    <dgm:pt modelId="{E1C18C59-BE51-4BE4-9854-182FDB3A80F7}" type="pres">
      <dgm:prSet presAssocID="{44FE1935-1B7D-42E4-AC08-BC1A28C232CA}" presName="parentText" presStyleLbl="node1" presStyleIdx="2" presStyleCnt="3" custScaleX="134048">
        <dgm:presLayoutVars>
          <dgm:chMax val="0"/>
          <dgm:bulletEnabled val="1"/>
        </dgm:presLayoutVars>
      </dgm:prSet>
      <dgm:spPr/>
    </dgm:pt>
    <dgm:pt modelId="{C399BF24-70DF-4F2C-9DF3-47E73B89A3CA}" type="pres">
      <dgm:prSet presAssocID="{44FE1935-1B7D-42E4-AC08-BC1A28C232CA}" presName="negativeSpace" presStyleCnt="0"/>
      <dgm:spPr/>
    </dgm:pt>
    <dgm:pt modelId="{482AAC52-D7CD-422F-8A83-A157B23E7D00}" type="pres">
      <dgm:prSet presAssocID="{44FE1935-1B7D-42E4-AC08-BC1A28C232C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0006325-15A1-4FC0-A111-6A6E9C992F00}" type="presOf" srcId="{14F5291E-7690-48B0-846C-537A7B01366C}" destId="{1DA76470-0F26-426B-B6A8-ABAE914ECEE7}" srcOrd="0" destOrd="0" presId="urn:microsoft.com/office/officeart/2005/8/layout/list1"/>
    <dgm:cxn modelId="{4978722F-967D-45E1-B100-4FFBDA6AFAE2}" srcId="{C65EAA08-12EE-430A-B004-F8ED1927754A}" destId="{FACF8DD4-0500-4ADD-8D70-55C2ABC9F1B3}" srcOrd="0" destOrd="0" parTransId="{098CEFB7-8B46-4F8A-8DEC-79CF84B9C0E1}" sibTransId="{1F4D2E41-5605-4636-A3DC-AE117429B469}"/>
    <dgm:cxn modelId="{F494EF37-C828-411F-BF89-6D9B6FD102AD}" srcId="{FACF8DD4-0500-4ADD-8D70-55C2ABC9F1B3}" destId="{86677D76-0D42-415E-8F3F-928E5F569CA6}" srcOrd="0" destOrd="0" parTransId="{49783FF0-195B-408F-8A80-C72385AFE3ED}" sibTransId="{8C50AAB8-5775-4B46-BF2B-7E9B98C25C73}"/>
    <dgm:cxn modelId="{9B81F051-45F5-46D5-9CDA-B41157EE871C}" type="presOf" srcId="{86677D76-0D42-415E-8F3F-928E5F569CA6}" destId="{E47AC247-4F78-48EE-9FBA-A204B301BFD1}" srcOrd="0" destOrd="0" presId="urn:microsoft.com/office/officeart/2005/8/layout/list1"/>
    <dgm:cxn modelId="{80EF1A75-2ACC-4EA5-A4C2-6FE04BE7E297}" type="presOf" srcId="{44FE1935-1B7D-42E4-AC08-BC1A28C232CA}" destId="{E1C18C59-BE51-4BE4-9854-182FDB3A80F7}" srcOrd="1" destOrd="0" presId="urn:microsoft.com/office/officeart/2005/8/layout/list1"/>
    <dgm:cxn modelId="{F6CE1280-3524-4074-941B-03B286B1FB13}" type="presOf" srcId="{FACF8DD4-0500-4ADD-8D70-55C2ABC9F1B3}" destId="{8303FD22-ED9A-4C7D-A62B-2485D9C05730}" srcOrd="0" destOrd="0" presId="urn:microsoft.com/office/officeart/2005/8/layout/list1"/>
    <dgm:cxn modelId="{E1E24C8E-15FC-4D97-AAAC-EEE5CB284E7A}" type="presOf" srcId="{C65EAA08-12EE-430A-B004-F8ED1927754A}" destId="{8E79BF91-39FC-4676-8996-899EA737386E}" srcOrd="0" destOrd="0" presId="urn:microsoft.com/office/officeart/2005/8/layout/list1"/>
    <dgm:cxn modelId="{5250CFB0-8AAD-4D23-9DD0-217B1BA615CF}" type="presOf" srcId="{14F5291E-7690-48B0-846C-537A7B01366C}" destId="{BBBD2619-C760-4798-B884-88D0F98D8B99}" srcOrd="1" destOrd="0" presId="urn:microsoft.com/office/officeart/2005/8/layout/list1"/>
    <dgm:cxn modelId="{367BF6C2-A184-4BE6-8967-056E91157477}" srcId="{C65EAA08-12EE-430A-B004-F8ED1927754A}" destId="{14F5291E-7690-48B0-846C-537A7B01366C}" srcOrd="1" destOrd="0" parTransId="{872F4CAE-A07B-49E0-BE7E-217AFFD8E27E}" sibTransId="{0C256D9D-AE02-4CBE-ABD0-15F661B3BC58}"/>
    <dgm:cxn modelId="{8D1053C8-E6DA-477D-A08B-545D8E33B107}" srcId="{C65EAA08-12EE-430A-B004-F8ED1927754A}" destId="{44FE1935-1B7D-42E4-AC08-BC1A28C232CA}" srcOrd="2" destOrd="0" parTransId="{F53DDD57-BBFA-43FE-B250-FB436CD7A60F}" sibTransId="{C4174BE9-2CF0-4904-BA7A-24FEDBBAC982}"/>
    <dgm:cxn modelId="{12EEE4CF-2415-42EA-9F78-B9E54449A685}" type="presOf" srcId="{44FE1935-1B7D-42E4-AC08-BC1A28C232CA}" destId="{F249054E-4D4E-4E83-B6B0-423785B7CFCA}" srcOrd="0" destOrd="0" presId="urn:microsoft.com/office/officeart/2005/8/layout/list1"/>
    <dgm:cxn modelId="{976DB4F6-B955-4C68-8C0F-9D8F05CC9656}" type="presOf" srcId="{FACF8DD4-0500-4ADD-8D70-55C2ABC9F1B3}" destId="{F5EABEDB-2CDE-4115-BFAF-14A097FCD483}" srcOrd="1" destOrd="0" presId="urn:microsoft.com/office/officeart/2005/8/layout/list1"/>
    <dgm:cxn modelId="{E2B7FD8B-B8C2-4067-8432-EB383F02408B}" type="presParOf" srcId="{8E79BF91-39FC-4676-8996-899EA737386E}" destId="{155A4652-B234-4C52-99EF-734A7D8C6EE2}" srcOrd="0" destOrd="0" presId="urn:microsoft.com/office/officeart/2005/8/layout/list1"/>
    <dgm:cxn modelId="{06B1AD9D-3984-464A-9E82-8C7215037264}" type="presParOf" srcId="{155A4652-B234-4C52-99EF-734A7D8C6EE2}" destId="{8303FD22-ED9A-4C7D-A62B-2485D9C05730}" srcOrd="0" destOrd="0" presId="urn:microsoft.com/office/officeart/2005/8/layout/list1"/>
    <dgm:cxn modelId="{EA3C86B0-A0A0-4465-825F-0DB9DB1F194E}" type="presParOf" srcId="{155A4652-B234-4C52-99EF-734A7D8C6EE2}" destId="{F5EABEDB-2CDE-4115-BFAF-14A097FCD483}" srcOrd="1" destOrd="0" presId="urn:microsoft.com/office/officeart/2005/8/layout/list1"/>
    <dgm:cxn modelId="{418A946F-72B1-43B5-BAC6-0AD806811C20}" type="presParOf" srcId="{8E79BF91-39FC-4676-8996-899EA737386E}" destId="{9AF9797B-A0BD-4239-A13A-D32F4700E99F}" srcOrd="1" destOrd="0" presId="urn:microsoft.com/office/officeart/2005/8/layout/list1"/>
    <dgm:cxn modelId="{E0F39194-243A-4816-A0EB-CFD1A5C92466}" type="presParOf" srcId="{8E79BF91-39FC-4676-8996-899EA737386E}" destId="{E47AC247-4F78-48EE-9FBA-A204B301BFD1}" srcOrd="2" destOrd="0" presId="urn:microsoft.com/office/officeart/2005/8/layout/list1"/>
    <dgm:cxn modelId="{670825B2-4653-48D6-8A84-E95492D61F1A}" type="presParOf" srcId="{8E79BF91-39FC-4676-8996-899EA737386E}" destId="{CB717C2A-1FE0-4481-BB29-0D83C6E8CFDE}" srcOrd="3" destOrd="0" presId="urn:microsoft.com/office/officeart/2005/8/layout/list1"/>
    <dgm:cxn modelId="{5E081509-17B0-4C81-91EA-CDFADD932A80}" type="presParOf" srcId="{8E79BF91-39FC-4676-8996-899EA737386E}" destId="{CA7CF427-6C4D-42F9-8A0C-8BE340588722}" srcOrd="4" destOrd="0" presId="urn:microsoft.com/office/officeart/2005/8/layout/list1"/>
    <dgm:cxn modelId="{422E7EAF-4854-45CE-A2E6-AFCD7558000A}" type="presParOf" srcId="{CA7CF427-6C4D-42F9-8A0C-8BE340588722}" destId="{1DA76470-0F26-426B-B6A8-ABAE914ECEE7}" srcOrd="0" destOrd="0" presId="urn:microsoft.com/office/officeart/2005/8/layout/list1"/>
    <dgm:cxn modelId="{FD5AA1FB-4688-47BC-B728-1E394CA4EFA5}" type="presParOf" srcId="{CA7CF427-6C4D-42F9-8A0C-8BE340588722}" destId="{BBBD2619-C760-4798-B884-88D0F98D8B99}" srcOrd="1" destOrd="0" presId="urn:microsoft.com/office/officeart/2005/8/layout/list1"/>
    <dgm:cxn modelId="{F220D15A-E42A-4473-81C6-E99018311195}" type="presParOf" srcId="{8E79BF91-39FC-4676-8996-899EA737386E}" destId="{204CBA25-9BDA-4AA7-992F-A8406AE5E6B8}" srcOrd="5" destOrd="0" presId="urn:microsoft.com/office/officeart/2005/8/layout/list1"/>
    <dgm:cxn modelId="{FD9FF442-5D3E-4EFC-97FE-4BE93045DB29}" type="presParOf" srcId="{8E79BF91-39FC-4676-8996-899EA737386E}" destId="{53A7F5D3-D7CA-49F6-9241-841F245E41DF}" srcOrd="6" destOrd="0" presId="urn:microsoft.com/office/officeart/2005/8/layout/list1"/>
    <dgm:cxn modelId="{79DEB00F-124D-409C-9064-3FB01F1AD988}" type="presParOf" srcId="{8E79BF91-39FC-4676-8996-899EA737386E}" destId="{A76E67BE-F497-4EF3-B075-24FF92E795F3}" srcOrd="7" destOrd="0" presId="urn:microsoft.com/office/officeart/2005/8/layout/list1"/>
    <dgm:cxn modelId="{6519C526-CA78-4516-A913-A9C9C87DBD31}" type="presParOf" srcId="{8E79BF91-39FC-4676-8996-899EA737386E}" destId="{1698BE2F-039B-4C40-AB4D-8811B630C900}" srcOrd="8" destOrd="0" presId="urn:microsoft.com/office/officeart/2005/8/layout/list1"/>
    <dgm:cxn modelId="{1B6E63F7-74E4-4BBA-91C8-54A143185F52}" type="presParOf" srcId="{1698BE2F-039B-4C40-AB4D-8811B630C900}" destId="{F249054E-4D4E-4E83-B6B0-423785B7CFCA}" srcOrd="0" destOrd="0" presId="urn:microsoft.com/office/officeart/2005/8/layout/list1"/>
    <dgm:cxn modelId="{91A6017A-96CC-4F6F-839D-E123DB849B2C}" type="presParOf" srcId="{1698BE2F-039B-4C40-AB4D-8811B630C900}" destId="{E1C18C59-BE51-4BE4-9854-182FDB3A80F7}" srcOrd="1" destOrd="0" presId="urn:microsoft.com/office/officeart/2005/8/layout/list1"/>
    <dgm:cxn modelId="{052AA88B-A4DD-445D-BD53-A363018C1709}" type="presParOf" srcId="{8E79BF91-39FC-4676-8996-899EA737386E}" destId="{C399BF24-70DF-4F2C-9DF3-47E73B89A3CA}" srcOrd="9" destOrd="0" presId="urn:microsoft.com/office/officeart/2005/8/layout/list1"/>
    <dgm:cxn modelId="{ECF1377F-D5C5-4AEB-838A-1E90E871AA3C}" type="presParOf" srcId="{8E79BF91-39FC-4676-8996-899EA737386E}" destId="{482AAC52-D7CD-422F-8A83-A157B23E7D0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04AA08-A008-41F5-9EF6-209985F1F47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dgm:pt modelId="{32282887-151E-445B-BF64-5F2184A559CC}">
      <dgm:prSet phldrT="[Texto]" custT="1"/>
      <dgm:spPr/>
      <dgm:t>
        <a:bodyPr/>
        <a:lstStyle/>
        <a:p>
          <a:pPr>
            <a:buSzPts val="1800"/>
            <a:buFont typeface="Arial" panose="020B0604020202020204" pitchFamily="34" charset="0"/>
            <a:buChar char="•"/>
          </a:pPr>
          <a:r>
            <a:rPr lang="es-MX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Como vimos antes, cuando se crean los árboles (cuando se entrenan), todas las características son consideradas o evaluadas al crear cada nodo.</a:t>
          </a:r>
          <a:endParaRPr lang="es-AR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DC3E07E9-8E10-43E0-B944-0F0583A6D17B}" type="parTrans" cxnId="{4FDD49A6-C7F7-48D3-B39B-D6F7676DB432}">
      <dgm:prSet/>
      <dgm:spPr/>
      <dgm:t>
        <a:bodyPr/>
        <a:lstStyle/>
        <a:p>
          <a:endParaRPr lang="es-AR" sz="2000"/>
        </a:p>
      </dgm:t>
    </dgm:pt>
    <dgm:pt modelId="{00FA4D8D-583D-4F94-8A72-7ACCB63FB4AD}" type="sibTrans" cxnId="{4FDD49A6-C7F7-48D3-B39B-D6F7676DB432}">
      <dgm:prSet/>
      <dgm:spPr/>
      <dgm:t>
        <a:bodyPr/>
        <a:lstStyle/>
        <a:p>
          <a:endParaRPr lang="es-AR" sz="2000"/>
        </a:p>
      </dgm:t>
    </dgm:pt>
    <dgm:pt modelId="{70704A3A-368E-459B-ACE6-D09693130BD7}">
      <dgm:prSet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Para los Random Forests, en cada nodo se consideran sólo M atributos elegidos aleatoriamente (parámetro </a:t>
          </a:r>
          <a:r>
            <a:rPr lang="es-MX" sz="1600" b="1" i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max_features</a:t>
          </a:r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en sklearn).</a:t>
          </a:r>
          <a:endParaRPr lang="es-MX" sz="1600" b="1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351FA-51CC-451A-8041-20966DFFCDE8}" type="parTrans" cxnId="{BD41B3E8-99C9-4459-AB00-6968452B29F6}">
      <dgm:prSet/>
      <dgm:spPr/>
      <dgm:t>
        <a:bodyPr/>
        <a:lstStyle/>
        <a:p>
          <a:endParaRPr lang="es-AR" sz="2000"/>
        </a:p>
      </dgm:t>
    </dgm:pt>
    <dgm:pt modelId="{9936446C-95F9-4364-9C9F-38AA6034813D}" type="sibTrans" cxnId="{BD41B3E8-99C9-4459-AB00-6968452B29F6}">
      <dgm:prSet/>
      <dgm:spPr/>
      <dgm:t>
        <a:bodyPr/>
        <a:lstStyle/>
        <a:p>
          <a:endParaRPr lang="es-AR" sz="2000"/>
        </a:p>
      </dgm:t>
    </dgm:pt>
    <dgm:pt modelId="{EAA12E2F-153A-4B24-958E-157C4179011B}">
      <dgm:prSet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Usualmente, se toma:</a:t>
          </a:r>
          <a:endParaRPr lang="es-MX" sz="1600" b="1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D4BF49-5DB7-41A1-A6AA-568BDAA018F6}" type="parTrans" cxnId="{CF151A1C-8FC3-40EA-928F-CFEE0C9871B3}">
      <dgm:prSet/>
      <dgm:spPr/>
      <dgm:t>
        <a:bodyPr/>
        <a:lstStyle/>
        <a:p>
          <a:endParaRPr lang="es-AR" sz="2000"/>
        </a:p>
      </dgm:t>
    </dgm:pt>
    <dgm:pt modelId="{CE5FB169-C1CB-42FA-B263-E8BE9E17D3AA}" type="sibTrans" cxnId="{CF151A1C-8FC3-40EA-928F-CFEE0C9871B3}">
      <dgm:prSet/>
      <dgm:spPr/>
      <dgm:t>
        <a:bodyPr/>
        <a:lstStyle/>
        <a:p>
          <a:endParaRPr lang="es-AR" sz="2000"/>
        </a:p>
      </dgm:t>
    </dgm:pt>
    <mc:AlternateContent xmlns:mc="http://schemas.openxmlformats.org/markup-compatibility/2006" xmlns:a14="http://schemas.microsoft.com/office/drawing/2010/main">
      <mc:Choice Requires="a14">
        <dgm:pt modelId="{FA29467C-950B-42AF-AAB6-70120FB6E6B1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ú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𝑚𝑒𝑟𝑜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𝑎𝑡𝑟𝑖𝑏𝑢𝑡𝑜𝑠</m:t>
                        </m:r>
                      </m:e>
                    </m:rad>
                  </m:oMath>
                </m:oMathPara>
              </a14:m>
              <a:endParaRPr lang="ar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FA29467C-950B-42AF-AAB6-70120FB6E6B1}">
          <dgm:prSet custT="1"/>
          <dgm:spPr/>
          <dgm:t>
            <a:bodyPr/>
            <a:lstStyle/>
            <a:p>
              <a:r>
                <a:rPr lang="es-MX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𝑀=</a:t>
              </a:r>
              <a:r>
                <a:rPr lang="ar-AE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√(𝑛</a:t>
              </a:r>
              <a:r>
                <a:rPr lang="es-MX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ú𝑚𝑒𝑟𝑜 𝑑𝑒 𝑎𝑡𝑟𝑖𝑏𝑢𝑡𝑜𝑠</a:t>
              </a:r>
              <a:r>
                <a:rPr lang="ar-AE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)</a:t>
              </a:r>
              <a:endParaRPr lang="ar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F1A2BB4B-0299-474D-AE26-F8196FB7E7E7}" type="parTrans" cxnId="{94885D7C-29A6-4DE8-AED2-9247A24074DF}">
      <dgm:prSet/>
      <dgm:spPr/>
      <dgm:t>
        <a:bodyPr/>
        <a:lstStyle/>
        <a:p>
          <a:endParaRPr lang="es-AR" sz="2000"/>
        </a:p>
      </dgm:t>
    </dgm:pt>
    <dgm:pt modelId="{4C905228-937B-47F9-8958-806794CB9DAB}" type="sibTrans" cxnId="{94885D7C-29A6-4DE8-AED2-9247A24074DF}">
      <dgm:prSet/>
      <dgm:spPr/>
      <dgm:t>
        <a:bodyPr/>
        <a:lstStyle/>
        <a:p>
          <a:endParaRPr lang="es-AR" sz="2000"/>
        </a:p>
      </dgm:t>
    </dgm:pt>
    <dgm:pt modelId="{68A20AA4-F1DF-4E9A-BF8F-4B8ED53B6517}" type="pres">
      <dgm:prSet presAssocID="{7704AA08-A008-41F5-9EF6-209985F1F47C}" presName="linear" presStyleCnt="0">
        <dgm:presLayoutVars>
          <dgm:dir/>
          <dgm:animLvl val="lvl"/>
          <dgm:resizeHandles val="exact"/>
        </dgm:presLayoutVars>
      </dgm:prSet>
      <dgm:spPr/>
    </dgm:pt>
    <dgm:pt modelId="{752CA513-98EB-4D18-BF72-B579AA3675D8}" type="pres">
      <dgm:prSet presAssocID="{32282887-151E-445B-BF64-5F2184A559CC}" presName="parentLin" presStyleCnt="0"/>
      <dgm:spPr/>
    </dgm:pt>
    <dgm:pt modelId="{694C00B9-2B13-4FF4-A1B8-68DE9F8E7189}" type="pres">
      <dgm:prSet presAssocID="{32282887-151E-445B-BF64-5F2184A559CC}" presName="parentLeftMargin" presStyleLbl="node1" presStyleIdx="0" presStyleCnt="3"/>
      <dgm:spPr/>
    </dgm:pt>
    <dgm:pt modelId="{043B90FD-158F-4075-8451-8883E8896F3B}" type="pres">
      <dgm:prSet presAssocID="{32282887-151E-445B-BF64-5F2184A559CC}" presName="parentText" presStyleLbl="node1" presStyleIdx="0" presStyleCnt="3" custScaleX="127021">
        <dgm:presLayoutVars>
          <dgm:chMax val="0"/>
          <dgm:bulletEnabled val="1"/>
        </dgm:presLayoutVars>
      </dgm:prSet>
      <dgm:spPr/>
    </dgm:pt>
    <dgm:pt modelId="{39FE85B5-B074-4D02-95CF-44A9FDC67FE4}" type="pres">
      <dgm:prSet presAssocID="{32282887-151E-445B-BF64-5F2184A559CC}" presName="negativeSpace" presStyleCnt="0"/>
      <dgm:spPr/>
    </dgm:pt>
    <dgm:pt modelId="{F8C810C4-4FD3-4851-BCA3-A96D327A6E85}" type="pres">
      <dgm:prSet presAssocID="{32282887-151E-445B-BF64-5F2184A559CC}" presName="childText" presStyleLbl="conFgAcc1" presStyleIdx="0" presStyleCnt="3">
        <dgm:presLayoutVars>
          <dgm:bulletEnabled val="1"/>
        </dgm:presLayoutVars>
      </dgm:prSet>
      <dgm:spPr/>
    </dgm:pt>
    <dgm:pt modelId="{4F12EF68-113C-46F9-B3C5-C75E1C9FB493}" type="pres">
      <dgm:prSet presAssocID="{00FA4D8D-583D-4F94-8A72-7ACCB63FB4AD}" presName="spaceBetweenRectangles" presStyleCnt="0"/>
      <dgm:spPr/>
    </dgm:pt>
    <dgm:pt modelId="{687B0329-E1C3-4FE9-9570-82E1E48C3832}" type="pres">
      <dgm:prSet presAssocID="{70704A3A-368E-459B-ACE6-D09693130BD7}" presName="parentLin" presStyleCnt="0"/>
      <dgm:spPr/>
    </dgm:pt>
    <dgm:pt modelId="{BD22A176-9E26-4C12-A507-94E86236A2F4}" type="pres">
      <dgm:prSet presAssocID="{70704A3A-368E-459B-ACE6-D09693130BD7}" presName="parentLeftMargin" presStyleLbl="node1" presStyleIdx="0" presStyleCnt="3"/>
      <dgm:spPr/>
    </dgm:pt>
    <dgm:pt modelId="{DCC102FB-C2BE-40F9-A4EC-92C1FB8BC797}" type="pres">
      <dgm:prSet presAssocID="{70704A3A-368E-459B-ACE6-D09693130BD7}" presName="parentText" presStyleLbl="node1" presStyleIdx="1" presStyleCnt="3" custScaleX="127021">
        <dgm:presLayoutVars>
          <dgm:chMax val="0"/>
          <dgm:bulletEnabled val="1"/>
        </dgm:presLayoutVars>
      </dgm:prSet>
      <dgm:spPr/>
    </dgm:pt>
    <dgm:pt modelId="{BF405857-88F3-4FD0-8CE3-E3A377C8C186}" type="pres">
      <dgm:prSet presAssocID="{70704A3A-368E-459B-ACE6-D09693130BD7}" presName="negativeSpace" presStyleCnt="0"/>
      <dgm:spPr/>
    </dgm:pt>
    <dgm:pt modelId="{B72D2B90-9404-4FE8-9234-D8CDE9463C81}" type="pres">
      <dgm:prSet presAssocID="{70704A3A-368E-459B-ACE6-D09693130BD7}" presName="childText" presStyleLbl="conFgAcc1" presStyleIdx="1" presStyleCnt="3">
        <dgm:presLayoutVars>
          <dgm:bulletEnabled val="1"/>
        </dgm:presLayoutVars>
      </dgm:prSet>
      <dgm:spPr/>
    </dgm:pt>
    <dgm:pt modelId="{F24DC0E6-7E8F-4E49-A30A-6F8FE18760D9}" type="pres">
      <dgm:prSet presAssocID="{9936446C-95F9-4364-9C9F-38AA6034813D}" presName="spaceBetweenRectangles" presStyleCnt="0"/>
      <dgm:spPr/>
    </dgm:pt>
    <dgm:pt modelId="{89124334-D5D7-4247-9B21-536A2C27D64F}" type="pres">
      <dgm:prSet presAssocID="{EAA12E2F-153A-4B24-958E-157C4179011B}" presName="parentLin" presStyleCnt="0"/>
      <dgm:spPr/>
    </dgm:pt>
    <dgm:pt modelId="{3559A3CF-BE34-4C9F-B911-6801BD47855B}" type="pres">
      <dgm:prSet presAssocID="{EAA12E2F-153A-4B24-958E-157C4179011B}" presName="parentLeftMargin" presStyleLbl="node1" presStyleIdx="1" presStyleCnt="3"/>
      <dgm:spPr/>
    </dgm:pt>
    <dgm:pt modelId="{D82A3B4E-FA3F-4F6B-B8B7-9B72C521EA99}" type="pres">
      <dgm:prSet presAssocID="{EAA12E2F-153A-4B24-958E-157C4179011B}" presName="parentText" presStyleLbl="node1" presStyleIdx="2" presStyleCnt="3" custScaleX="127021">
        <dgm:presLayoutVars>
          <dgm:chMax val="0"/>
          <dgm:bulletEnabled val="1"/>
        </dgm:presLayoutVars>
      </dgm:prSet>
      <dgm:spPr/>
    </dgm:pt>
    <dgm:pt modelId="{B9129ADA-89EC-4C21-A1CD-FD48ACEB7BDB}" type="pres">
      <dgm:prSet presAssocID="{EAA12E2F-153A-4B24-958E-157C4179011B}" presName="negativeSpace" presStyleCnt="0"/>
      <dgm:spPr/>
    </dgm:pt>
    <dgm:pt modelId="{903F36B7-028A-4F47-9497-B0BF9050E924}" type="pres">
      <dgm:prSet presAssocID="{EAA12E2F-153A-4B24-958E-157C4179011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200B915-1AC1-4781-B8D1-A20A28BA36A0}" type="presOf" srcId="{70704A3A-368E-459B-ACE6-D09693130BD7}" destId="{DCC102FB-C2BE-40F9-A4EC-92C1FB8BC797}" srcOrd="1" destOrd="0" presId="urn:microsoft.com/office/officeart/2005/8/layout/list1"/>
    <dgm:cxn modelId="{CF151A1C-8FC3-40EA-928F-CFEE0C9871B3}" srcId="{7704AA08-A008-41F5-9EF6-209985F1F47C}" destId="{EAA12E2F-153A-4B24-958E-157C4179011B}" srcOrd="2" destOrd="0" parTransId="{10D4BF49-5DB7-41A1-A6AA-568BDAA018F6}" sibTransId="{CE5FB169-C1CB-42FA-B263-E8BE9E17D3AA}"/>
    <dgm:cxn modelId="{790E6744-2645-4E75-A2B3-53F32F0AD310}" type="presOf" srcId="{7704AA08-A008-41F5-9EF6-209985F1F47C}" destId="{68A20AA4-F1DF-4E9A-BF8F-4B8ED53B6517}" srcOrd="0" destOrd="0" presId="urn:microsoft.com/office/officeart/2005/8/layout/list1"/>
    <dgm:cxn modelId="{17B48949-3E34-40A8-A2C1-F837A5907DE4}" type="presOf" srcId="{EAA12E2F-153A-4B24-958E-157C4179011B}" destId="{D82A3B4E-FA3F-4F6B-B8B7-9B72C521EA99}" srcOrd="1" destOrd="0" presId="urn:microsoft.com/office/officeart/2005/8/layout/list1"/>
    <dgm:cxn modelId="{B3CB9A6A-4A39-4F57-A2D7-DA252D2B5DED}" type="presOf" srcId="{32282887-151E-445B-BF64-5F2184A559CC}" destId="{694C00B9-2B13-4FF4-A1B8-68DE9F8E7189}" srcOrd="0" destOrd="0" presId="urn:microsoft.com/office/officeart/2005/8/layout/list1"/>
    <dgm:cxn modelId="{0B59A84B-6D52-449A-9537-77C91AD1A11D}" type="presOf" srcId="{FA29467C-950B-42AF-AAB6-70120FB6E6B1}" destId="{903F36B7-028A-4F47-9497-B0BF9050E924}" srcOrd="0" destOrd="0" presId="urn:microsoft.com/office/officeart/2005/8/layout/list1"/>
    <dgm:cxn modelId="{35FE3476-C18F-4D99-8E12-D8438E3772DE}" type="presOf" srcId="{EAA12E2F-153A-4B24-958E-157C4179011B}" destId="{3559A3CF-BE34-4C9F-B911-6801BD47855B}" srcOrd="0" destOrd="0" presId="urn:microsoft.com/office/officeart/2005/8/layout/list1"/>
    <dgm:cxn modelId="{94885D7C-29A6-4DE8-AED2-9247A24074DF}" srcId="{EAA12E2F-153A-4B24-958E-157C4179011B}" destId="{FA29467C-950B-42AF-AAB6-70120FB6E6B1}" srcOrd="0" destOrd="0" parTransId="{F1A2BB4B-0299-474D-AE26-F8196FB7E7E7}" sibTransId="{4C905228-937B-47F9-8958-806794CB9DAB}"/>
    <dgm:cxn modelId="{4FDD49A6-C7F7-48D3-B39B-D6F7676DB432}" srcId="{7704AA08-A008-41F5-9EF6-209985F1F47C}" destId="{32282887-151E-445B-BF64-5F2184A559CC}" srcOrd="0" destOrd="0" parTransId="{DC3E07E9-8E10-43E0-B944-0F0583A6D17B}" sibTransId="{00FA4D8D-583D-4F94-8A72-7ACCB63FB4AD}"/>
    <dgm:cxn modelId="{11C153B1-CCAD-4AE7-A530-BEF99F4B1B8B}" type="presOf" srcId="{70704A3A-368E-459B-ACE6-D09693130BD7}" destId="{BD22A176-9E26-4C12-A507-94E86236A2F4}" srcOrd="0" destOrd="0" presId="urn:microsoft.com/office/officeart/2005/8/layout/list1"/>
    <dgm:cxn modelId="{108AD6CB-4742-432A-8CA3-B22719B148B6}" type="presOf" srcId="{32282887-151E-445B-BF64-5F2184A559CC}" destId="{043B90FD-158F-4075-8451-8883E8896F3B}" srcOrd="1" destOrd="0" presId="urn:microsoft.com/office/officeart/2005/8/layout/list1"/>
    <dgm:cxn modelId="{BD41B3E8-99C9-4459-AB00-6968452B29F6}" srcId="{7704AA08-A008-41F5-9EF6-209985F1F47C}" destId="{70704A3A-368E-459B-ACE6-D09693130BD7}" srcOrd="1" destOrd="0" parTransId="{E85351FA-51CC-451A-8041-20966DFFCDE8}" sibTransId="{9936446C-95F9-4364-9C9F-38AA6034813D}"/>
    <dgm:cxn modelId="{4750D753-1F33-4E87-96DB-3326DC642361}" type="presParOf" srcId="{68A20AA4-F1DF-4E9A-BF8F-4B8ED53B6517}" destId="{752CA513-98EB-4D18-BF72-B579AA3675D8}" srcOrd="0" destOrd="0" presId="urn:microsoft.com/office/officeart/2005/8/layout/list1"/>
    <dgm:cxn modelId="{A6AA1740-D230-4B6D-AED4-AC0ACE05696C}" type="presParOf" srcId="{752CA513-98EB-4D18-BF72-B579AA3675D8}" destId="{694C00B9-2B13-4FF4-A1B8-68DE9F8E7189}" srcOrd="0" destOrd="0" presId="urn:microsoft.com/office/officeart/2005/8/layout/list1"/>
    <dgm:cxn modelId="{E6939DC1-7564-4D8A-9117-CE6A9F9C6285}" type="presParOf" srcId="{752CA513-98EB-4D18-BF72-B579AA3675D8}" destId="{043B90FD-158F-4075-8451-8883E8896F3B}" srcOrd="1" destOrd="0" presId="urn:microsoft.com/office/officeart/2005/8/layout/list1"/>
    <dgm:cxn modelId="{17E8467B-B9DD-4F0C-8FA1-D11EDCF4D07D}" type="presParOf" srcId="{68A20AA4-F1DF-4E9A-BF8F-4B8ED53B6517}" destId="{39FE85B5-B074-4D02-95CF-44A9FDC67FE4}" srcOrd="1" destOrd="0" presId="urn:microsoft.com/office/officeart/2005/8/layout/list1"/>
    <dgm:cxn modelId="{69FC46CC-7FFC-4C1D-9CF3-4BCAA2553527}" type="presParOf" srcId="{68A20AA4-F1DF-4E9A-BF8F-4B8ED53B6517}" destId="{F8C810C4-4FD3-4851-BCA3-A96D327A6E85}" srcOrd="2" destOrd="0" presId="urn:microsoft.com/office/officeart/2005/8/layout/list1"/>
    <dgm:cxn modelId="{C7101912-328F-470E-8D93-3CD39CDC2CA3}" type="presParOf" srcId="{68A20AA4-F1DF-4E9A-BF8F-4B8ED53B6517}" destId="{4F12EF68-113C-46F9-B3C5-C75E1C9FB493}" srcOrd="3" destOrd="0" presId="urn:microsoft.com/office/officeart/2005/8/layout/list1"/>
    <dgm:cxn modelId="{502C7CAD-3D9E-49C3-BE64-E0B95B937D08}" type="presParOf" srcId="{68A20AA4-F1DF-4E9A-BF8F-4B8ED53B6517}" destId="{687B0329-E1C3-4FE9-9570-82E1E48C3832}" srcOrd="4" destOrd="0" presId="urn:microsoft.com/office/officeart/2005/8/layout/list1"/>
    <dgm:cxn modelId="{6E71CFF1-9D29-40A9-B33F-BF31390C1CA0}" type="presParOf" srcId="{687B0329-E1C3-4FE9-9570-82E1E48C3832}" destId="{BD22A176-9E26-4C12-A507-94E86236A2F4}" srcOrd="0" destOrd="0" presId="urn:microsoft.com/office/officeart/2005/8/layout/list1"/>
    <dgm:cxn modelId="{DC884CB4-85E7-4E73-BA56-17D3FEAC0019}" type="presParOf" srcId="{687B0329-E1C3-4FE9-9570-82E1E48C3832}" destId="{DCC102FB-C2BE-40F9-A4EC-92C1FB8BC797}" srcOrd="1" destOrd="0" presId="urn:microsoft.com/office/officeart/2005/8/layout/list1"/>
    <dgm:cxn modelId="{E5B763F8-88A6-48FE-95C5-046E279214D2}" type="presParOf" srcId="{68A20AA4-F1DF-4E9A-BF8F-4B8ED53B6517}" destId="{BF405857-88F3-4FD0-8CE3-E3A377C8C186}" srcOrd="5" destOrd="0" presId="urn:microsoft.com/office/officeart/2005/8/layout/list1"/>
    <dgm:cxn modelId="{446916B6-6800-4DA4-A2B4-5F609EBDAD1B}" type="presParOf" srcId="{68A20AA4-F1DF-4E9A-BF8F-4B8ED53B6517}" destId="{B72D2B90-9404-4FE8-9234-D8CDE9463C81}" srcOrd="6" destOrd="0" presId="urn:microsoft.com/office/officeart/2005/8/layout/list1"/>
    <dgm:cxn modelId="{E51637AE-41EA-4184-A252-7F1F9747C38F}" type="presParOf" srcId="{68A20AA4-F1DF-4E9A-BF8F-4B8ED53B6517}" destId="{F24DC0E6-7E8F-4E49-A30A-6F8FE18760D9}" srcOrd="7" destOrd="0" presId="urn:microsoft.com/office/officeart/2005/8/layout/list1"/>
    <dgm:cxn modelId="{266F3380-EB37-4F46-98FE-FD24C1E4F488}" type="presParOf" srcId="{68A20AA4-F1DF-4E9A-BF8F-4B8ED53B6517}" destId="{89124334-D5D7-4247-9B21-536A2C27D64F}" srcOrd="8" destOrd="0" presId="urn:microsoft.com/office/officeart/2005/8/layout/list1"/>
    <dgm:cxn modelId="{834F3B28-B4FD-4551-8C59-AE46C558A4F5}" type="presParOf" srcId="{89124334-D5D7-4247-9B21-536A2C27D64F}" destId="{3559A3CF-BE34-4C9F-B911-6801BD47855B}" srcOrd="0" destOrd="0" presId="urn:microsoft.com/office/officeart/2005/8/layout/list1"/>
    <dgm:cxn modelId="{0EB1895C-90D3-4F13-836B-2F02051CA6BE}" type="presParOf" srcId="{89124334-D5D7-4247-9B21-536A2C27D64F}" destId="{D82A3B4E-FA3F-4F6B-B8B7-9B72C521EA99}" srcOrd="1" destOrd="0" presId="urn:microsoft.com/office/officeart/2005/8/layout/list1"/>
    <dgm:cxn modelId="{452AB237-A88B-43C0-8820-1511188F0827}" type="presParOf" srcId="{68A20AA4-F1DF-4E9A-BF8F-4B8ED53B6517}" destId="{B9129ADA-89EC-4C21-A1CD-FD48ACEB7BDB}" srcOrd="9" destOrd="0" presId="urn:microsoft.com/office/officeart/2005/8/layout/list1"/>
    <dgm:cxn modelId="{A1731545-42F8-4DEA-BC79-EC0BD3230D2B}" type="presParOf" srcId="{68A20AA4-F1DF-4E9A-BF8F-4B8ED53B6517}" destId="{903F36B7-028A-4F47-9497-B0BF9050E92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9173BD-A361-4D60-A1A0-99824FB9146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08C3E48A-A636-4084-A5D0-1251DB3A8C2D}">
      <dgm:prSet phldrT="[Texto]" custT="1"/>
      <dgm:spPr/>
      <dgm:t>
        <a:bodyPr/>
        <a:lstStyle/>
        <a:p>
          <a:pPr>
            <a:buNone/>
          </a:pPr>
          <a:r>
            <a:rPr lang="es-MX" sz="1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"Los Random Forests son uno de los métodos de aprendizaje más eficientes y precisos a la fecha" (2008): Caruana: </a:t>
          </a:r>
          <a:r>
            <a:rPr lang="es-MX" sz="18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An empirical evaluation of supervised learning in high dimensions. ICML 2008.</a:t>
          </a:r>
          <a:endParaRPr lang="es-AR" sz="1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9A933B-DF1B-432B-AA93-0E966F885173}" type="parTrans" cxnId="{9C5D4C76-D2D3-411E-A370-E2FA11CD06E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D54D27-BD16-4489-B998-1D595488763F}" type="sibTrans" cxnId="{9C5D4C76-D2D3-411E-A370-E2FA11CD06E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AEB64E-B492-4C17-921B-4AD69B6DE574}">
      <dgm:prSet custT="1"/>
      <dgm:spPr/>
      <dgm:t>
        <a:bodyPr/>
        <a:lstStyle/>
        <a:p>
          <a:r>
            <a:rPr lang="es-MX" sz="1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El algoritmo es sencillo, fácil de implementar, fácil de usar y requiere de poco ajuste de parámetros.</a:t>
          </a:r>
          <a:endParaRPr lang="es-MX" sz="1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C02435-BB21-4956-ACCD-20D799C9ED3F}" type="parTrans" cxnId="{7566B9CA-44AD-4414-9D93-6CD8526DC5A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7EB431-BCA8-41FF-9DE1-7C6BCCAD602D}" type="sibTrans" cxnId="{7566B9CA-44AD-4414-9D93-6CD8526DC5A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8015EFB-E4EE-4946-8104-942C8B51E0F0}">
      <dgm:prSet custT="1"/>
      <dgm:spPr/>
      <dgm:t>
        <a:bodyPr/>
        <a:lstStyle/>
        <a:p>
          <a:r>
            <a:rPr lang="es-MX" sz="1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relativamente sencillo debuggear los Random Forests; aunque comparado con los Árboles de Decisión, pueda resultar menos interpretable.</a:t>
          </a:r>
          <a:endParaRPr lang="es-MX" sz="1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1132E8-6ECF-4B73-93C5-D634C12C6806}" type="parTrans" cxnId="{F3BBD864-B973-4E0D-BCB4-A617CCC6168B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EEF9BC-1BFE-47ED-B9AA-12578CB6B850}" type="sibTrans" cxnId="{F3BBD864-B973-4E0D-BCB4-A617CCC6168B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5E54B7-F436-46EC-B67C-550B1E37B369}" type="pres">
      <dgm:prSet presAssocID="{B99173BD-A361-4D60-A1A0-99824FB91463}" presName="Name0" presStyleCnt="0">
        <dgm:presLayoutVars>
          <dgm:chMax val="7"/>
          <dgm:chPref val="7"/>
          <dgm:dir/>
        </dgm:presLayoutVars>
      </dgm:prSet>
      <dgm:spPr/>
    </dgm:pt>
    <dgm:pt modelId="{813CE1A8-D58F-476A-AAA7-23EA97484BDE}" type="pres">
      <dgm:prSet presAssocID="{B99173BD-A361-4D60-A1A0-99824FB91463}" presName="Name1" presStyleCnt="0"/>
      <dgm:spPr/>
    </dgm:pt>
    <dgm:pt modelId="{061A2785-07FE-4240-B3A0-61070014F407}" type="pres">
      <dgm:prSet presAssocID="{B99173BD-A361-4D60-A1A0-99824FB91463}" presName="cycle" presStyleCnt="0"/>
      <dgm:spPr/>
    </dgm:pt>
    <dgm:pt modelId="{F359F43B-C0EF-430B-ADB7-F9A5CE0FFE75}" type="pres">
      <dgm:prSet presAssocID="{B99173BD-A361-4D60-A1A0-99824FB91463}" presName="srcNode" presStyleLbl="node1" presStyleIdx="0" presStyleCnt="3"/>
      <dgm:spPr/>
    </dgm:pt>
    <dgm:pt modelId="{0AFEC403-1A3F-41A2-992E-AEA410938392}" type="pres">
      <dgm:prSet presAssocID="{B99173BD-A361-4D60-A1A0-99824FB91463}" presName="conn" presStyleLbl="parChTrans1D2" presStyleIdx="0" presStyleCnt="1"/>
      <dgm:spPr/>
    </dgm:pt>
    <dgm:pt modelId="{2EF3EF6C-AB91-479E-AB0E-BF038C7C6128}" type="pres">
      <dgm:prSet presAssocID="{B99173BD-A361-4D60-A1A0-99824FB91463}" presName="extraNode" presStyleLbl="node1" presStyleIdx="0" presStyleCnt="3"/>
      <dgm:spPr/>
    </dgm:pt>
    <dgm:pt modelId="{67FF31B3-B8D7-4487-9B8D-493FB1C79FC3}" type="pres">
      <dgm:prSet presAssocID="{B99173BD-A361-4D60-A1A0-99824FB91463}" presName="dstNode" presStyleLbl="node1" presStyleIdx="0" presStyleCnt="3"/>
      <dgm:spPr/>
    </dgm:pt>
    <dgm:pt modelId="{0C5BCB9D-B145-468D-9FB8-9D90D6423870}" type="pres">
      <dgm:prSet presAssocID="{08C3E48A-A636-4084-A5D0-1251DB3A8C2D}" presName="text_1" presStyleLbl="node1" presStyleIdx="0" presStyleCnt="3">
        <dgm:presLayoutVars>
          <dgm:bulletEnabled val="1"/>
        </dgm:presLayoutVars>
      </dgm:prSet>
      <dgm:spPr/>
    </dgm:pt>
    <dgm:pt modelId="{B44CBBE4-3CC0-4A84-BEB0-858F43005492}" type="pres">
      <dgm:prSet presAssocID="{08C3E48A-A636-4084-A5D0-1251DB3A8C2D}" presName="accent_1" presStyleCnt="0"/>
      <dgm:spPr/>
    </dgm:pt>
    <dgm:pt modelId="{C54DE228-A25C-4676-A363-0E7402B16756}" type="pres">
      <dgm:prSet presAssocID="{08C3E48A-A636-4084-A5D0-1251DB3A8C2D}" presName="accentRepeatNode" presStyleLbl="solidFgAcc1" presStyleIdx="0" presStyleCnt="3"/>
      <dgm:spPr/>
    </dgm:pt>
    <dgm:pt modelId="{A3BC40CD-E02B-4BCF-A498-7EAC0CD6179D}" type="pres">
      <dgm:prSet presAssocID="{1AAEB64E-B492-4C17-921B-4AD69B6DE574}" presName="text_2" presStyleLbl="node1" presStyleIdx="1" presStyleCnt="3">
        <dgm:presLayoutVars>
          <dgm:bulletEnabled val="1"/>
        </dgm:presLayoutVars>
      </dgm:prSet>
      <dgm:spPr/>
    </dgm:pt>
    <dgm:pt modelId="{03D35F49-DBB5-4F34-9F50-2D2B1A41FB19}" type="pres">
      <dgm:prSet presAssocID="{1AAEB64E-B492-4C17-921B-4AD69B6DE574}" presName="accent_2" presStyleCnt="0"/>
      <dgm:spPr/>
    </dgm:pt>
    <dgm:pt modelId="{922D9D4C-1136-489C-8AA3-9A375C9A41E4}" type="pres">
      <dgm:prSet presAssocID="{1AAEB64E-B492-4C17-921B-4AD69B6DE574}" presName="accentRepeatNode" presStyleLbl="solidFgAcc1" presStyleIdx="1" presStyleCnt="3"/>
      <dgm:spPr/>
    </dgm:pt>
    <dgm:pt modelId="{A255F8AC-79FF-4366-A4C4-E9EE6FB9D68F}" type="pres">
      <dgm:prSet presAssocID="{A8015EFB-E4EE-4946-8104-942C8B51E0F0}" presName="text_3" presStyleLbl="node1" presStyleIdx="2" presStyleCnt="3">
        <dgm:presLayoutVars>
          <dgm:bulletEnabled val="1"/>
        </dgm:presLayoutVars>
      </dgm:prSet>
      <dgm:spPr/>
    </dgm:pt>
    <dgm:pt modelId="{77C62E8A-7526-473C-AAA1-6F66B24680F0}" type="pres">
      <dgm:prSet presAssocID="{A8015EFB-E4EE-4946-8104-942C8B51E0F0}" presName="accent_3" presStyleCnt="0"/>
      <dgm:spPr/>
    </dgm:pt>
    <dgm:pt modelId="{0FB295BB-827B-4188-93D2-E939785407C9}" type="pres">
      <dgm:prSet presAssocID="{A8015EFB-E4EE-4946-8104-942C8B51E0F0}" presName="accentRepeatNode" presStyleLbl="solidFgAcc1" presStyleIdx="2" presStyleCnt="3"/>
      <dgm:spPr/>
    </dgm:pt>
  </dgm:ptLst>
  <dgm:cxnLst>
    <dgm:cxn modelId="{33531929-6314-4663-BD3C-27F690999D80}" type="presOf" srcId="{A8015EFB-E4EE-4946-8104-942C8B51E0F0}" destId="{A255F8AC-79FF-4366-A4C4-E9EE6FB9D68F}" srcOrd="0" destOrd="0" presId="urn:microsoft.com/office/officeart/2008/layout/VerticalCurvedList"/>
    <dgm:cxn modelId="{F3BBD864-B973-4E0D-BCB4-A617CCC6168B}" srcId="{B99173BD-A361-4D60-A1A0-99824FB91463}" destId="{A8015EFB-E4EE-4946-8104-942C8B51E0F0}" srcOrd="2" destOrd="0" parTransId="{3A1132E8-6ECF-4B73-93C5-D634C12C6806}" sibTransId="{48EEF9BC-1BFE-47ED-B9AA-12578CB6B850}"/>
    <dgm:cxn modelId="{89BFD74B-16BD-4109-BC55-FA0C49627216}" type="presOf" srcId="{08C3E48A-A636-4084-A5D0-1251DB3A8C2D}" destId="{0C5BCB9D-B145-468D-9FB8-9D90D6423870}" srcOrd="0" destOrd="0" presId="urn:microsoft.com/office/officeart/2008/layout/VerticalCurvedList"/>
    <dgm:cxn modelId="{BB2F3350-18D6-42BC-BA72-96E19B16FE1B}" type="presOf" srcId="{B99173BD-A361-4D60-A1A0-99824FB91463}" destId="{655E54B7-F436-46EC-B67C-550B1E37B369}" srcOrd="0" destOrd="0" presId="urn:microsoft.com/office/officeart/2008/layout/VerticalCurvedList"/>
    <dgm:cxn modelId="{9C5D4C76-D2D3-411E-A370-E2FA11CD06E2}" srcId="{B99173BD-A361-4D60-A1A0-99824FB91463}" destId="{08C3E48A-A636-4084-A5D0-1251DB3A8C2D}" srcOrd="0" destOrd="0" parTransId="{259A933B-DF1B-432B-AA93-0E966F885173}" sibTransId="{CDD54D27-BD16-4489-B998-1D595488763F}"/>
    <dgm:cxn modelId="{94F93D96-41FF-4AC7-AA86-2FE2ED24D897}" type="presOf" srcId="{CDD54D27-BD16-4489-B998-1D595488763F}" destId="{0AFEC403-1A3F-41A2-992E-AEA410938392}" srcOrd="0" destOrd="0" presId="urn:microsoft.com/office/officeart/2008/layout/VerticalCurvedList"/>
    <dgm:cxn modelId="{7566B9CA-44AD-4414-9D93-6CD8526DC5AC}" srcId="{B99173BD-A361-4D60-A1A0-99824FB91463}" destId="{1AAEB64E-B492-4C17-921B-4AD69B6DE574}" srcOrd="1" destOrd="0" parTransId="{14C02435-BB21-4956-ACCD-20D799C9ED3F}" sibTransId="{AD7EB431-BCA8-41FF-9DE1-7C6BCCAD602D}"/>
    <dgm:cxn modelId="{83E135E0-30EF-42CE-A51D-50E2343C3598}" type="presOf" srcId="{1AAEB64E-B492-4C17-921B-4AD69B6DE574}" destId="{A3BC40CD-E02B-4BCF-A498-7EAC0CD6179D}" srcOrd="0" destOrd="0" presId="urn:microsoft.com/office/officeart/2008/layout/VerticalCurvedList"/>
    <dgm:cxn modelId="{66251BD2-C1C9-4FB3-A8C8-3253B7BAAD4C}" type="presParOf" srcId="{655E54B7-F436-46EC-B67C-550B1E37B369}" destId="{813CE1A8-D58F-476A-AAA7-23EA97484BDE}" srcOrd="0" destOrd="0" presId="urn:microsoft.com/office/officeart/2008/layout/VerticalCurvedList"/>
    <dgm:cxn modelId="{6ED2BF9A-38D0-4E34-B6DA-5785C45B166C}" type="presParOf" srcId="{813CE1A8-D58F-476A-AAA7-23EA97484BDE}" destId="{061A2785-07FE-4240-B3A0-61070014F407}" srcOrd="0" destOrd="0" presId="urn:microsoft.com/office/officeart/2008/layout/VerticalCurvedList"/>
    <dgm:cxn modelId="{F53F6BDE-520C-49A0-ADEA-1FB3D722ADD6}" type="presParOf" srcId="{061A2785-07FE-4240-B3A0-61070014F407}" destId="{F359F43B-C0EF-430B-ADB7-F9A5CE0FFE75}" srcOrd="0" destOrd="0" presId="urn:microsoft.com/office/officeart/2008/layout/VerticalCurvedList"/>
    <dgm:cxn modelId="{0FE40B0C-CBDB-474F-98FF-3A3C8C5DA777}" type="presParOf" srcId="{061A2785-07FE-4240-B3A0-61070014F407}" destId="{0AFEC403-1A3F-41A2-992E-AEA410938392}" srcOrd="1" destOrd="0" presId="urn:microsoft.com/office/officeart/2008/layout/VerticalCurvedList"/>
    <dgm:cxn modelId="{0B79141D-12D1-4589-82F5-53148D6492CD}" type="presParOf" srcId="{061A2785-07FE-4240-B3A0-61070014F407}" destId="{2EF3EF6C-AB91-479E-AB0E-BF038C7C6128}" srcOrd="2" destOrd="0" presId="urn:microsoft.com/office/officeart/2008/layout/VerticalCurvedList"/>
    <dgm:cxn modelId="{402A93B5-BECB-4162-977A-345F32A15CF3}" type="presParOf" srcId="{061A2785-07FE-4240-B3A0-61070014F407}" destId="{67FF31B3-B8D7-4487-9B8D-493FB1C79FC3}" srcOrd="3" destOrd="0" presId="urn:microsoft.com/office/officeart/2008/layout/VerticalCurvedList"/>
    <dgm:cxn modelId="{8258E077-59F0-411C-9824-EDC67515A484}" type="presParOf" srcId="{813CE1A8-D58F-476A-AAA7-23EA97484BDE}" destId="{0C5BCB9D-B145-468D-9FB8-9D90D6423870}" srcOrd="1" destOrd="0" presId="urn:microsoft.com/office/officeart/2008/layout/VerticalCurvedList"/>
    <dgm:cxn modelId="{6622809A-182C-4A69-8254-4E261E3948D4}" type="presParOf" srcId="{813CE1A8-D58F-476A-AAA7-23EA97484BDE}" destId="{B44CBBE4-3CC0-4A84-BEB0-858F43005492}" srcOrd="2" destOrd="0" presId="urn:microsoft.com/office/officeart/2008/layout/VerticalCurvedList"/>
    <dgm:cxn modelId="{3EADB3F7-227D-4784-9218-B73DF9424FB6}" type="presParOf" srcId="{B44CBBE4-3CC0-4A84-BEB0-858F43005492}" destId="{C54DE228-A25C-4676-A363-0E7402B16756}" srcOrd="0" destOrd="0" presId="urn:microsoft.com/office/officeart/2008/layout/VerticalCurvedList"/>
    <dgm:cxn modelId="{9BB0D73B-B35E-4B4C-B6FA-20A3EC0D5295}" type="presParOf" srcId="{813CE1A8-D58F-476A-AAA7-23EA97484BDE}" destId="{A3BC40CD-E02B-4BCF-A498-7EAC0CD6179D}" srcOrd="3" destOrd="0" presId="urn:microsoft.com/office/officeart/2008/layout/VerticalCurvedList"/>
    <dgm:cxn modelId="{6274682E-2011-46E5-A555-46D1F6F02EC8}" type="presParOf" srcId="{813CE1A8-D58F-476A-AAA7-23EA97484BDE}" destId="{03D35F49-DBB5-4F34-9F50-2D2B1A41FB19}" srcOrd="4" destOrd="0" presId="urn:microsoft.com/office/officeart/2008/layout/VerticalCurvedList"/>
    <dgm:cxn modelId="{3E9E7EF5-4117-43BB-AC4D-48943ED8465C}" type="presParOf" srcId="{03D35F49-DBB5-4F34-9F50-2D2B1A41FB19}" destId="{922D9D4C-1136-489C-8AA3-9A375C9A41E4}" srcOrd="0" destOrd="0" presId="urn:microsoft.com/office/officeart/2008/layout/VerticalCurvedList"/>
    <dgm:cxn modelId="{DF8DA7E9-2A9E-44AE-9D28-C503C2869557}" type="presParOf" srcId="{813CE1A8-D58F-476A-AAA7-23EA97484BDE}" destId="{A255F8AC-79FF-4366-A4C4-E9EE6FB9D68F}" srcOrd="5" destOrd="0" presId="urn:microsoft.com/office/officeart/2008/layout/VerticalCurvedList"/>
    <dgm:cxn modelId="{C459AC19-6185-4BBE-99D6-2AEC94295417}" type="presParOf" srcId="{813CE1A8-D58F-476A-AAA7-23EA97484BDE}" destId="{77C62E8A-7526-473C-AAA1-6F66B24680F0}" srcOrd="6" destOrd="0" presId="urn:microsoft.com/office/officeart/2008/layout/VerticalCurvedList"/>
    <dgm:cxn modelId="{4A41B8C1-151B-4593-9476-075178A55F24}" type="presParOf" srcId="{77C62E8A-7526-473C-AAA1-6F66B24680F0}" destId="{0FB295BB-827B-4188-93D2-E939785407C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5DA979-939D-4755-A731-3FC4CC365772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C146DEE-4AEF-4B42-AEAF-C83D782AEE98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Método para hacer aprendizaje por "ensemble".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49B9D3-F355-4849-BF7B-B915C9830854}" type="parTrans" cxnId="{B4C92A04-E1AE-4071-8863-2D85E12D4B5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71AB257-AD5E-4958-89D7-3875A5AFA43B}" type="sibTrans" cxnId="{B4C92A04-E1AE-4071-8863-2D85E12D4B5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02258A-0B62-42F4-9EA7-C84A88E2D40B}">
      <dgm:prSet custT="1"/>
      <dgm:spPr/>
      <dgm:t>
        <a:bodyPr/>
        <a:lstStyle/>
        <a:p>
          <a:r>
            <a:rPr lang="en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En 1989 Vilian y Kerns plantean un algoritmo al que estimulan “boost” mediante el análisis de los errores cometidos.</a:t>
          </a:r>
          <a:endParaRPr lang="en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4E99F499-429C-4303-9BC2-E906C7594A20}" type="parTrans" cxnId="{F54C3624-DD42-44D3-A153-354FF683D7F6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61C883A-8AE8-46C3-80A2-E664DEE44CDC}" type="sibTrans" cxnId="{F54C3624-DD42-44D3-A153-354FF683D7F6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160C0B-9B18-4B20-9899-1450942B8F7F}">
      <dgm:prSet custT="1"/>
      <dgm:spPr/>
      <dgm:t>
        <a:bodyPr/>
        <a:lstStyle/>
        <a:p>
          <a:r>
            <a:rPr lang="es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Combina un conjunto de clasificadores débiles para obtener un clasificador más poderoso.</a:t>
          </a:r>
          <a:endParaRPr lang="es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D7CE2469-869C-472E-A979-5D07018D66F4}" type="parTrans" cxnId="{0E9BCA8C-CC1E-46B0-BD35-470769131928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DD204E-722B-4B80-8EB6-21438BD04AE6}" type="sibTrans" cxnId="{0E9BCA8C-CC1E-46B0-BD35-470769131928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7790E6F-CB91-444E-9EC5-8718C4BA7F17}">
      <dgm:prSet custT="1"/>
      <dgm:spPr/>
      <dgm:t>
        <a:bodyPr/>
        <a:lstStyle/>
        <a:p>
          <a:r>
            <a:rPr lang="es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Los datos se siguen eligiendo en forma aleatoria.</a:t>
          </a:r>
          <a:endParaRPr lang="es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56E61682-516D-4E27-8590-8D0EFF1A3529}" type="parTrans" cxnId="{86709627-F667-40F7-AC4B-3D9767A8CAEB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12CFA19-0C8B-4DB3-8E7C-B823D6774E3F}" type="sibTrans" cxnId="{86709627-F667-40F7-AC4B-3D9767A8CAEB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C461B4B-1726-4C86-99E5-030594398032}">
      <dgm:prSet custT="1"/>
      <dgm:spPr/>
      <dgm:t>
        <a:bodyPr/>
        <a:lstStyle/>
        <a:p>
          <a:r>
            <a:rPr lang="es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Es un método iterativo.</a:t>
          </a:r>
          <a:endParaRPr lang="es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A4FED824-B00E-489E-A229-66EBA7529249}" type="parTrans" cxnId="{928C6AAF-B6CC-49D3-9F64-1ABABF8CB854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57D77D-CA34-4E90-89C8-EB1E34BC260A}" type="sibTrans" cxnId="{928C6AAF-B6CC-49D3-9F64-1ABABF8CB854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5E0E95-01A5-427C-87CB-E5DB92C7C1C1}">
      <dgm:prSet custT="1"/>
      <dgm:spPr/>
      <dgm:t>
        <a:bodyPr/>
        <a:lstStyle/>
        <a:p>
          <a:r>
            <a:rPr lang="es-MX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Una vez obtenidos todos los resultados, se establece una jerarquía basada en el nivel de error, teniendo más peso el resultado del árbol que cometió el menor error.</a:t>
          </a:r>
        </a:p>
      </dgm:t>
    </dgm:pt>
    <dgm:pt modelId="{95618C35-9CCB-4A3E-A33A-E7D9A7CF1FDA}" type="parTrans" cxnId="{C72A681E-CB58-41B0-B8A1-820655908DC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5F76A0C-F6CE-40D2-A642-9AEA8C53D306}" type="sibTrans" cxnId="{C72A681E-CB58-41B0-B8A1-820655908DC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D4592B-CC3B-4870-A190-6233BCE5E3FE}" type="pres">
      <dgm:prSet presAssocID="{FA5DA979-939D-4755-A731-3FC4CC365772}" presName="Name0" presStyleCnt="0">
        <dgm:presLayoutVars>
          <dgm:chMax val="7"/>
          <dgm:chPref val="7"/>
          <dgm:dir/>
        </dgm:presLayoutVars>
      </dgm:prSet>
      <dgm:spPr/>
    </dgm:pt>
    <dgm:pt modelId="{79DB63DD-D8BE-44D3-9929-CE17DC466F0A}" type="pres">
      <dgm:prSet presAssocID="{FA5DA979-939D-4755-A731-3FC4CC365772}" presName="Name1" presStyleCnt="0"/>
      <dgm:spPr/>
    </dgm:pt>
    <dgm:pt modelId="{A69088E1-83AB-4350-99B8-4A8A9737C65C}" type="pres">
      <dgm:prSet presAssocID="{FA5DA979-939D-4755-A731-3FC4CC365772}" presName="cycle" presStyleCnt="0"/>
      <dgm:spPr/>
    </dgm:pt>
    <dgm:pt modelId="{764B10BA-7CF2-4330-8E49-CEED91699091}" type="pres">
      <dgm:prSet presAssocID="{FA5DA979-939D-4755-A731-3FC4CC365772}" presName="srcNode" presStyleLbl="node1" presStyleIdx="0" presStyleCnt="6"/>
      <dgm:spPr/>
    </dgm:pt>
    <dgm:pt modelId="{1CCB76F5-34E7-4E49-931D-9284CF92781B}" type="pres">
      <dgm:prSet presAssocID="{FA5DA979-939D-4755-A731-3FC4CC365772}" presName="conn" presStyleLbl="parChTrans1D2" presStyleIdx="0" presStyleCnt="1"/>
      <dgm:spPr/>
    </dgm:pt>
    <dgm:pt modelId="{E0FB26E1-0252-48DB-96BA-64D2963B9FE0}" type="pres">
      <dgm:prSet presAssocID="{FA5DA979-939D-4755-A731-3FC4CC365772}" presName="extraNode" presStyleLbl="node1" presStyleIdx="0" presStyleCnt="6"/>
      <dgm:spPr/>
    </dgm:pt>
    <dgm:pt modelId="{0C5696B9-B9DF-4448-90EB-887F1CE63644}" type="pres">
      <dgm:prSet presAssocID="{FA5DA979-939D-4755-A731-3FC4CC365772}" presName="dstNode" presStyleLbl="node1" presStyleIdx="0" presStyleCnt="6"/>
      <dgm:spPr/>
    </dgm:pt>
    <dgm:pt modelId="{1F81039A-F059-49D9-9001-90B102DE2529}" type="pres">
      <dgm:prSet presAssocID="{CC146DEE-4AEF-4B42-AEAF-C83D782AEE98}" presName="text_1" presStyleLbl="node1" presStyleIdx="0" presStyleCnt="6">
        <dgm:presLayoutVars>
          <dgm:bulletEnabled val="1"/>
        </dgm:presLayoutVars>
      </dgm:prSet>
      <dgm:spPr/>
    </dgm:pt>
    <dgm:pt modelId="{7410007F-67CE-49FD-BB8D-742D3A6756C3}" type="pres">
      <dgm:prSet presAssocID="{CC146DEE-4AEF-4B42-AEAF-C83D782AEE98}" presName="accent_1" presStyleCnt="0"/>
      <dgm:spPr/>
    </dgm:pt>
    <dgm:pt modelId="{AD730D18-51FF-4DCA-B317-C9CB6313DBFF}" type="pres">
      <dgm:prSet presAssocID="{CC146DEE-4AEF-4B42-AEAF-C83D782AEE98}" presName="accentRepeatNode" presStyleLbl="solidFgAcc1" presStyleIdx="0" presStyleCnt="6"/>
      <dgm:spPr/>
    </dgm:pt>
    <dgm:pt modelId="{7923072D-7D2F-481A-98A1-71923965A9C7}" type="pres">
      <dgm:prSet presAssocID="{0F02258A-0B62-42F4-9EA7-C84A88E2D40B}" presName="text_2" presStyleLbl="node1" presStyleIdx="1" presStyleCnt="6">
        <dgm:presLayoutVars>
          <dgm:bulletEnabled val="1"/>
        </dgm:presLayoutVars>
      </dgm:prSet>
      <dgm:spPr/>
    </dgm:pt>
    <dgm:pt modelId="{064F15AD-523A-4B32-9CE4-13B67F2DEA99}" type="pres">
      <dgm:prSet presAssocID="{0F02258A-0B62-42F4-9EA7-C84A88E2D40B}" presName="accent_2" presStyleCnt="0"/>
      <dgm:spPr/>
    </dgm:pt>
    <dgm:pt modelId="{A1EBAAD6-AE5F-4B11-B903-E7C681FAE39A}" type="pres">
      <dgm:prSet presAssocID="{0F02258A-0B62-42F4-9EA7-C84A88E2D40B}" presName="accentRepeatNode" presStyleLbl="solidFgAcc1" presStyleIdx="1" presStyleCnt="6"/>
      <dgm:spPr/>
    </dgm:pt>
    <dgm:pt modelId="{6AC2A103-A491-4601-A994-88BCE0B9A1E9}" type="pres">
      <dgm:prSet presAssocID="{DA160C0B-9B18-4B20-9899-1450942B8F7F}" presName="text_3" presStyleLbl="node1" presStyleIdx="2" presStyleCnt="6">
        <dgm:presLayoutVars>
          <dgm:bulletEnabled val="1"/>
        </dgm:presLayoutVars>
      </dgm:prSet>
      <dgm:spPr/>
    </dgm:pt>
    <dgm:pt modelId="{0BF8EF5C-241F-4951-A6A2-8731ABD1D46D}" type="pres">
      <dgm:prSet presAssocID="{DA160C0B-9B18-4B20-9899-1450942B8F7F}" presName="accent_3" presStyleCnt="0"/>
      <dgm:spPr/>
    </dgm:pt>
    <dgm:pt modelId="{72147DB3-355C-44E7-A327-6508F8977B3D}" type="pres">
      <dgm:prSet presAssocID="{DA160C0B-9B18-4B20-9899-1450942B8F7F}" presName="accentRepeatNode" presStyleLbl="solidFgAcc1" presStyleIdx="2" presStyleCnt="6"/>
      <dgm:spPr/>
    </dgm:pt>
    <dgm:pt modelId="{52EAEA9E-447F-413E-8007-6A0265DAFFF1}" type="pres">
      <dgm:prSet presAssocID="{C7790E6F-CB91-444E-9EC5-8718C4BA7F17}" presName="text_4" presStyleLbl="node1" presStyleIdx="3" presStyleCnt="6">
        <dgm:presLayoutVars>
          <dgm:bulletEnabled val="1"/>
        </dgm:presLayoutVars>
      </dgm:prSet>
      <dgm:spPr/>
    </dgm:pt>
    <dgm:pt modelId="{07AA49CD-78D5-452E-8CD1-B0916C4035E7}" type="pres">
      <dgm:prSet presAssocID="{C7790E6F-CB91-444E-9EC5-8718C4BA7F17}" presName="accent_4" presStyleCnt="0"/>
      <dgm:spPr/>
    </dgm:pt>
    <dgm:pt modelId="{70ACF57A-5DB5-4F08-BE88-DDCE994F7603}" type="pres">
      <dgm:prSet presAssocID="{C7790E6F-CB91-444E-9EC5-8718C4BA7F17}" presName="accentRepeatNode" presStyleLbl="solidFgAcc1" presStyleIdx="3" presStyleCnt="6"/>
      <dgm:spPr/>
    </dgm:pt>
    <dgm:pt modelId="{30341CAC-D983-4B93-B3F9-FD9ADFF103CD}" type="pres">
      <dgm:prSet presAssocID="{FC461B4B-1726-4C86-99E5-030594398032}" presName="text_5" presStyleLbl="node1" presStyleIdx="4" presStyleCnt="6">
        <dgm:presLayoutVars>
          <dgm:bulletEnabled val="1"/>
        </dgm:presLayoutVars>
      </dgm:prSet>
      <dgm:spPr/>
    </dgm:pt>
    <dgm:pt modelId="{839F6262-ED2D-49EC-8EE5-F2FF96917540}" type="pres">
      <dgm:prSet presAssocID="{FC461B4B-1726-4C86-99E5-030594398032}" presName="accent_5" presStyleCnt="0"/>
      <dgm:spPr/>
    </dgm:pt>
    <dgm:pt modelId="{06B75BC4-1F6E-4FA3-AF7A-F3CAF3AC3D32}" type="pres">
      <dgm:prSet presAssocID="{FC461B4B-1726-4C86-99E5-030594398032}" presName="accentRepeatNode" presStyleLbl="solidFgAcc1" presStyleIdx="4" presStyleCnt="6"/>
      <dgm:spPr/>
    </dgm:pt>
    <dgm:pt modelId="{12F16A29-015C-407C-ADCD-23C7C99E154C}" type="pres">
      <dgm:prSet presAssocID="{855E0E95-01A5-427C-87CB-E5DB92C7C1C1}" presName="text_6" presStyleLbl="node1" presStyleIdx="5" presStyleCnt="6">
        <dgm:presLayoutVars>
          <dgm:bulletEnabled val="1"/>
        </dgm:presLayoutVars>
      </dgm:prSet>
      <dgm:spPr/>
    </dgm:pt>
    <dgm:pt modelId="{CF75BDB5-71F5-4D68-BF35-62076FAF4115}" type="pres">
      <dgm:prSet presAssocID="{855E0E95-01A5-427C-87CB-E5DB92C7C1C1}" presName="accent_6" presStyleCnt="0"/>
      <dgm:spPr/>
    </dgm:pt>
    <dgm:pt modelId="{88417CBE-F26A-444B-AD1A-85BB4F96FC14}" type="pres">
      <dgm:prSet presAssocID="{855E0E95-01A5-427C-87CB-E5DB92C7C1C1}" presName="accentRepeatNode" presStyleLbl="solidFgAcc1" presStyleIdx="5" presStyleCnt="6"/>
      <dgm:spPr/>
    </dgm:pt>
  </dgm:ptLst>
  <dgm:cxnLst>
    <dgm:cxn modelId="{B4C92A04-E1AE-4071-8863-2D85E12D4B55}" srcId="{FA5DA979-939D-4755-A731-3FC4CC365772}" destId="{CC146DEE-4AEF-4B42-AEAF-C83D782AEE98}" srcOrd="0" destOrd="0" parTransId="{E849B9D3-F355-4849-BF7B-B915C9830854}" sibTransId="{D71AB257-AD5E-4958-89D7-3875A5AFA43B}"/>
    <dgm:cxn modelId="{97151E0F-5475-4AA5-B28F-FBC8944C19E8}" type="presOf" srcId="{DA160C0B-9B18-4B20-9899-1450942B8F7F}" destId="{6AC2A103-A491-4601-A994-88BCE0B9A1E9}" srcOrd="0" destOrd="0" presId="urn:microsoft.com/office/officeart/2008/layout/VerticalCurvedList"/>
    <dgm:cxn modelId="{C72A681E-CB58-41B0-B8A1-820655908DC5}" srcId="{FA5DA979-939D-4755-A731-3FC4CC365772}" destId="{855E0E95-01A5-427C-87CB-E5DB92C7C1C1}" srcOrd="5" destOrd="0" parTransId="{95618C35-9CCB-4A3E-A33A-E7D9A7CF1FDA}" sibTransId="{95F76A0C-F6CE-40D2-A642-9AEA8C53D306}"/>
    <dgm:cxn modelId="{F54C3624-DD42-44D3-A153-354FF683D7F6}" srcId="{FA5DA979-939D-4755-A731-3FC4CC365772}" destId="{0F02258A-0B62-42F4-9EA7-C84A88E2D40B}" srcOrd="1" destOrd="0" parTransId="{4E99F499-429C-4303-9BC2-E906C7594A20}" sibTransId="{461C883A-8AE8-46C3-80A2-E664DEE44CDC}"/>
    <dgm:cxn modelId="{86709627-F667-40F7-AC4B-3D9767A8CAEB}" srcId="{FA5DA979-939D-4755-A731-3FC4CC365772}" destId="{C7790E6F-CB91-444E-9EC5-8718C4BA7F17}" srcOrd="3" destOrd="0" parTransId="{56E61682-516D-4E27-8590-8D0EFF1A3529}" sibTransId="{712CFA19-0C8B-4DB3-8E7C-B823D6774E3F}"/>
    <dgm:cxn modelId="{8B3E1757-5854-4329-ACBF-8A5E5B6A7AD9}" type="presOf" srcId="{D71AB257-AD5E-4958-89D7-3875A5AFA43B}" destId="{1CCB76F5-34E7-4E49-931D-9284CF92781B}" srcOrd="0" destOrd="0" presId="urn:microsoft.com/office/officeart/2008/layout/VerticalCurvedList"/>
    <dgm:cxn modelId="{5966A385-663C-457A-9501-6079CFED478A}" type="presOf" srcId="{C7790E6F-CB91-444E-9EC5-8718C4BA7F17}" destId="{52EAEA9E-447F-413E-8007-6A0265DAFFF1}" srcOrd="0" destOrd="0" presId="urn:microsoft.com/office/officeart/2008/layout/VerticalCurvedList"/>
    <dgm:cxn modelId="{0E9BCA8C-CC1E-46B0-BD35-470769131928}" srcId="{FA5DA979-939D-4755-A731-3FC4CC365772}" destId="{DA160C0B-9B18-4B20-9899-1450942B8F7F}" srcOrd="2" destOrd="0" parTransId="{D7CE2469-869C-472E-A979-5D07018D66F4}" sibTransId="{8DDD204E-722B-4B80-8EB6-21438BD04AE6}"/>
    <dgm:cxn modelId="{D4298693-9883-49A0-8283-FDA531C74DE4}" type="presOf" srcId="{FC461B4B-1726-4C86-99E5-030594398032}" destId="{30341CAC-D983-4B93-B3F9-FD9ADFF103CD}" srcOrd="0" destOrd="0" presId="urn:microsoft.com/office/officeart/2008/layout/VerticalCurvedList"/>
    <dgm:cxn modelId="{CDE7DC99-3181-47D5-BBD0-274407639CDE}" type="presOf" srcId="{0F02258A-0B62-42F4-9EA7-C84A88E2D40B}" destId="{7923072D-7D2F-481A-98A1-71923965A9C7}" srcOrd="0" destOrd="0" presId="urn:microsoft.com/office/officeart/2008/layout/VerticalCurvedList"/>
    <dgm:cxn modelId="{928C6AAF-B6CC-49D3-9F64-1ABABF8CB854}" srcId="{FA5DA979-939D-4755-A731-3FC4CC365772}" destId="{FC461B4B-1726-4C86-99E5-030594398032}" srcOrd="4" destOrd="0" parTransId="{A4FED824-B00E-489E-A229-66EBA7529249}" sibTransId="{8557D77D-CA34-4E90-89C8-EB1E34BC260A}"/>
    <dgm:cxn modelId="{898FDBB1-05DC-481E-A923-5D720E0B985D}" type="presOf" srcId="{FA5DA979-939D-4755-A731-3FC4CC365772}" destId="{87D4592B-CC3B-4870-A190-6233BCE5E3FE}" srcOrd="0" destOrd="0" presId="urn:microsoft.com/office/officeart/2008/layout/VerticalCurvedList"/>
    <dgm:cxn modelId="{1DB776BE-2876-4427-8E8D-0D00D479F111}" type="presOf" srcId="{CC146DEE-4AEF-4B42-AEAF-C83D782AEE98}" destId="{1F81039A-F059-49D9-9001-90B102DE2529}" srcOrd="0" destOrd="0" presId="urn:microsoft.com/office/officeart/2008/layout/VerticalCurvedList"/>
    <dgm:cxn modelId="{9483ADF3-825A-4392-A549-2A5A9E00C494}" type="presOf" srcId="{855E0E95-01A5-427C-87CB-E5DB92C7C1C1}" destId="{12F16A29-015C-407C-ADCD-23C7C99E154C}" srcOrd="0" destOrd="0" presId="urn:microsoft.com/office/officeart/2008/layout/VerticalCurvedList"/>
    <dgm:cxn modelId="{8C016390-D690-42EB-B0E0-1C9580C30631}" type="presParOf" srcId="{87D4592B-CC3B-4870-A190-6233BCE5E3FE}" destId="{79DB63DD-D8BE-44D3-9929-CE17DC466F0A}" srcOrd="0" destOrd="0" presId="urn:microsoft.com/office/officeart/2008/layout/VerticalCurvedList"/>
    <dgm:cxn modelId="{0079BA0B-F666-48F0-80B8-A6F812754B7E}" type="presParOf" srcId="{79DB63DD-D8BE-44D3-9929-CE17DC466F0A}" destId="{A69088E1-83AB-4350-99B8-4A8A9737C65C}" srcOrd="0" destOrd="0" presId="urn:microsoft.com/office/officeart/2008/layout/VerticalCurvedList"/>
    <dgm:cxn modelId="{71E35338-1C90-41B1-9392-BDD7E51CE62E}" type="presParOf" srcId="{A69088E1-83AB-4350-99B8-4A8A9737C65C}" destId="{764B10BA-7CF2-4330-8E49-CEED91699091}" srcOrd="0" destOrd="0" presId="urn:microsoft.com/office/officeart/2008/layout/VerticalCurvedList"/>
    <dgm:cxn modelId="{2005BB51-84BE-4C66-BE1A-A0A288EF7C27}" type="presParOf" srcId="{A69088E1-83AB-4350-99B8-4A8A9737C65C}" destId="{1CCB76F5-34E7-4E49-931D-9284CF92781B}" srcOrd="1" destOrd="0" presId="urn:microsoft.com/office/officeart/2008/layout/VerticalCurvedList"/>
    <dgm:cxn modelId="{679651BE-0CAE-452F-9A10-1D54B0739AEA}" type="presParOf" srcId="{A69088E1-83AB-4350-99B8-4A8A9737C65C}" destId="{E0FB26E1-0252-48DB-96BA-64D2963B9FE0}" srcOrd="2" destOrd="0" presId="urn:microsoft.com/office/officeart/2008/layout/VerticalCurvedList"/>
    <dgm:cxn modelId="{6B9D74BE-8794-4678-992C-A83599704283}" type="presParOf" srcId="{A69088E1-83AB-4350-99B8-4A8A9737C65C}" destId="{0C5696B9-B9DF-4448-90EB-887F1CE63644}" srcOrd="3" destOrd="0" presId="urn:microsoft.com/office/officeart/2008/layout/VerticalCurvedList"/>
    <dgm:cxn modelId="{0881D4EB-69B0-4328-903B-749817D37257}" type="presParOf" srcId="{79DB63DD-D8BE-44D3-9929-CE17DC466F0A}" destId="{1F81039A-F059-49D9-9001-90B102DE2529}" srcOrd="1" destOrd="0" presId="urn:microsoft.com/office/officeart/2008/layout/VerticalCurvedList"/>
    <dgm:cxn modelId="{947D42A1-5DCD-49F0-A6F1-48A9E9F85278}" type="presParOf" srcId="{79DB63DD-D8BE-44D3-9929-CE17DC466F0A}" destId="{7410007F-67CE-49FD-BB8D-742D3A6756C3}" srcOrd="2" destOrd="0" presId="urn:microsoft.com/office/officeart/2008/layout/VerticalCurvedList"/>
    <dgm:cxn modelId="{BAC5B9FB-7835-4AA5-AE43-6470FD98C882}" type="presParOf" srcId="{7410007F-67CE-49FD-BB8D-742D3A6756C3}" destId="{AD730D18-51FF-4DCA-B317-C9CB6313DBFF}" srcOrd="0" destOrd="0" presId="urn:microsoft.com/office/officeart/2008/layout/VerticalCurvedList"/>
    <dgm:cxn modelId="{FB93CAEF-211C-4D8A-8523-2656F7571332}" type="presParOf" srcId="{79DB63DD-D8BE-44D3-9929-CE17DC466F0A}" destId="{7923072D-7D2F-481A-98A1-71923965A9C7}" srcOrd="3" destOrd="0" presId="urn:microsoft.com/office/officeart/2008/layout/VerticalCurvedList"/>
    <dgm:cxn modelId="{FC247204-A2FE-414A-B1A1-63678C0B324B}" type="presParOf" srcId="{79DB63DD-D8BE-44D3-9929-CE17DC466F0A}" destId="{064F15AD-523A-4B32-9CE4-13B67F2DEA99}" srcOrd="4" destOrd="0" presId="urn:microsoft.com/office/officeart/2008/layout/VerticalCurvedList"/>
    <dgm:cxn modelId="{2BEE2D4E-A0CC-46D7-8F02-35C10B6C1F02}" type="presParOf" srcId="{064F15AD-523A-4B32-9CE4-13B67F2DEA99}" destId="{A1EBAAD6-AE5F-4B11-B903-E7C681FAE39A}" srcOrd="0" destOrd="0" presId="urn:microsoft.com/office/officeart/2008/layout/VerticalCurvedList"/>
    <dgm:cxn modelId="{609DAF17-9F74-4296-BA52-7391CBF9971E}" type="presParOf" srcId="{79DB63DD-D8BE-44D3-9929-CE17DC466F0A}" destId="{6AC2A103-A491-4601-A994-88BCE0B9A1E9}" srcOrd="5" destOrd="0" presId="urn:microsoft.com/office/officeart/2008/layout/VerticalCurvedList"/>
    <dgm:cxn modelId="{8315C416-EFE5-4313-A502-050DBA845F9E}" type="presParOf" srcId="{79DB63DD-D8BE-44D3-9929-CE17DC466F0A}" destId="{0BF8EF5C-241F-4951-A6A2-8731ABD1D46D}" srcOrd="6" destOrd="0" presId="urn:microsoft.com/office/officeart/2008/layout/VerticalCurvedList"/>
    <dgm:cxn modelId="{75BEBBC5-E0A0-4990-822E-9BEA9B2CCDEA}" type="presParOf" srcId="{0BF8EF5C-241F-4951-A6A2-8731ABD1D46D}" destId="{72147DB3-355C-44E7-A327-6508F8977B3D}" srcOrd="0" destOrd="0" presId="urn:microsoft.com/office/officeart/2008/layout/VerticalCurvedList"/>
    <dgm:cxn modelId="{FCB298A8-1C1E-4ACA-BB22-833500424B0E}" type="presParOf" srcId="{79DB63DD-D8BE-44D3-9929-CE17DC466F0A}" destId="{52EAEA9E-447F-413E-8007-6A0265DAFFF1}" srcOrd="7" destOrd="0" presId="urn:microsoft.com/office/officeart/2008/layout/VerticalCurvedList"/>
    <dgm:cxn modelId="{50C5D683-4ADC-4960-8B01-EE9F1687A72E}" type="presParOf" srcId="{79DB63DD-D8BE-44D3-9929-CE17DC466F0A}" destId="{07AA49CD-78D5-452E-8CD1-B0916C4035E7}" srcOrd="8" destOrd="0" presId="urn:microsoft.com/office/officeart/2008/layout/VerticalCurvedList"/>
    <dgm:cxn modelId="{F97F3136-0EB3-4175-B0B2-4E9F4DD8C516}" type="presParOf" srcId="{07AA49CD-78D5-452E-8CD1-B0916C4035E7}" destId="{70ACF57A-5DB5-4F08-BE88-DDCE994F7603}" srcOrd="0" destOrd="0" presId="urn:microsoft.com/office/officeart/2008/layout/VerticalCurvedList"/>
    <dgm:cxn modelId="{4FD4AC0D-5C44-4B2C-B013-B6DE51AF5080}" type="presParOf" srcId="{79DB63DD-D8BE-44D3-9929-CE17DC466F0A}" destId="{30341CAC-D983-4B93-B3F9-FD9ADFF103CD}" srcOrd="9" destOrd="0" presId="urn:microsoft.com/office/officeart/2008/layout/VerticalCurvedList"/>
    <dgm:cxn modelId="{601669EC-1E77-4A74-8F50-8F722D7D8AD4}" type="presParOf" srcId="{79DB63DD-D8BE-44D3-9929-CE17DC466F0A}" destId="{839F6262-ED2D-49EC-8EE5-F2FF96917540}" srcOrd="10" destOrd="0" presId="urn:microsoft.com/office/officeart/2008/layout/VerticalCurvedList"/>
    <dgm:cxn modelId="{FE6D4E93-20AE-4DE8-AED6-F44F0EF2D6F8}" type="presParOf" srcId="{839F6262-ED2D-49EC-8EE5-F2FF96917540}" destId="{06B75BC4-1F6E-4FA3-AF7A-F3CAF3AC3D32}" srcOrd="0" destOrd="0" presId="urn:microsoft.com/office/officeart/2008/layout/VerticalCurvedList"/>
    <dgm:cxn modelId="{522DFBF0-A88F-44A5-85B5-BCD8B7CB7F29}" type="presParOf" srcId="{79DB63DD-D8BE-44D3-9929-CE17DC466F0A}" destId="{12F16A29-015C-407C-ADCD-23C7C99E154C}" srcOrd="11" destOrd="0" presId="urn:microsoft.com/office/officeart/2008/layout/VerticalCurvedList"/>
    <dgm:cxn modelId="{02768A59-46E4-470F-A9F5-9025F5079821}" type="presParOf" srcId="{79DB63DD-D8BE-44D3-9929-CE17DC466F0A}" destId="{CF75BDB5-71F5-4D68-BF35-62076FAF4115}" srcOrd="12" destOrd="0" presId="urn:microsoft.com/office/officeart/2008/layout/VerticalCurvedList"/>
    <dgm:cxn modelId="{F93D1F57-1FE7-4F05-9C44-46BDF34977ED}" type="presParOf" srcId="{CF75BDB5-71F5-4D68-BF35-62076FAF4115}" destId="{88417CBE-F26A-444B-AD1A-85BB4F96FC1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EB24558-3D59-44AC-8A11-5509C9916E4B}" type="doc">
      <dgm:prSet loTypeId="urn:microsoft.com/office/officeart/2005/8/layout/process5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mc:AlternateContent xmlns:mc="http://schemas.openxmlformats.org/markup-compatibility/2006" xmlns:a14="http://schemas.microsoft.com/office/drawing/2010/main">
      <mc:Choice Requires="a14">
        <dgm:pt modelId="{0148C6B8-62A7-4759-925B-E9EF48195EEC}">
          <dgm:prSet phldrT="[Texto]" custT="1"/>
          <dgm:spPr/>
          <dgm:t>
            <a:bodyPr/>
            <a:lstStyle/>
            <a:p>
              <a:pPr/>
              <a:r>
                <a:rPr lang="es-US" sz="1000" b="1" dirty="0"/>
                <a:t>Se definen las entradas, determinando cada una de las variables implicadas: </a:t>
              </a:r>
              <a:br>
                <a:rPr lang="es-US" sz="1000" b="1" dirty="0"/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s-AR" sz="1000" b="1" dirty="0"/>
            </a:p>
          </dgm:t>
        </dgm:pt>
      </mc:Choice>
      <mc:Fallback xmlns="">
        <dgm:pt modelId="{0148C6B8-62A7-4759-925B-E9EF48195EEC}">
          <dgm:prSet phldrT="[Texto]" custT="1"/>
          <dgm:spPr/>
          <dgm:t>
            <a:bodyPr/>
            <a:lstStyle/>
            <a:p>
              <a:r>
                <a:rPr lang="es-US" sz="1000" b="1" dirty="0"/>
                <a:t>Se definen las entradas, determinando cada una de las variables implicadas: </a:t>
              </a:r>
              <a:br>
                <a:rPr lang="es-US" sz="1000" b="1" dirty="0"/>
              </a:br>
              <a:r>
                <a:rPr lang="es-US" sz="1000" b="1" i="0">
                  <a:latin typeface="Cambria Math" panose="02040503050406030204" pitchFamily="18" charset="0"/>
                </a:rPr>
                <a:t>(𝒙_𝒊,𝒚_𝒊 )</a:t>
              </a:r>
              <a:endParaRPr lang="es-AR" sz="1000" b="1" dirty="0"/>
            </a:p>
          </dgm:t>
        </dgm:pt>
      </mc:Fallback>
    </mc:AlternateContent>
    <dgm:pt modelId="{AFFB05CC-26AC-4A2B-9277-2481EFCDC842}" type="parTrans" cxnId="{2B1BC02D-1661-43F1-ADAA-DC4CB8E1968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53D0B7C-50CC-4D7A-A445-223F7B9D531E}" type="sibTrans" cxnId="{2B1BC02D-1661-43F1-ADAA-DC4CB8E1968D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AA9BF4CE-B868-4E15-9D13-2C210F426758}">
          <dgm:prSet custT="1"/>
          <dgm:spPr/>
          <dgm:t>
            <a:bodyPr/>
            <a:lstStyle/>
            <a:p>
              <a:pPr/>
              <a:r>
                <a:rPr lang="es-US" sz="1000" b="1" dirty="0"/>
                <a:t>Donde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e>
                    <m:sub>
                      <m:r>
                        <a:rPr lang="es-US" sz="1000" b="1" i="1" smtClean="0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dirty="0"/>
                <a:t> son el conjunto de datos del árbol </a:t>
              </a:r>
              <a:r>
                <a:rPr lang="es-US" sz="1000" b="1" i="1" dirty="0"/>
                <a:t>i</a:t>
              </a:r>
              <a:r>
                <a:rPr lang="es-US" sz="1000" b="1" dirty="0"/>
                <a:t> y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𝒚</m:t>
                      </m:r>
                    </m:e>
                    <m:sub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i="1" dirty="0"/>
                <a:t> </a:t>
              </a:r>
              <a:r>
                <a:rPr lang="es-US" sz="1000" b="1" dirty="0"/>
                <a:t>su clasificación, tal que </a:t>
              </a:r>
              <a:br>
                <a:rPr lang="es-US" sz="1000" b="1" dirty="0"/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∈ </m:t>
                    </m:r>
                    <m:f>
                      <m:fPr>
                        <m:type m:val="lin"/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den>
                    </m:f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s-US" sz="1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s-US" sz="1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Error</m:t>
                    </m:r>
                    <m:r>
                      <a:rPr lang="es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US" sz="1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Acierto</m:t>
                    </m:r>
                    <m:r>
                      <a:rPr lang="es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AA9BF4CE-B868-4E15-9D13-2C210F426758}">
          <dgm:prSet custT="1"/>
          <dgm:spPr/>
          <dgm:t>
            <a:bodyPr/>
            <a:lstStyle/>
            <a:p>
              <a:r>
                <a:rPr lang="es-US" sz="1000" b="1" dirty="0"/>
                <a:t>Donde </a:t>
              </a:r>
              <a:r>
                <a:rPr lang="es-US" sz="1000" b="1" i="0">
                  <a:latin typeface="Cambria Math" panose="02040503050406030204" pitchFamily="18" charset="0"/>
                </a:rPr>
                <a:t>𝒙_𝒊</a:t>
              </a:r>
              <a:r>
                <a:rPr lang="es-US" sz="1000" b="1" dirty="0"/>
                <a:t> son el conjunto de datos del árbol </a:t>
              </a:r>
              <a:r>
                <a:rPr lang="es-US" sz="1000" b="1" i="1" dirty="0"/>
                <a:t>i</a:t>
              </a:r>
              <a:r>
                <a:rPr lang="es-US" sz="1000" b="1" dirty="0"/>
                <a:t> y </a:t>
              </a:r>
              <a:r>
                <a:rPr lang="es-US" sz="1000" b="1" i="0">
                  <a:latin typeface="Cambria Math" panose="02040503050406030204" pitchFamily="18" charset="0"/>
                </a:rPr>
                <a:t>𝒚_𝒊</a:t>
              </a:r>
              <a:r>
                <a:rPr lang="es-US" sz="1000" b="1" i="1" dirty="0"/>
                <a:t> </a:t>
              </a:r>
              <a:r>
                <a:rPr lang="es-US" sz="1000" b="1" dirty="0"/>
                <a:t>su clasificación, tal que </a:t>
              </a:r>
              <a:br>
                <a:rPr lang="es-US" sz="1000" b="1" dirty="0"/>
              </a:br>
              <a:r>
                <a:rPr lang="es-US" sz="1000" b="1" i="0">
                  <a:latin typeface="Cambria Math" panose="02040503050406030204" pitchFamily="18" charset="0"/>
                </a:rPr>
                <a:t>𝒚_𝒊∈  𝒀∕𝒀={−𝟏,𝟏}</a:t>
              </a:r>
              <a:r>
                <a:rPr lang="es-US" sz="10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≈{"Error", "Acierto"}</a:t>
              </a:r>
              <a:endParaRPr lang="es-US" sz="1000" b="1" dirty="0"/>
            </a:p>
          </dgm:t>
        </dgm:pt>
      </mc:Fallback>
    </mc:AlternateContent>
    <dgm:pt modelId="{5ABB728C-DFAB-47E6-AE3F-AFC591DA0651}" type="parTrans" cxnId="{42A354BD-7F91-48DF-A922-0EB6E25BDFB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D2B6B8C-3343-4071-901D-D2A6ABAEDF23}" type="sibTrans" cxnId="{42A354BD-7F91-48DF-A922-0EB6E25BDFB2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DAFEB22D-25BB-479F-BBD5-5EF9A70CE26C}">
          <dgm:prSet custT="1"/>
          <dgm:spPr/>
          <dgm:t>
            <a:bodyPr/>
            <a:lstStyle/>
            <a:p>
              <a:pPr/>
              <a:r>
                <a:rPr lang="es-US" sz="1000" b="1" dirty="0"/>
                <a:t>Se inicializa de forma uniforme, de tal manera que: </a:t>
              </a:r>
              <a:br>
                <a:rPr lang="es-US" sz="1000" b="1" dirty="0"/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 ∀ 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DAFEB22D-25BB-479F-BBD5-5EF9A70CE26C}">
          <dgm:prSet custT="1"/>
          <dgm:spPr/>
          <dgm:t>
            <a:bodyPr/>
            <a:lstStyle/>
            <a:p>
              <a:r>
                <a:rPr lang="es-US" sz="1000" b="1" dirty="0"/>
                <a:t>Se inicializa de forma uniforme, de tal manera que: </a:t>
              </a:r>
              <a:br>
                <a:rPr lang="es-US" sz="1000" b="1" dirty="0"/>
              </a:br>
              <a:r>
                <a:rPr lang="es-US" sz="1000" b="1" i="0">
                  <a:latin typeface="Cambria Math" panose="02040503050406030204" pitchFamily="18" charset="0"/>
                </a:rPr>
                <a:t>𝑫_𝒊=𝟏/𝒎  ∀ 𝒊=𝟏,…,𝒎</a:t>
              </a:r>
              <a:endParaRPr lang="es-US" sz="1000" b="1" dirty="0"/>
            </a:p>
          </dgm:t>
        </dgm:pt>
      </mc:Fallback>
    </mc:AlternateContent>
    <dgm:pt modelId="{E293A3AC-0484-4767-BB1E-483C3E999896}" type="parTrans" cxnId="{7CC3756B-CDB7-46A1-A7A5-2071AB69D3A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78B108E-F5CA-4F30-AD68-CBD0FAB23DA2}" type="sibTrans" cxnId="{7CC3756B-CDB7-46A1-A7A5-2071AB69D3A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6D1E52C-406F-43ED-9F8B-231D8BBDB8A6}">
          <dgm:prSet custT="1"/>
          <dgm:spPr/>
          <dgm:t>
            <a:bodyPr/>
            <a:lstStyle/>
            <a:p>
              <a:r>
                <a:rPr lang="es-US" sz="1000" b="1" dirty="0"/>
                <a:t>Durante la primera iteración se entrena el clasificador “débil”, utilizando el conjunto de pesos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𝑫</m:t>
                      </m:r>
                    </m:e>
                    <m:sub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dirty="0"/>
                <a:t>.</a:t>
              </a:r>
            </a:p>
          </dgm:t>
        </dgm:pt>
      </mc:Choice>
      <mc:Fallback xmlns="">
        <dgm:pt modelId="{36D1E52C-406F-43ED-9F8B-231D8BBDB8A6}">
          <dgm:prSet custT="1"/>
          <dgm:spPr/>
          <dgm:t>
            <a:bodyPr/>
            <a:lstStyle/>
            <a:p>
              <a:r>
                <a:rPr lang="es-US" sz="1000" b="1" dirty="0"/>
                <a:t>Durante la primera iteración se entrena el clasificador “débil”, utilizando el conjunto de pesos </a:t>
              </a:r>
              <a:r>
                <a:rPr lang="es-US" sz="1000" b="1" i="0">
                  <a:latin typeface="Cambria Math" panose="02040503050406030204" pitchFamily="18" charset="0"/>
                </a:rPr>
                <a:t>𝑫_𝒊</a:t>
              </a:r>
              <a:r>
                <a:rPr lang="es-US" sz="1000" b="1" dirty="0"/>
                <a:t>.</a:t>
              </a:r>
            </a:p>
          </dgm:t>
        </dgm:pt>
      </mc:Fallback>
    </mc:AlternateContent>
    <dgm:pt modelId="{C85D3281-2C8A-4F00-B84E-CD0CDBCD4F95}" type="parTrans" cxnId="{091EAFAF-EAF3-4E31-A554-5D27D7D8D4AA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3BC8FAB-4FBB-4D81-9804-82CD6181C510}" type="sibTrans" cxnId="{091EAFAF-EAF3-4E31-A554-5D27D7D8D4AA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A63C7A1D-B70F-40BC-B8F1-A1FFDEA90602}">
          <dgm:prSet custT="1"/>
          <dgm:spPr/>
          <dgm:t>
            <a:bodyPr/>
            <a:lstStyle/>
            <a:p>
              <a:r>
                <a:rPr lang="es-US" sz="1000" b="1" dirty="0"/>
                <a:t>Se obtiene la primera hipótesis </a:t>
              </a:r>
              <a14:m>
                <m:oMath xmlns:m="http://schemas.openxmlformats.org/officeDocument/2006/math">
                  <m:sSub>
                    <m:sSub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𝒉</m:t>
                      </m:r>
                    </m:e>
                    <m:sub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𝒕</m:t>
                      </m:r>
                    </m:sub>
                  </m:sSub>
                  <m:r>
                    <a:rPr lang="es-ES" sz="1000" b="1" i="1" smtClean="0">
                      <a:latin typeface="Cambria Math" panose="02040503050406030204" pitchFamily="18" charset="0"/>
                    </a:rPr>
                    <m:t>:</m:t>
                  </m:r>
                  <m:r>
                    <a:rPr lang="es-ES" sz="1000" b="1" i="1" smtClean="0">
                      <a:latin typeface="Cambria Math" panose="02040503050406030204" pitchFamily="18" charset="0"/>
                    </a:rPr>
                    <m:t>𝒀</m:t>
                  </m:r>
                </m:oMath>
              </a14:m>
              <a:r>
                <a:rPr lang="es-US" sz="1000" b="1" dirty="0"/>
                <a:t>. Se pretende obtener un error bajo de predicción</a:t>
              </a:r>
            </a:p>
          </dgm:t>
        </dgm:pt>
      </mc:Choice>
      <mc:Fallback xmlns="">
        <dgm:pt modelId="{A63C7A1D-B70F-40BC-B8F1-A1FFDEA90602}">
          <dgm:prSet custT="1"/>
          <dgm:spPr/>
          <dgm:t>
            <a:bodyPr/>
            <a:lstStyle/>
            <a:p>
              <a:r>
                <a:rPr lang="es-US" sz="1000" b="1" dirty="0"/>
                <a:t>Se obtiene la primera hipótesis </a:t>
              </a:r>
              <a:r>
                <a:rPr lang="es-ES" sz="1000" b="1" i="0">
                  <a:latin typeface="Cambria Math" panose="02040503050406030204" pitchFamily="18" charset="0"/>
                </a:rPr>
                <a:t>𝒉_𝒕:𝒀</a:t>
              </a:r>
              <a:r>
                <a:rPr lang="es-US" sz="1000" b="1" dirty="0"/>
                <a:t>. Se pretende obtener un error bajo de predicción</a:t>
              </a:r>
            </a:p>
          </dgm:t>
        </dgm:pt>
      </mc:Fallback>
    </mc:AlternateContent>
    <dgm:pt modelId="{E1399D3B-57FA-4214-895C-4883B640EC3F}" type="parTrans" cxnId="{8A06A5C2-ECB2-445A-8C78-21553AF62C1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A74B915E-116D-40CC-971E-A65C806DB2AE}" type="sibTrans" cxnId="{8A06A5C2-ECB2-445A-8C78-21553AF62C1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FFC4BA3C-F1C9-4884-80A7-DD2E5559ABED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s-E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𝑷𝒓</m:t>
                        </m:r>
                      </m:e>
                      <m:sub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d>
                          <m:d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FFC4BA3C-F1C9-4884-80A7-DD2E5559ABED}">
          <dgm:prSet custT="1"/>
          <dgm:spPr/>
          <dgm:t>
            <a:bodyPr/>
            <a:lstStyle/>
            <a:p>
              <a:pPr/>
              <a:r>
                <a:rPr lang="es-US" sz="10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𝜺</a:t>
              </a:r>
              <a:r>
                <a:rPr lang="es-ES" sz="10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_𝒕=〖𝑷𝒓〗_(𝒊 𝑫_𝒊 ) [𝒉_𝒕 (𝒚)≠𝒚_𝒊 ]</a:t>
              </a:r>
              <a:endParaRPr lang="es-US" sz="1000" b="1" dirty="0"/>
            </a:p>
          </dgm:t>
        </dgm:pt>
      </mc:Fallback>
    </mc:AlternateContent>
    <dgm:pt modelId="{AE71DD24-7B3F-44F6-A215-03228CC53C60}" type="parTrans" cxnId="{1001F25E-8474-4ED4-BED3-4022678A13F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7D1F5F9-824D-4DE5-9616-763D441A1ACC}" type="sibTrans" cxnId="{1001F25E-8474-4ED4-BED3-4022678A13F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FAA70673-016C-4DF2-938B-F75364E2C543}">
          <dgm:prSet custT="1"/>
          <dgm:spPr/>
          <dgm:t>
            <a:bodyPr/>
            <a:lstStyle/>
            <a:p>
              <a:r>
                <a:rPr lang="es-US" sz="1000" b="1" dirty="0"/>
                <a:t>Con los errores obtenidos se actualizan los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𝑫</m:t>
                      </m:r>
                    </m:e>
                    <m:sub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dirty="0"/>
                <a:t> según lo siguiente:</a:t>
              </a:r>
            </a:p>
          </dgm:t>
        </dgm:pt>
      </mc:Choice>
      <mc:Fallback xmlns="">
        <dgm:pt modelId="{FAA70673-016C-4DF2-938B-F75364E2C543}">
          <dgm:prSet custT="1"/>
          <dgm:spPr/>
          <dgm:t>
            <a:bodyPr/>
            <a:lstStyle/>
            <a:p>
              <a:r>
                <a:rPr lang="es-US" sz="1000" b="1" dirty="0"/>
                <a:t>Con los errores obtenidos se actualizan los </a:t>
              </a:r>
              <a:r>
                <a:rPr lang="es-US" sz="1000" b="1" i="0">
                  <a:latin typeface="Cambria Math" panose="02040503050406030204" pitchFamily="18" charset="0"/>
                </a:rPr>
                <a:t>𝑫_𝒊</a:t>
              </a:r>
              <a:r>
                <a:rPr lang="es-US" sz="1000" b="1" dirty="0"/>
                <a:t> según lo siguiente:</a:t>
              </a:r>
            </a:p>
          </dgm:t>
        </dgm:pt>
      </mc:Fallback>
    </mc:AlternateContent>
    <dgm:pt modelId="{87F40682-53E0-437D-8E5A-A5BB1F0D49E7}" type="parTrans" cxnId="{3E86E349-886C-4A2B-A8E9-94EF294E2BC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6938CC7-5D0F-4F7A-9205-93DA77EB87B5}" type="sibTrans" cxnId="{3E86E349-886C-4A2B-A8E9-94EF294E2BC1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F391C66D-A1EC-4D25-BAB9-844931F4DF45}">
          <dgm:prSet custT="1"/>
          <dgm:spPr/>
          <dgm:t>
            <a:bodyPr/>
            <a:lstStyle/>
            <a:p>
              <a:pPr/>
              <a:r>
                <a:rPr lang="es-US" sz="1000" b="1" dirty="0"/>
                <a:t>La hipótesis final quedaría como: </a:t>
              </a:r>
              <a:br>
                <a:rPr lang="es-US" sz="1000" b="1" i="1" dirty="0">
                  <a:latin typeface="Cambria Math" panose="02040503050406030204" pitchFamily="18" charset="0"/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𝒔𝒊𝒈𝒏𝒐</m:t>
                    </m:r>
                    <m:d>
                      <m:d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F391C66D-A1EC-4D25-BAB9-844931F4DF45}">
          <dgm:prSet custT="1"/>
          <dgm:spPr/>
          <dgm:t>
            <a:bodyPr/>
            <a:lstStyle/>
            <a:p>
              <a:r>
                <a:rPr lang="es-US" sz="1000" b="1" dirty="0"/>
                <a:t>La hipótesis final quedaría como: </a:t>
              </a:r>
              <a:br>
                <a:rPr lang="es-US" sz="1000" b="1" i="1" dirty="0">
                  <a:latin typeface="Cambria Math" panose="02040503050406030204" pitchFamily="18" charset="0"/>
                </a:rPr>
              </a:br>
              <a:r>
                <a:rPr lang="es-ES" sz="1000" b="1" i="0">
                  <a:latin typeface="Cambria Math" panose="02040503050406030204" pitchFamily="18" charset="0"/>
                </a:rPr>
                <a:t>𝑯(𝒚)=𝒔𝒊𝒈𝒏𝒐(∑_(𝒕=𝟏)^𝑻▒〖𝜶_𝒕  𝒉_𝒕 (𝒙) 〗)</a:t>
              </a:r>
              <a:endParaRPr lang="es-US" sz="1000" b="1" dirty="0"/>
            </a:p>
          </dgm:t>
        </dgm:pt>
      </mc:Fallback>
    </mc:AlternateContent>
    <dgm:pt modelId="{D9783CB3-3703-4D04-BA57-63FF7727EAFE}" type="parTrans" cxnId="{99392B61-12EE-442E-840E-DAFCE099EFD7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D7886FA4-1049-437F-AB03-F0AB16B8EC2B}" type="sibTrans" cxnId="{99392B61-12EE-442E-840E-DAFCE099EFD7}">
      <dgm:prSet custT="1"/>
      <dgm:spPr/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E7CBF5FA-A639-4008-9EAA-885DBE7DD332}">
          <dgm:prSet custT="1"/>
          <dgm:spPr/>
          <dgm:t>
            <a:bodyPr/>
            <a:lstStyle/>
            <a:p>
              <a:r>
                <a:rPr lang="es-US" sz="1000" b="1"/>
                <a:t>Donde </a:t>
              </a:r>
              <a14:m>
                <m:oMath xmlns:m="http://schemas.openxmlformats.org/officeDocument/2006/math">
                  <m:sSub>
                    <m:sSubPr>
                      <m:ctrlPr>
                        <a:rPr lang="es-E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000" b="1" i="1">
                          <a:latin typeface="Cambria Math" panose="02040503050406030204" pitchFamily="18" charset="0"/>
                        </a:rPr>
                        <m:t>𝒁</m:t>
                      </m:r>
                    </m:e>
                    <m:sub>
                      <m:r>
                        <a:rPr lang="es-ES" sz="1000" b="1" i="1">
                          <a:latin typeface="Cambria Math" panose="02040503050406030204" pitchFamily="18" charset="0"/>
                        </a:rPr>
                        <m:t>𝒕</m:t>
                      </m:r>
                    </m:sub>
                  </m:sSub>
                </m:oMath>
              </a14:m>
              <a:r>
                <a:rPr lang="es-US" sz="1000" b="1" dirty="0"/>
                <a:t> es un factor de normalización. </a:t>
              </a:r>
            </a:p>
          </dgm:t>
        </dgm:pt>
      </mc:Choice>
      <mc:Fallback xmlns="">
        <dgm:pt modelId="{E7CBF5FA-A639-4008-9EAA-885DBE7DD332}">
          <dgm:prSet custT="1"/>
          <dgm:spPr/>
          <dgm:t>
            <a:bodyPr/>
            <a:lstStyle/>
            <a:p>
              <a:r>
                <a:rPr lang="es-US" sz="1000" b="1"/>
                <a:t>Donde </a:t>
              </a:r>
              <a:r>
                <a:rPr lang="es-ES" sz="1000" b="1" i="0">
                  <a:latin typeface="Cambria Math" panose="02040503050406030204" pitchFamily="18" charset="0"/>
                </a:rPr>
                <a:t>𝒁_𝒕</a:t>
              </a:r>
              <a:r>
                <a:rPr lang="es-US" sz="1000" b="1" dirty="0"/>
                <a:t> es un factor de normalización. </a:t>
              </a:r>
            </a:p>
          </dgm:t>
        </dgm:pt>
      </mc:Fallback>
    </mc:AlternateContent>
    <dgm:pt modelId="{6E100A0D-8D84-4532-A2C1-6E346D23C649}" type="parTrans" cxnId="{701369C6-1097-4F11-8367-6C1FF973CA79}">
      <dgm:prSet/>
      <dgm:spPr/>
      <dgm:t>
        <a:bodyPr/>
        <a:lstStyle/>
        <a:p>
          <a:endParaRPr lang="es-AR" b="1"/>
        </a:p>
      </dgm:t>
    </dgm:pt>
    <dgm:pt modelId="{6B490E58-3607-4419-92EF-A91C7C8D61BF}" type="sibTrans" cxnId="{701369C6-1097-4F11-8367-6C1FF973CA79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mc:AlternateContent xmlns:mc="http://schemas.openxmlformats.org/markup-compatibility/2006" xmlns:a14="http://schemas.microsoft.com/office/drawing/2010/main">
      <mc:Choice Requires="a14">
        <dgm:pt modelId="{78C7EA55-4B56-4AC2-AD9C-EA327B7DB799}">
          <dgm:prSet custT="1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𝜶</m:t>
                      </m:r>
                    </m:e>
                    <m:sub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𝒕</m:t>
                      </m:r>
                    </m:sub>
                  </m:sSub>
                  <m:r>
                    <a:rPr lang="es-ES" sz="1000" b="1" i="1" smtClean="0"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𝟏</m:t>
                      </m:r>
                    </m:num>
                    <m:den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𝟐</m:t>
                      </m:r>
                    </m:den>
                  </m:f>
                  <m:func>
                    <m:func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funcPr>
                    <m:fName>
                      <m:r>
                        <a:rPr lang="es-ES" sz="1000" b="1" i="0" smtClean="0">
                          <a:latin typeface="Cambria Math" panose="02040503050406030204" pitchFamily="18" charset="0"/>
                        </a:rPr>
                        <m:t>𝐥𝐧</m:t>
                      </m:r>
                    </m:fName>
                    <m:e>
                      <m:d>
                        <m:dPr>
                          <m:ctrlPr>
                            <a:rPr lang="es-E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ES" sz="1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1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000" b="1" i="1" smtClean="0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s-ES" sz="10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sz="1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0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s-ES" sz="10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e>
                  </m:func>
                </m:oMath>
              </a14:m>
              <a:r>
                <a:rPr lang="es-US" sz="1000" b="1" dirty="0"/>
                <a:t> </a:t>
              </a:r>
            </a:p>
          </dgm:t>
        </dgm:pt>
      </mc:Choice>
      <mc:Fallback xmlns="">
        <dgm:pt modelId="{78C7EA55-4B56-4AC2-AD9C-EA327B7DB799}">
          <dgm:prSet custT="1"/>
          <dgm:spPr/>
          <dgm:t>
            <a:bodyPr/>
            <a:lstStyle/>
            <a:p>
              <a:r>
                <a:rPr lang="es-ES" sz="1000" b="1" i="0">
                  <a:latin typeface="Cambria Math" panose="02040503050406030204" pitchFamily="18" charset="0"/>
                </a:rPr>
                <a:t>𝜶_𝒕=𝟏/𝟐  𝐥𝐧⁡((𝟏−𝜺_𝒕)/𝜺_𝒕 )</a:t>
              </a:r>
              <a:r>
                <a:rPr lang="es-US" sz="1000" b="1" dirty="0"/>
                <a:t> </a:t>
              </a:r>
            </a:p>
          </dgm:t>
        </dgm:pt>
      </mc:Fallback>
    </mc:AlternateContent>
    <dgm:pt modelId="{DB011B1D-2099-465C-B59D-A805E354AB42}" type="parTrans" cxnId="{F700D6CD-1A3F-4BFD-A224-7700A2C3373B}">
      <dgm:prSet/>
      <dgm:spPr/>
      <dgm:t>
        <a:bodyPr/>
        <a:lstStyle/>
        <a:p>
          <a:endParaRPr lang="es-AR" b="1"/>
        </a:p>
      </dgm:t>
    </dgm:pt>
    <dgm:pt modelId="{08BB01D1-3199-4B86-AE40-07E96B057717}" type="sibTrans" cxnId="{F700D6CD-1A3F-4BFD-A224-7700A2C3373B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mc:AlternateContent xmlns:mc="http://schemas.openxmlformats.org/markup-compatibility/2006" xmlns:a14="http://schemas.microsoft.com/office/drawing/2010/main">
      <mc:Choice Requires="a14">
        <dgm:pt modelId="{D78BFD07-EBFB-45EB-90F3-4C83862E70C7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d>
                          <m:d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func>
                          <m:func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s-ES" sz="1000" b="1" i="0" smtClean="0">
                                <a:latin typeface="Cambria Math" panose="02040503050406030204" pitchFamily="18" charset="0"/>
                              </a:rPr>
                              <m:t>𝐞𝐱𝐩</m:t>
                            </m:r>
                          </m:fName>
                          <m:e>
                            <m:d>
                              <m:d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000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s-ES" sz="10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s-ES" sz="1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s-ES" sz="1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D78BFD07-EBFB-45EB-90F3-4C83862E70C7}">
          <dgm:prSet custT="1"/>
          <dgm:spPr/>
          <dgm:t>
            <a:bodyPr/>
            <a:lstStyle/>
            <a:p>
              <a:r>
                <a:rPr lang="es-ES" sz="1000" b="1" i="0">
                  <a:latin typeface="Cambria Math" panose="02040503050406030204" pitchFamily="18" charset="0"/>
                </a:rPr>
                <a:t>𝑫_(𝒕+𝟏) (𝒊)=(𝑫_𝒕 (𝒊)  𝐞𝐱𝐩⁡(𝜶_𝒕  𝒙_𝒊  𝒉_𝒕 (𝒚_𝒊 )))/𝒁_𝒕 </a:t>
              </a:r>
              <a:endParaRPr lang="es-US" sz="1000" b="1" dirty="0"/>
            </a:p>
          </dgm:t>
        </dgm:pt>
      </mc:Fallback>
    </mc:AlternateContent>
    <dgm:pt modelId="{BDA3AEBD-0C22-49FC-B50C-B6D80B67EB76}" type="sibTrans" cxnId="{73F94A52-B1FA-4BF5-80F6-253F98613A86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2778E2E6-D964-4B7F-87EE-6936DA50D462}" type="parTrans" cxnId="{73F94A52-B1FA-4BF5-80F6-253F98613A86}">
      <dgm:prSet/>
      <dgm:spPr/>
      <dgm:t>
        <a:bodyPr/>
        <a:lstStyle/>
        <a:p>
          <a:endParaRPr lang="es-AR" b="1"/>
        </a:p>
      </dgm:t>
    </dgm:pt>
    <dgm:pt modelId="{EA93BAA4-81B0-4A15-855A-53867C2EBD41}" type="pres">
      <dgm:prSet presAssocID="{4EB24558-3D59-44AC-8A11-5509C9916E4B}" presName="diagram" presStyleCnt="0">
        <dgm:presLayoutVars>
          <dgm:dir/>
          <dgm:resizeHandles val="exact"/>
        </dgm:presLayoutVars>
      </dgm:prSet>
      <dgm:spPr/>
    </dgm:pt>
    <dgm:pt modelId="{7B10F15E-28F5-4B47-AD16-4E5742402450}" type="pres">
      <dgm:prSet presAssocID="{0148C6B8-62A7-4759-925B-E9EF48195EEC}" presName="node" presStyleLbl="node1" presStyleIdx="0" presStyleCnt="11">
        <dgm:presLayoutVars>
          <dgm:bulletEnabled val="1"/>
        </dgm:presLayoutVars>
      </dgm:prSet>
      <dgm:spPr/>
    </dgm:pt>
    <dgm:pt modelId="{EC2AEB41-F334-4699-B7DC-CE1296E82842}" type="pres">
      <dgm:prSet presAssocID="{253D0B7C-50CC-4D7A-A445-223F7B9D531E}" presName="sibTrans" presStyleLbl="sibTrans2D1" presStyleIdx="0" presStyleCnt="10"/>
      <dgm:spPr/>
    </dgm:pt>
    <dgm:pt modelId="{6B9211F2-FEAB-4E6B-8658-24703B582162}" type="pres">
      <dgm:prSet presAssocID="{253D0B7C-50CC-4D7A-A445-223F7B9D531E}" presName="connectorText" presStyleLbl="sibTrans2D1" presStyleIdx="0" presStyleCnt="10"/>
      <dgm:spPr/>
    </dgm:pt>
    <dgm:pt modelId="{14A720F4-381A-474F-BEF5-FE5AAB6A826E}" type="pres">
      <dgm:prSet presAssocID="{AA9BF4CE-B868-4E15-9D13-2C210F426758}" presName="node" presStyleLbl="node1" presStyleIdx="1" presStyleCnt="11" custScaleX="126438">
        <dgm:presLayoutVars>
          <dgm:bulletEnabled val="1"/>
        </dgm:presLayoutVars>
      </dgm:prSet>
      <dgm:spPr/>
    </dgm:pt>
    <dgm:pt modelId="{FB1B04CD-DB89-4983-B8AD-7886D98853FF}" type="pres">
      <dgm:prSet presAssocID="{8D2B6B8C-3343-4071-901D-D2A6ABAEDF23}" presName="sibTrans" presStyleLbl="sibTrans2D1" presStyleIdx="1" presStyleCnt="10"/>
      <dgm:spPr/>
    </dgm:pt>
    <dgm:pt modelId="{E80A6563-1AF7-48A0-9618-40F9148C41E1}" type="pres">
      <dgm:prSet presAssocID="{8D2B6B8C-3343-4071-901D-D2A6ABAEDF23}" presName="connectorText" presStyleLbl="sibTrans2D1" presStyleIdx="1" presStyleCnt="10"/>
      <dgm:spPr/>
    </dgm:pt>
    <dgm:pt modelId="{B12BDBB3-33B2-41C7-8BDF-7E916084A776}" type="pres">
      <dgm:prSet presAssocID="{DAFEB22D-25BB-479F-BBD5-5EF9A70CE26C}" presName="node" presStyleLbl="node1" presStyleIdx="2" presStyleCnt="11">
        <dgm:presLayoutVars>
          <dgm:bulletEnabled val="1"/>
        </dgm:presLayoutVars>
      </dgm:prSet>
      <dgm:spPr/>
    </dgm:pt>
    <dgm:pt modelId="{FC8CDE1F-CBC7-4425-B64C-507EA71B436A}" type="pres">
      <dgm:prSet presAssocID="{278B108E-F5CA-4F30-AD68-CBD0FAB23DA2}" presName="sibTrans" presStyleLbl="sibTrans2D1" presStyleIdx="2" presStyleCnt="10"/>
      <dgm:spPr/>
    </dgm:pt>
    <dgm:pt modelId="{757E06EE-751A-4898-BA81-30E69A13FA0F}" type="pres">
      <dgm:prSet presAssocID="{278B108E-F5CA-4F30-AD68-CBD0FAB23DA2}" presName="connectorText" presStyleLbl="sibTrans2D1" presStyleIdx="2" presStyleCnt="10"/>
      <dgm:spPr/>
    </dgm:pt>
    <dgm:pt modelId="{84FEC66E-0344-4A4C-9F69-E7ED0DB6BF3D}" type="pres">
      <dgm:prSet presAssocID="{36D1E52C-406F-43ED-9F8B-231D8BBDB8A6}" presName="node" presStyleLbl="node1" presStyleIdx="3" presStyleCnt="11">
        <dgm:presLayoutVars>
          <dgm:bulletEnabled val="1"/>
        </dgm:presLayoutVars>
      </dgm:prSet>
      <dgm:spPr/>
    </dgm:pt>
    <dgm:pt modelId="{FEB0D232-F481-4A58-AF79-C7B48628092C}" type="pres">
      <dgm:prSet presAssocID="{73BC8FAB-4FBB-4D81-9804-82CD6181C510}" presName="sibTrans" presStyleLbl="sibTrans2D1" presStyleIdx="3" presStyleCnt="10"/>
      <dgm:spPr/>
    </dgm:pt>
    <dgm:pt modelId="{E65E8605-8888-463F-A4E9-306FDBBC9A9C}" type="pres">
      <dgm:prSet presAssocID="{73BC8FAB-4FBB-4D81-9804-82CD6181C510}" presName="connectorText" presStyleLbl="sibTrans2D1" presStyleIdx="3" presStyleCnt="10"/>
      <dgm:spPr/>
    </dgm:pt>
    <dgm:pt modelId="{EFD76490-3863-4846-B746-9CE066A0FF05}" type="pres">
      <dgm:prSet presAssocID="{A63C7A1D-B70F-40BC-B8F1-A1FFDEA90602}" presName="node" presStyleLbl="node1" presStyleIdx="4" presStyleCnt="11">
        <dgm:presLayoutVars>
          <dgm:bulletEnabled val="1"/>
        </dgm:presLayoutVars>
      </dgm:prSet>
      <dgm:spPr/>
    </dgm:pt>
    <dgm:pt modelId="{D0113504-3B6A-42E0-A195-C7FEC5033817}" type="pres">
      <dgm:prSet presAssocID="{A74B915E-116D-40CC-971E-A65C806DB2AE}" presName="sibTrans" presStyleLbl="sibTrans2D1" presStyleIdx="4" presStyleCnt="10"/>
      <dgm:spPr/>
    </dgm:pt>
    <dgm:pt modelId="{73767604-283D-41E0-86C7-C303D9FF6F8E}" type="pres">
      <dgm:prSet presAssocID="{A74B915E-116D-40CC-971E-A65C806DB2AE}" presName="connectorText" presStyleLbl="sibTrans2D1" presStyleIdx="4" presStyleCnt="10"/>
      <dgm:spPr/>
    </dgm:pt>
    <dgm:pt modelId="{8729982E-1654-4751-9012-D1FFDD24A641}" type="pres">
      <dgm:prSet presAssocID="{FFC4BA3C-F1C9-4884-80A7-DD2E5559ABED}" presName="node" presStyleLbl="node1" presStyleIdx="5" presStyleCnt="11">
        <dgm:presLayoutVars>
          <dgm:bulletEnabled val="1"/>
        </dgm:presLayoutVars>
      </dgm:prSet>
      <dgm:spPr/>
    </dgm:pt>
    <dgm:pt modelId="{BE74483D-7255-4854-857F-54236899E04F}" type="pres">
      <dgm:prSet presAssocID="{87D1F5F9-824D-4DE5-9616-763D441A1ACC}" presName="sibTrans" presStyleLbl="sibTrans2D1" presStyleIdx="5" presStyleCnt="10"/>
      <dgm:spPr/>
    </dgm:pt>
    <dgm:pt modelId="{E70C2325-2461-4022-B4B4-3D8194E7CFC2}" type="pres">
      <dgm:prSet presAssocID="{87D1F5F9-824D-4DE5-9616-763D441A1ACC}" presName="connectorText" presStyleLbl="sibTrans2D1" presStyleIdx="5" presStyleCnt="10"/>
      <dgm:spPr/>
    </dgm:pt>
    <dgm:pt modelId="{6C67723A-BF90-4E1A-B66F-4345A8E58529}" type="pres">
      <dgm:prSet presAssocID="{FAA70673-016C-4DF2-938B-F75364E2C543}" presName="node" presStyleLbl="node1" presStyleIdx="6" presStyleCnt="11">
        <dgm:presLayoutVars>
          <dgm:bulletEnabled val="1"/>
        </dgm:presLayoutVars>
      </dgm:prSet>
      <dgm:spPr/>
    </dgm:pt>
    <dgm:pt modelId="{EE58E790-2268-49BA-9F95-1C5CF4AF2BA7}" type="pres">
      <dgm:prSet presAssocID="{C6938CC7-5D0F-4F7A-9205-93DA77EB87B5}" presName="sibTrans" presStyleLbl="sibTrans2D1" presStyleIdx="6" presStyleCnt="10"/>
      <dgm:spPr/>
    </dgm:pt>
    <dgm:pt modelId="{55362FC5-1FFC-4C7C-A58E-0801164808C7}" type="pres">
      <dgm:prSet presAssocID="{C6938CC7-5D0F-4F7A-9205-93DA77EB87B5}" presName="connectorText" presStyleLbl="sibTrans2D1" presStyleIdx="6" presStyleCnt="10"/>
      <dgm:spPr/>
    </dgm:pt>
    <dgm:pt modelId="{1AFCE974-D0EE-4D6E-9FB2-47E959760C9B}" type="pres">
      <dgm:prSet presAssocID="{78C7EA55-4B56-4AC2-AD9C-EA327B7DB799}" presName="node" presStyleLbl="node1" presStyleIdx="7" presStyleCnt="11">
        <dgm:presLayoutVars>
          <dgm:bulletEnabled val="1"/>
        </dgm:presLayoutVars>
      </dgm:prSet>
      <dgm:spPr/>
    </dgm:pt>
    <dgm:pt modelId="{5176C387-D148-46BF-9D68-1525E5DAC895}" type="pres">
      <dgm:prSet presAssocID="{08BB01D1-3199-4B86-AE40-07E96B057717}" presName="sibTrans" presStyleLbl="sibTrans2D1" presStyleIdx="7" presStyleCnt="10"/>
      <dgm:spPr/>
    </dgm:pt>
    <dgm:pt modelId="{0C711783-57DA-4465-9333-914219C8FD30}" type="pres">
      <dgm:prSet presAssocID="{08BB01D1-3199-4B86-AE40-07E96B057717}" presName="connectorText" presStyleLbl="sibTrans2D1" presStyleIdx="7" presStyleCnt="10"/>
      <dgm:spPr/>
    </dgm:pt>
    <dgm:pt modelId="{175EF7DE-7C1C-4233-BED1-8B59D61172C5}" type="pres">
      <dgm:prSet presAssocID="{D78BFD07-EBFB-45EB-90F3-4C83862E70C7}" presName="node" presStyleLbl="node1" presStyleIdx="8" presStyleCnt="11" custScaleX="146004">
        <dgm:presLayoutVars>
          <dgm:bulletEnabled val="1"/>
        </dgm:presLayoutVars>
      </dgm:prSet>
      <dgm:spPr/>
    </dgm:pt>
    <dgm:pt modelId="{09AC471C-93DE-460D-A6A7-6E09E92090B2}" type="pres">
      <dgm:prSet presAssocID="{BDA3AEBD-0C22-49FC-B50C-B6D80B67EB76}" presName="sibTrans" presStyleLbl="sibTrans2D1" presStyleIdx="8" presStyleCnt="10"/>
      <dgm:spPr/>
    </dgm:pt>
    <dgm:pt modelId="{FDFB2CCD-6B85-4AF8-8EFD-EB84CFDA4480}" type="pres">
      <dgm:prSet presAssocID="{BDA3AEBD-0C22-49FC-B50C-B6D80B67EB76}" presName="connectorText" presStyleLbl="sibTrans2D1" presStyleIdx="8" presStyleCnt="10"/>
      <dgm:spPr/>
    </dgm:pt>
    <dgm:pt modelId="{CB95E4CD-FA6F-4789-AF47-F28AB18003B6}" type="pres">
      <dgm:prSet presAssocID="{E7CBF5FA-A639-4008-9EAA-885DBE7DD332}" presName="node" presStyleLbl="node1" presStyleIdx="9" presStyleCnt="11">
        <dgm:presLayoutVars>
          <dgm:bulletEnabled val="1"/>
        </dgm:presLayoutVars>
      </dgm:prSet>
      <dgm:spPr/>
    </dgm:pt>
    <dgm:pt modelId="{CD5B566C-4764-4689-AEA2-BB53F1BEC814}" type="pres">
      <dgm:prSet presAssocID="{6B490E58-3607-4419-92EF-A91C7C8D61BF}" presName="sibTrans" presStyleLbl="sibTrans2D1" presStyleIdx="9" presStyleCnt="10"/>
      <dgm:spPr/>
    </dgm:pt>
    <dgm:pt modelId="{E7386F14-0C2A-4A48-9445-0BA53D5A02C9}" type="pres">
      <dgm:prSet presAssocID="{6B490E58-3607-4419-92EF-A91C7C8D61BF}" presName="connectorText" presStyleLbl="sibTrans2D1" presStyleIdx="9" presStyleCnt="10"/>
      <dgm:spPr/>
    </dgm:pt>
    <dgm:pt modelId="{51AB207A-17DD-49B1-8E67-99F642D298B3}" type="pres">
      <dgm:prSet presAssocID="{F391C66D-A1EC-4D25-BAB9-844931F4DF45}" presName="node" presStyleLbl="node1" presStyleIdx="10" presStyleCnt="11" custScaleX="126316">
        <dgm:presLayoutVars>
          <dgm:bulletEnabled val="1"/>
        </dgm:presLayoutVars>
      </dgm:prSet>
      <dgm:spPr/>
    </dgm:pt>
  </dgm:ptLst>
  <dgm:cxnLst>
    <dgm:cxn modelId="{23149703-1092-47ED-9715-4238BEEA8526}" type="presOf" srcId="{FAA70673-016C-4DF2-938B-F75364E2C543}" destId="{6C67723A-BF90-4E1A-B66F-4345A8E58529}" srcOrd="0" destOrd="0" presId="urn:microsoft.com/office/officeart/2005/8/layout/process5"/>
    <dgm:cxn modelId="{B7FFC705-0607-4D4C-AE2E-82A857AFDFD3}" type="presOf" srcId="{278B108E-F5CA-4F30-AD68-CBD0FAB23DA2}" destId="{FC8CDE1F-CBC7-4425-B64C-507EA71B436A}" srcOrd="0" destOrd="0" presId="urn:microsoft.com/office/officeart/2005/8/layout/process5"/>
    <dgm:cxn modelId="{2B1BC02D-1661-43F1-ADAA-DC4CB8E1968D}" srcId="{4EB24558-3D59-44AC-8A11-5509C9916E4B}" destId="{0148C6B8-62A7-4759-925B-E9EF48195EEC}" srcOrd="0" destOrd="0" parTransId="{AFFB05CC-26AC-4A2B-9277-2481EFCDC842}" sibTransId="{253D0B7C-50CC-4D7A-A445-223F7B9D531E}"/>
    <dgm:cxn modelId="{1001F25E-8474-4ED4-BED3-4022678A13F4}" srcId="{4EB24558-3D59-44AC-8A11-5509C9916E4B}" destId="{FFC4BA3C-F1C9-4884-80A7-DD2E5559ABED}" srcOrd="5" destOrd="0" parTransId="{AE71DD24-7B3F-44F6-A215-03228CC53C60}" sibTransId="{87D1F5F9-824D-4DE5-9616-763D441A1ACC}"/>
    <dgm:cxn modelId="{FECA7A5F-DF08-4D73-ADDF-EAB55357B472}" type="presOf" srcId="{36D1E52C-406F-43ED-9F8B-231D8BBDB8A6}" destId="{84FEC66E-0344-4A4C-9F69-E7ED0DB6BF3D}" srcOrd="0" destOrd="0" presId="urn:microsoft.com/office/officeart/2005/8/layout/process5"/>
    <dgm:cxn modelId="{BDF62341-F39A-47FC-9616-5598DBDBCBC5}" type="presOf" srcId="{AA9BF4CE-B868-4E15-9D13-2C210F426758}" destId="{14A720F4-381A-474F-BEF5-FE5AAB6A826E}" srcOrd="0" destOrd="0" presId="urn:microsoft.com/office/officeart/2005/8/layout/process5"/>
    <dgm:cxn modelId="{99392B61-12EE-442E-840E-DAFCE099EFD7}" srcId="{4EB24558-3D59-44AC-8A11-5509C9916E4B}" destId="{F391C66D-A1EC-4D25-BAB9-844931F4DF45}" srcOrd="10" destOrd="0" parTransId="{D9783CB3-3703-4D04-BA57-63FF7727EAFE}" sibTransId="{D7886FA4-1049-437F-AB03-F0AB16B8EC2B}"/>
    <dgm:cxn modelId="{7C3A5343-B12C-4CC1-97A4-FC4E49FAC3AF}" type="presOf" srcId="{278B108E-F5CA-4F30-AD68-CBD0FAB23DA2}" destId="{757E06EE-751A-4898-BA81-30E69A13FA0F}" srcOrd="1" destOrd="0" presId="urn:microsoft.com/office/officeart/2005/8/layout/process5"/>
    <dgm:cxn modelId="{D69DCF45-78DA-4819-88D1-9D4ED7B6CD25}" type="presOf" srcId="{E7CBF5FA-A639-4008-9EAA-885DBE7DD332}" destId="{CB95E4CD-FA6F-4789-AF47-F28AB18003B6}" srcOrd="0" destOrd="0" presId="urn:microsoft.com/office/officeart/2005/8/layout/process5"/>
    <dgm:cxn modelId="{C6DB1F46-AF55-4E9B-9F61-BE145B766CA9}" type="presOf" srcId="{08BB01D1-3199-4B86-AE40-07E96B057717}" destId="{0C711783-57DA-4465-9333-914219C8FD30}" srcOrd="1" destOrd="0" presId="urn:microsoft.com/office/officeart/2005/8/layout/process5"/>
    <dgm:cxn modelId="{8A5D1048-9951-42D2-B489-CCB9E78A5310}" type="presOf" srcId="{BDA3AEBD-0C22-49FC-B50C-B6D80B67EB76}" destId="{FDFB2CCD-6B85-4AF8-8EFD-EB84CFDA4480}" srcOrd="1" destOrd="0" presId="urn:microsoft.com/office/officeart/2005/8/layout/process5"/>
    <dgm:cxn modelId="{3E86E349-886C-4A2B-A8E9-94EF294E2BC1}" srcId="{4EB24558-3D59-44AC-8A11-5509C9916E4B}" destId="{FAA70673-016C-4DF2-938B-F75364E2C543}" srcOrd="6" destOrd="0" parTransId="{87F40682-53E0-437D-8E5A-A5BB1F0D49E7}" sibTransId="{C6938CC7-5D0F-4F7A-9205-93DA77EB87B5}"/>
    <dgm:cxn modelId="{7CC3756B-CDB7-46A1-A7A5-2071AB69D3A4}" srcId="{4EB24558-3D59-44AC-8A11-5509C9916E4B}" destId="{DAFEB22D-25BB-479F-BBD5-5EF9A70CE26C}" srcOrd="2" destOrd="0" parTransId="{E293A3AC-0484-4767-BB1E-483C3E999896}" sibTransId="{278B108E-F5CA-4F30-AD68-CBD0FAB23DA2}"/>
    <dgm:cxn modelId="{73F94A52-B1FA-4BF5-80F6-253F98613A86}" srcId="{4EB24558-3D59-44AC-8A11-5509C9916E4B}" destId="{D78BFD07-EBFB-45EB-90F3-4C83862E70C7}" srcOrd="8" destOrd="0" parTransId="{2778E2E6-D964-4B7F-87EE-6936DA50D462}" sibTransId="{BDA3AEBD-0C22-49FC-B50C-B6D80B67EB76}"/>
    <dgm:cxn modelId="{2ACD4C75-27AD-498C-AEAD-50277BA76A8A}" type="presOf" srcId="{78C7EA55-4B56-4AC2-AD9C-EA327B7DB799}" destId="{1AFCE974-D0EE-4D6E-9FB2-47E959760C9B}" srcOrd="0" destOrd="0" presId="urn:microsoft.com/office/officeart/2005/8/layout/process5"/>
    <dgm:cxn modelId="{9E349559-948C-4EF1-B8A8-AB376E095327}" type="presOf" srcId="{D78BFD07-EBFB-45EB-90F3-4C83862E70C7}" destId="{175EF7DE-7C1C-4233-BED1-8B59D61172C5}" srcOrd="0" destOrd="0" presId="urn:microsoft.com/office/officeart/2005/8/layout/process5"/>
    <dgm:cxn modelId="{9628C691-D839-4B18-AB58-1A52092A1398}" type="presOf" srcId="{08BB01D1-3199-4B86-AE40-07E96B057717}" destId="{5176C387-D148-46BF-9D68-1525E5DAC895}" srcOrd="0" destOrd="0" presId="urn:microsoft.com/office/officeart/2005/8/layout/process5"/>
    <dgm:cxn modelId="{CF94AC93-58C1-482A-A9A9-58A93CAC4FD7}" type="presOf" srcId="{253D0B7C-50CC-4D7A-A445-223F7B9D531E}" destId="{6B9211F2-FEAB-4E6B-8658-24703B582162}" srcOrd="1" destOrd="0" presId="urn:microsoft.com/office/officeart/2005/8/layout/process5"/>
    <dgm:cxn modelId="{4D76F094-550B-4C4F-8662-DC9ACA3C4D32}" type="presOf" srcId="{C6938CC7-5D0F-4F7A-9205-93DA77EB87B5}" destId="{EE58E790-2268-49BA-9F95-1C5CF4AF2BA7}" srcOrd="0" destOrd="0" presId="urn:microsoft.com/office/officeart/2005/8/layout/process5"/>
    <dgm:cxn modelId="{685AC29D-5F9B-44E0-B139-863E51E3AAA8}" type="presOf" srcId="{A74B915E-116D-40CC-971E-A65C806DB2AE}" destId="{73767604-283D-41E0-86C7-C303D9FF6F8E}" srcOrd="1" destOrd="0" presId="urn:microsoft.com/office/officeart/2005/8/layout/process5"/>
    <dgm:cxn modelId="{091EAFAF-EAF3-4E31-A554-5D27D7D8D4AA}" srcId="{4EB24558-3D59-44AC-8A11-5509C9916E4B}" destId="{36D1E52C-406F-43ED-9F8B-231D8BBDB8A6}" srcOrd="3" destOrd="0" parTransId="{C85D3281-2C8A-4F00-B84E-CD0CDBCD4F95}" sibTransId="{73BC8FAB-4FBB-4D81-9804-82CD6181C510}"/>
    <dgm:cxn modelId="{C77B0AB0-65D3-42AD-856F-5AA1EEF2FD7C}" type="presOf" srcId="{87D1F5F9-824D-4DE5-9616-763D441A1ACC}" destId="{E70C2325-2461-4022-B4B4-3D8194E7CFC2}" srcOrd="1" destOrd="0" presId="urn:microsoft.com/office/officeart/2005/8/layout/process5"/>
    <dgm:cxn modelId="{C7701AB0-AEA8-4038-9793-0F8AEC314FEF}" type="presOf" srcId="{4EB24558-3D59-44AC-8A11-5509C9916E4B}" destId="{EA93BAA4-81B0-4A15-855A-53867C2EBD41}" srcOrd="0" destOrd="0" presId="urn:microsoft.com/office/officeart/2005/8/layout/process5"/>
    <dgm:cxn modelId="{27BD10B2-0BC8-4326-9798-C1A16C3B3994}" type="presOf" srcId="{0148C6B8-62A7-4759-925B-E9EF48195EEC}" destId="{7B10F15E-28F5-4B47-AD16-4E5742402450}" srcOrd="0" destOrd="0" presId="urn:microsoft.com/office/officeart/2005/8/layout/process5"/>
    <dgm:cxn modelId="{555CDEB7-A981-4F57-9FAA-F52501163403}" type="presOf" srcId="{8D2B6B8C-3343-4071-901D-D2A6ABAEDF23}" destId="{E80A6563-1AF7-48A0-9618-40F9148C41E1}" srcOrd="1" destOrd="0" presId="urn:microsoft.com/office/officeart/2005/8/layout/process5"/>
    <dgm:cxn modelId="{51CE7BBB-EC43-46DC-90E0-87AA440405FD}" type="presOf" srcId="{F391C66D-A1EC-4D25-BAB9-844931F4DF45}" destId="{51AB207A-17DD-49B1-8E67-99F642D298B3}" srcOrd="0" destOrd="0" presId="urn:microsoft.com/office/officeart/2005/8/layout/process5"/>
    <dgm:cxn modelId="{A5EF1CBD-E121-4FC6-B205-6703B47237FC}" type="presOf" srcId="{73BC8FAB-4FBB-4D81-9804-82CD6181C510}" destId="{FEB0D232-F481-4A58-AF79-C7B48628092C}" srcOrd="0" destOrd="0" presId="urn:microsoft.com/office/officeart/2005/8/layout/process5"/>
    <dgm:cxn modelId="{42A354BD-7F91-48DF-A922-0EB6E25BDFB2}" srcId="{4EB24558-3D59-44AC-8A11-5509C9916E4B}" destId="{AA9BF4CE-B868-4E15-9D13-2C210F426758}" srcOrd="1" destOrd="0" parTransId="{5ABB728C-DFAB-47E6-AE3F-AFC591DA0651}" sibTransId="{8D2B6B8C-3343-4071-901D-D2A6ABAEDF23}"/>
    <dgm:cxn modelId="{0B5089BF-1958-4C09-AF0F-290F80A7D811}" type="presOf" srcId="{6B490E58-3607-4419-92EF-A91C7C8D61BF}" destId="{CD5B566C-4764-4689-AEA2-BB53F1BEC814}" srcOrd="0" destOrd="0" presId="urn:microsoft.com/office/officeart/2005/8/layout/process5"/>
    <dgm:cxn modelId="{8A06A5C2-ECB2-445A-8C78-21553AF62C14}" srcId="{4EB24558-3D59-44AC-8A11-5509C9916E4B}" destId="{A63C7A1D-B70F-40BC-B8F1-A1FFDEA90602}" srcOrd="4" destOrd="0" parTransId="{E1399D3B-57FA-4214-895C-4883B640EC3F}" sibTransId="{A74B915E-116D-40CC-971E-A65C806DB2AE}"/>
    <dgm:cxn modelId="{701369C6-1097-4F11-8367-6C1FF973CA79}" srcId="{4EB24558-3D59-44AC-8A11-5509C9916E4B}" destId="{E7CBF5FA-A639-4008-9EAA-885DBE7DD332}" srcOrd="9" destOrd="0" parTransId="{6E100A0D-8D84-4532-A2C1-6E346D23C649}" sibTransId="{6B490E58-3607-4419-92EF-A91C7C8D61BF}"/>
    <dgm:cxn modelId="{B47D89C8-136E-494E-922D-187EE3A379CA}" type="presOf" srcId="{FFC4BA3C-F1C9-4884-80A7-DD2E5559ABED}" destId="{8729982E-1654-4751-9012-D1FFDD24A641}" srcOrd="0" destOrd="0" presId="urn:microsoft.com/office/officeart/2005/8/layout/process5"/>
    <dgm:cxn modelId="{1BEAC1CB-23AA-4650-83EA-E7B7095BB9E9}" type="presOf" srcId="{6B490E58-3607-4419-92EF-A91C7C8D61BF}" destId="{E7386F14-0C2A-4A48-9445-0BA53D5A02C9}" srcOrd="1" destOrd="0" presId="urn:microsoft.com/office/officeart/2005/8/layout/process5"/>
    <dgm:cxn modelId="{D94DE1CB-9EF0-49CA-AFD1-368ECAECD2AC}" type="presOf" srcId="{87D1F5F9-824D-4DE5-9616-763D441A1ACC}" destId="{BE74483D-7255-4854-857F-54236899E04F}" srcOrd="0" destOrd="0" presId="urn:microsoft.com/office/officeart/2005/8/layout/process5"/>
    <dgm:cxn modelId="{F700D6CD-1A3F-4BFD-A224-7700A2C3373B}" srcId="{4EB24558-3D59-44AC-8A11-5509C9916E4B}" destId="{78C7EA55-4B56-4AC2-AD9C-EA327B7DB799}" srcOrd="7" destOrd="0" parTransId="{DB011B1D-2099-465C-B59D-A805E354AB42}" sibTransId="{08BB01D1-3199-4B86-AE40-07E96B057717}"/>
    <dgm:cxn modelId="{656F86D3-8638-4848-9FCB-2AE2C9035345}" type="presOf" srcId="{A74B915E-116D-40CC-971E-A65C806DB2AE}" destId="{D0113504-3B6A-42E0-A195-C7FEC5033817}" srcOrd="0" destOrd="0" presId="urn:microsoft.com/office/officeart/2005/8/layout/process5"/>
    <dgm:cxn modelId="{E6A97FDB-1971-485E-887D-AFD106AF8590}" type="presOf" srcId="{BDA3AEBD-0C22-49FC-B50C-B6D80B67EB76}" destId="{09AC471C-93DE-460D-A6A7-6E09E92090B2}" srcOrd="0" destOrd="0" presId="urn:microsoft.com/office/officeart/2005/8/layout/process5"/>
    <dgm:cxn modelId="{9302E9E0-3D96-4570-B42F-2546937EED27}" type="presOf" srcId="{DAFEB22D-25BB-479F-BBD5-5EF9A70CE26C}" destId="{B12BDBB3-33B2-41C7-8BDF-7E916084A776}" srcOrd="0" destOrd="0" presId="urn:microsoft.com/office/officeart/2005/8/layout/process5"/>
    <dgm:cxn modelId="{B46FA4E6-7DBF-4A4F-AC22-1F1E0B2D9175}" type="presOf" srcId="{C6938CC7-5D0F-4F7A-9205-93DA77EB87B5}" destId="{55362FC5-1FFC-4C7C-A58E-0801164808C7}" srcOrd="1" destOrd="0" presId="urn:microsoft.com/office/officeart/2005/8/layout/process5"/>
    <dgm:cxn modelId="{FE75DCE6-423E-4C4B-924B-D72146F71246}" type="presOf" srcId="{8D2B6B8C-3343-4071-901D-D2A6ABAEDF23}" destId="{FB1B04CD-DB89-4983-B8AD-7886D98853FF}" srcOrd="0" destOrd="0" presId="urn:microsoft.com/office/officeart/2005/8/layout/process5"/>
    <dgm:cxn modelId="{8EA443F0-FC1E-4E76-BA79-48C410E5E032}" type="presOf" srcId="{73BC8FAB-4FBB-4D81-9804-82CD6181C510}" destId="{E65E8605-8888-463F-A4E9-306FDBBC9A9C}" srcOrd="1" destOrd="0" presId="urn:microsoft.com/office/officeart/2005/8/layout/process5"/>
    <dgm:cxn modelId="{0144C5F4-4F35-4CCD-B2A2-AB77F490196D}" type="presOf" srcId="{253D0B7C-50CC-4D7A-A445-223F7B9D531E}" destId="{EC2AEB41-F334-4699-B7DC-CE1296E82842}" srcOrd="0" destOrd="0" presId="urn:microsoft.com/office/officeart/2005/8/layout/process5"/>
    <dgm:cxn modelId="{FF6942F9-CA9F-496F-B8B4-5F1A0EA5D568}" type="presOf" srcId="{A63C7A1D-B70F-40BC-B8F1-A1FFDEA90602}" destId="{EFD76490-3863-4846-B746-9CE066A0FF05}" srcOrd="0" destOrd="0" presId="urn:microsoft.com/office/officeart/2005/8/layout/process5"/>
    <dgm:cxn modelId="{88C79D42-EEAC-4B44-BD84-F024CEDE3C3F}" type="presParOf" srcId="{EA93BAA4-81B0-4A15-855A-53867C2EBD41}" destId="{7B10F15E-28F5-4B47-AD16-4E5742402450}" srcOrd="0" destOrd="0" presId="urn:microsoft.com/office/officeart/2005/8/layout/process5"/>
    <dgm:cxn modelId="{6ED3EE38-7F0F-49AD-B36B-6EB4CF0BD20E}" type="presParOf" srcId="{EA93BAA4-81B0-4A15-855A-53867C2EBD41}" destId="{EC2AEB41-F334-4699-B7DC-CE1296E82842}" srcOrd="1" destOrd="0" presId="urn:microsoft.com/office/officeart/2005/8/layout/process5"/>
    <dgm:cxn modelId="{EC80DBC2-528D-467F-BB6A-ECE37C84F435}" type="presParOf" srcId="{EC2AEB41-F334-4699-B7DC-CE1296E82842}" destId="{6B9211F2-FEAB-4E6B-8658-24703B582162}" srcOrd="0" destOrd="0" presId="urn:microsoft.com/office/officeart/2005/8/layout/process5"/>
    <dgm:cxn modelId="{ED132071-D38F-4D0B-9D99-E3BF0E4949F4}" type="presParOf" srcId="{EA93BAA4-81B0-4A15-855A-53867C2EBD41}" destId="{14A720F4-381A-474F-BEF5-FE5AAB6A826E}" srcOrd="2" destOrd="0" presId="urn:microsoft.com/office/officeart/2005/8/layout/process5"/>
    <dgm:cxn modelId="{77A5D5E2-308C-4AD0-B3AC-E3EC58E3F6EE}" type="presParOf" srcId="{EA93BAA4-81B0-4A15-855A-53867C2EBD41}" destId="{FB1B04CD-DB89-4983-B8AD-7886D98853FF}" srcOrd="3" destOrd="0" presId="urn:microsoft.com/office/officeart/2005/8/layout/process5"/>
    <dgm:cxn modelId="{26127398-B941-45F8-B3CA-033CD23D1D63}" type="presParOf" srcId="{FB1B04CD-DB89-4983-B8AD-7886D98853FF}" destId="{E80A6563-1AF7-48A0-9618-40F9148C41E1}" srcOrd="0" destOrd="0" presId="urn:microsoft.com/office/officeart/2005/8/layout/process5"/>
    <dgm:cxn modelId="{C94B5F96-956F-4262-A190-7DFAAFACDF05}" type="presParOf" srcId="{EA93BAA4-81B0-4A15-855A-53867C2EBD41}" destId="{B12BDBB3-33B2-41C7-8BDF-7E916084A776}" srcOrd="4" destOrd="0" presId="urn:microsoft.com/office/officeart/2005/8/layout/process5"/>
    <dgm:cxn modelId="{3B310694-87D2-4EFF-AFAE-635FFE328ABE}" type="presParOf" srcId="{EA93BAA4-81B0-4A15-855A-53867C2EBD41}" destId="{FC8CDE1F-CBC7-4425-B64C-507EA71B436A}" srcOrd="5" destOrd="0" presId="urn:microsoft.com/office/officeart/2005/8/layout/process5"/>
    <dgm:cxn modelId="{02CC72E6-599D-496C-A1EB-0DD0652574A1}" type="presParOf" srcId="{FC8CDE1F-CBC7-4425-B64C-507EA71B436A}" destId="{757E06EE-751A-4898-BA81-30E69A13FA0F}" srcOrd="0" destOrd="0" presId="urn:microsoft.com/office/officeart/2005/8/layout/process5"/>
    <dgm:cxn modelId="{2A0A4A4E-391C-4E50-B1A9-AC44266553F7}" type="presParOf" srcId="{EA93BAA4-81B0-4A15-855A-53867C2EBD41}" destId="{84FEC66E-0344-4A4C-9F69-E7ED0DB6BF3D}" srcOrd="6" destOrd="0" presId="urn:microsoft.com/office/officeart/2005/8/layout/process5"/>
    <dgm:cxn modelId="{7BE88B83-FC4E-4894-A648-475BCD1ABE05}" type="presParOf" srcId="{EA93BAA4-81B0-4A15-855A-53867C2EBD41}" destId="{FEB0D232-F481-4A58-AF79-C7B48628092C}" srcOrd="7" destOrd="0" presId="urn:microsoft.com/office/officeart/2005/8/layout/process5"/>
    <dgm:cxn modelId="{89F41170-13A3-4F22-9BAA-DB66495928BF}" type="presParOf" srcId="{FEB0D232-F481-4A58-AF79-C7B48628092C}" destId="{E65E8605-8888-463F-A4E9-306FDBBC9A9C}" srcOrd="0" destOrd="0" presId="urn:microsoft.com/office/officeart/2005/8/layout/process5"/>
    <dgm:cxn modelId="{D90003C4-5E75-4837-9B5D-03A3F974AC75}" type="presParOf" srcId="{EA93BAA4-81B0-4A15-855A-53867C2EBD41}" destId="{EFD76490-3863-4846-B746-9CE066A0FF05}" srcOrd="8" destOrd="0" presId="urn:microsoft.com/office/officeart/2005/8/layout/process5"/>
    <dgm:cxn modelId="{A776A33C-E7BC-4BCB-AB5C-C9FA7D9C0F95}" type="presParOf" srcId="{EA93BAA4-81B0-4A15-855A-53867C2EBD41}" destId="{D0113504-3B6A-42E0-A195-C7FEC5033817}" srcOrd="9" destOrd="0" presId="urn:microsoft.com/office/officeart/2005/8/layout/process5"/>
    <dgm:cxn modelId="{BB254895-E103-4156-A11A-E40B31C4D657}" type="presParOf" srcId="{D0113504-3B6A-42E0-A195-C7FEC5033817}" destId="{73767604-283D-41E0-86C7-C303D9FF6F8E}" srcOrd="0" destOrd="0" presId="urn:microsoft.com/office/officeart/2005/8/layout/process5"/>
    <dgm:cxn modelId="{A0FD543E-C887-4084-8E83-6B656AC11231}" type="presParOf" srcId="{EA93BAA4-81B0-4A15-855A-53867C2EBD41}" destId="{8729982E-1654-4751-9012-D1FFDD24A641}" srcOrd="10" destOrd="0" presId="urn:microsoft.com/office/officeart/2005/8/layout/process5"/>
    <dgm:cxn modelId="{94B14C0E-2484-4710-8837-54A85860CD0D}" type="presParOf" srcId="{EA93BAA4-81B0-4A15-855A-53867C2EBD41}" destId="{BE74483D-7255-4854-857F-54236899E04F}" srcOrd="11" destOrd="0" presId="urn:microsoft.com/office/officeart/2005/8/layout/process5"/>
    <dgm:cxn modelId="{F591D4B8-E492-41DC-A484-0C63E5B28DB4}" type="presParOf" srcId="{BE74483D-7255-4854-857F-54236899E04F}" destId="{E70C2325-2461-4022-B4B4-3D8194E7CFC2}" srcOrd="0" destOrd="0" presId="urn:microsoft.com/office/officeart/2005/8/layout/process5"/>
    <dgm:cxn modelId="{21589BD9-314B-4450-B163-2EA8105AE7DB}" type="presParOf" srcId="{EA93BAA4-81B0-4A15-855A-53867C2EBD41}" destId="{6C67723A-BF90-4E1A-B66F-4345A8E58529}" srcOrd="12" destOrd="0" presId="urn:microsoft.com/office/officeart/2005/8/layout/process5"/>
    <dgm:cxn modelId="{0EEE95D9-A92F-44CF-BA16-EF81C8A4130E}" type="presParOf" srcId="{EA93BAA4-81B0-4A15-855A-53867C2EBD41}" destId="{EE58E790-2268-49BA-9F95-1C5CF4AF2BA7}" srcOrd="13" destOrd="0" presId="urn:microsoft.com/office/officeart/2005/8/layout/process5"/>
    <dgm:cxn modelId="{332237B2-B859-48D3-AEF0-77668A62E8C1}" type="presParOf" srcId="{EE58E790-2268-49BA-9F95-1C5CF4AF2BA7}" destId="{55362FC5-1FFC-4C7C-A58E-0801164808C7}" srcOrd="0" destOrd="0" presId="urn:microsoft.com/office/officeart/2005/8/layout/process5"/>
    <dgm:cxn modelId="{F2088C23-DDF7-4794-AC85-0504B9EA436F}" type="presParOf" srcId="{EA93BAA4-81B0-4A15-855A-53867C2EBD41}" destId="{1AFCE974-D0EE-4D6E-9FB2-47E959760C9B}" srcOrd="14" destOrd="0" presId="urn:microsoft.com/office/officeart/2005/8/layout/process5"/>
    <dgm:cxn modelId="{B9F7566B-ADA3-47E3-AA14-0121854578C2}" type="presParOf" srcId="{EA93BAA4-81B0-4A15-855A-53867C2EBD41}" destId="{5176C387-D148-46BF-9D68-1525E5DAC895}" srcOrd="15" destOrd="0" presId="urn:microsoft.com/office/officeart/2005/8/layout/process5"/>
    <dgm:cxn modelId="{8500F6FF-0213-4C68-9759-29FBA738464F}" type="presParOf" srcId="{5176C387-D148-46BF-9D68-1525E5DAC895}" destId="{0C711783-57DA-4465-9333-914219C8FD30}" srcOrd="0" destOrd="0" presId="urn:microsoft.com/office/officeart/2005/8/layout/process5"/>
    <dgm:cxn modelId="{8058F994-9D76-474C-B718-E56033C56A44}" type="presParOf" srcId="{EA93BAA4-81B0-4A15-855A-53867C2EBD41}" destId="{175EF7DE-7C1C-4233-BED1-8B59D61172C5}" srcOrd="16" destOrd="0" presId="urn:microsoft.com/office/officeart/2005/8/layout/process5"/>
    <dgm:cxn modelId="{FE9D22B9-F0CC-4A4C-BD73-B989301A1715}" type="presParOf" srcId="{EA93BAA4-81B0-4A15-855A-53867C2EBD41}" destId="{09AC471C-93DE-460D-A6A7-6E09E92090B2}" srcOrd="17" destOrd="0" presId="urn:microsoft.com/office/officeart/2005/8/layout/process5"/>
    <dgm:cxn modelId="{DEA8280F-101B-46CF-9D57-D89585BF24F5}" type="presParOf" srcId="{09AC471C-93DE-460D-A6A7-6E09E92090B2}" destId="{FDFB2CCD-6B85-4AF8-8EFD-EB84CFDA4480}" srcOrd="0" destOrd="0" presId="urn:microsoft.com/office/officeart/2005/8/layout/process5"/>
    <dgm:cxn modelId="{AD47E604-511E-4F98-A105-31B6EF164399}" type="presParOf" srcId="{EA93BAA4-81B0-4A15-855A-53867C2EBD41}" destId="{CB95E4CD-FA6F-4789-AF47-F28AB18003B6}" srcOrd="18" destOrd="0" presId="urn:microsoft.com/office/officeart/2005/8/layout/process5"/>
    <dgm:cxn modelId="{D1024D3E-F042-4B2C-B107-5C46D62BC992}" type="presParOf" srcId="{EA93BAA4-81B0-4A15-855A-53867C2EBD41}" destId="{CD5B566C-4764-4689-AEA2-BB53F1BEC814}" srcOrd="19" destOrd="0" presId="urn:microsoft.com/office/officeart/2005/8/layout/process5"/>
    <dgm:cxn modelId="{3155CE82-904E-4E93-8B8F-D6BDB3AFD873}" type="presParOf" srcId="{CD5B566C-4764-4689-AEA2-BB53F1BEC814}" destId="{E7386F14-0C2A-4A48-9445-0BA53D5A02C9}" srcOrd="0" destOrd="0" presId="urn:microsoft.com/office/officeart/2005/8/layout/process5"/>
    <dgm:cxn modelId="{C45DD5D7-BA2D-4CB8-AE70-4D4D776E79FB}" type="presParOf" srcId="{EA93BAA4-81B0-4A15-855A-53867C2EBD41}" destId="{51AB207A-17DD-49B1-8E67-99F642D298B3}" srcOrd="2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DA9890B-1BE1-4143-9AA5-5D2217C20A31}" type="doc">
      <dgm:prSet loTypeId="urn:microsoft.com/office/officeart/2005/8/layout/process5" loCatId="process" qsTypeId="urn:microsoft.com/office/officeart/2005/8/quickstyle/simple5" qsCatId="simple" csTypeId="urn:microsoft.com/office/officeart/2005/8/colors/accent1_2" csCatId="accent1" phldr="1"/>
      <dgm:spPr/>
    </dgm:pt>
    <dgm:pt modelId="{12843F09-D729-4A36-8601-4A0EE0C09927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Datos</a:t>
          </a:r>
          <a:endParaRPr lang="es-AR" sz="1600" b="1" dirty="0">
            <a:solidFill>
              <a:schemeClr val="tx1"/>
            </a:solidFill>
          </a:endParaRPr>
        </a:p>
      </dgm:t>
    </dgm:pt>
    <dgm:pt modelId="{63DDCEDE-228D-40D4-B3D8-7EF813D73ECD}" type="parTrans" cxnId="{A3B291BC-D590-452D-A1BA-39D521475A85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016B4F2-D2F2-459B-A376-6CBFAD005022}" type="sibTrans" cxnId="{A3B291BC-D590-452D-A1BA-39D521475A85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DE217D9-2E4F-4A7F-9170-32A95446A492}">
          <dgm:prSet phldrT="[Texto]" custT="1"/>
          <dgm:spPr/>
          <dgm:t>
            <a:bodyPr/>
            <a:lstStyle/>
            <a:p>
              <a:r>
                <a:rPr lang="es-US" sz="1600" b="1" dirty="0">
                  <a:solidFill>
                    <a:schemeClr val="tx1"/>
                  </a:solidFill>
                </a:rPr>
                <a:t>Pesos </a:t>
              </a:r>
              <a14:m>
                <m:oMath xmlns:m="http://schemas.openxmlformats.org/officeDocument/2006/math">
                  <m:sSub>
                    <m:sSubPr>
                      <m:ctrlPr>
                        <a:rPr lang="es-E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e>
                    <m:sub>
                      <m:r>
                        <a:rPr lang="es-E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endParaRPr lang="es-AR" sz="1600" b="1" i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5DE217D9-2E4F-4A7F-9170-32A95446A492}">
          <dgm:prSet phldrT="[Texto]" custT="1"/>
          <dgm:spPr/>
          <dgm:t>
            <a:bodyPr/>
            <a:lstStyle/>
            <a:p>
              <a:r>
                <a:rPr lang="es-US" sz="1600" b="1" dirty="0"/>
                <a:t>Pesos </a:t>
              </a:r>
              <a:r>
                <a:rPr lang="es-ES" sz="1600" b="1" i="0" dirty="0">
                  <a:latin typeface="Cambria Math" panose="02040503050406030204" pitchFamily="18" charset="0"/>
                </a:rPr>
                <a:t>𝑫_𝒊</a:t>
              </a:r>
              <a:endParaRPr lang="es-AR" sz="1600" b="1" i="1" dirty="0"/>
            </a:p>
          </dgm:t>
        </dgm:pt>
      </mc:Fallback>
    </mc:AlternateContent>
    <dgm:pt modelId="{B80F7E05-34D8-41DA-82ED-C0472A951491}" type="parTrans" cxnId="{6D1B09EE-9359-4275-BE5E-373F9EAA96E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EBF0728-9BBE-4F41-A498-A658687C5C2B}" type="sibTrans" cxnId="{6D1B09EE-9359-4275-BE5E-373F9EAA96E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84FF9993-DB1F-471A-A53D-B1AD603A411E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Conjunto de entrenamiento</a:t>
          </a:r>
          <a:endParaRPr lang="es-AR" sz="1600" b="1" dirty="0">
            <a:solidFill>
              <a:schemeClr val="tx1"/>
            </a:solidFill>
          </a:endParaRPr>
        </a:p>
      </dgm:t>
    </dgm:pt>
    <dgm:pt modelId="{DFD327B7-3CA6-4FF9-9080-915956119497}" type="parTrans" cxnId="{34ED4C8B-5EAF-46E6-8B78-8A99C40BEA5A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0435AC5-ACC4-4F34-A1AE-9B0CCE421EEB}" type="sibTrans" cxnId="{34ED4C8B-5EAF-46E6-8B78-8A99C40BEA5A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6E484FC-4DBD-4F40-94CB-C326DCBAB916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Aprendizaje</a:t>
          </a:r>
          <a:endParaRPr lang="es-AR" sz="1600" b="1" dirty="0">
            <a:solidFill>
              <a:schemeClr val="tx1"/>
            </a:solidFill>
          </a:endParaRPr>
        </a:p>
      </dgm:t>
    </dgm:pt>
    <dgm:pt modelId="{6BC9B8C4-9CE5-4EE5-B711-0002C881724D}" type="parTrans" cxnId="{56E22346-F5A8-48B7-91DC-4BFF6F7541F8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C903EFAD-B07C-4645-B245-672CFAA1C168}" type="sibTrans" cxnId="{56E22346-F5A8-48B7-91DC-4BFF6F7541F8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2EF3E6E-8CAA-4B9C-A8BF-0ADC0B64347B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Resultado</a:t>
          </a:r>
          <a:endParaRPr lang="es-AR" sz="1600" b="1" dirty="0">
            <a:solidFill>
              <a:schemeClr val="tx1"/>
            </a:solidFill>
          </a:endParaRPr>
        </a:p>
      </dgm:t>
    </dgm:pt>
    <dgm:pt modelId="{9393AE6F-B5C5-4F9E-BADE-8B29D927FC74}" type="parTrans" cxnId="{76574EDA-0F32-482E-BC1B-3F895706D79C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0AEC9723-DC97-415C-9A51-6EAE922E7B3D}" type="sibTrans" cxnId="{76574EDA-0F32-482E-BC1B-3F895706D79C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ABA4B260-F459-440C-8658-09D6674A1D91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Combinación de predicciones.</a:t>
          </a:r>
          <a:endParaRPr lang="es-AR" sz="1600" b="1" dirty="0">
            <a:solidFill>
              <a:schemeClr val="tx1"/>
            </a:solidFill>
          </a:endParaRPr>
        </a:p>
      </dgm:t>
    </dgm:pt>
    <dgm:pt modelId="{B47C1EC8-0539-4AB4-86C3-9EF490571AAD}" type="parTrans" cxnId="{1AD6B458-3A1F-498F-AADF-5B4E2538CF9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A411B0F-8BDA-4512-8285-8708EA0175C1}" type="sibTrans" cxnId="{1AD6B458-3A1F-498F-AADF-5B4E2538CF9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658B8C0B-B2DD-424C-9515-C0CA397729E8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Predicción final</a:t>
          </a:r>
          <a:endParaRPr lang="es-AR" sz="1600" b="1" dirty="0">
            <a:solidFill>
              <a:schemeClr val="tx1"/>
            </a:solidFill>
          </a:endParaRPr>
        </a:p>
      </dgm:t>
    </dgm:pt>
    <dgm:pt modelId="{9D718C3A-B964-4314-869E-C9F38C3C6679}" type="par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CF3E73D-55BB-4F5F-BB6C-925D5FBA73C4}" type="sib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D10CB65-DF7F-4DC2-842B-4B96BD145A9D}" type="pres">
      <dgm:prSet presAssocID="{8DA9890B-1BE1-4143-9AA5-5D2217C20A31}" presName="diagram" presStyleCnt="0">
        <dgm:presLayoutVars>
          <dgm:dir/>
          <dgm:resizeHandles val="exact"/>
        </dgm:presLayoutVars>
      </dgm:prSet>
      <dgm:spPr/>
    </dgm:pt>
    <dgm:pt modelId="{097C7F2F-3F23-4BAB-8BAA-4BEF8149E9D0}" type="pres">
      <dgm:prSet presAssocID="{12843F09-D729-4A36-8601-4A0EE0C09927}" presName="node" presStyleLbl="node1" presStyleIdx="0" presStyleCnt="7">
        <dgm:presLayoutVars>
          <dgm:bulletEnabled val="1"/>
        </dgm:presLayoutVars>
      </dgm:prSet>
      <dgm:spPr/>
    </dgm:pt>
    <dgm:pt modelId="{DDE60065-BE46-4C54-9FEC-EEBFC1B89F35}" type="pres">
      <dgm:prSet presAssocID="{3016B4F2-D2F2-459B-A376-6CBFAD005022}" presName="sibTrans" presStyleLbl="sibTrans2D1" presStyleIdx="0" presStyleCnt="6"/>
      <dgm:spPr/>
    </dgm:pt>
    <dgm:pt modelId="{A6414B8B-48EF-43DE-9EC2-D01248E06E30}" type="pres">
      <dgm:prSet presAssocID="{3016B4F2-D2F2-459B-A376-6CBFAD005022}" presName="connectorText" presStyleLbl="sibTrans2D1" presStyleIdx="0" presStyleCnt="6"/>
      <dgm:spPr/>
    </dgm:pt>
    <dgm:pt modelId="{2FF14415-BF8A-4757-B313-A08484467BE0}" type="pres">
      <dgm:prSet presAssocID="{5DE217D9-2E4F-4A7F-9170-32A95446A492}" presName="node" presStyleLbl="node1" presStyleIdx="1" presStyleCnt="7">
        <dgm:presLayoutVars>
          <dgm:bulletEnabled val="1"/>
        </dgm:presLayoutVars>
      </dgm:prSet>
      <dgm:spPr/>
    </dgm:pt>
    <dgm:pt modelId="{E36105C6-6CFE-4969-8C9B-9F20A6B6E8D9}" type="pres">
      <dgm:prSet presAssocID="{9EBF0728-9BBE-4F41-A498-A658687C5C2B}" presName="sibTrans" presStyleLbl="sibTrans2D1" presStyleIdx="1" presStyleCnt="6"/>
      <dgm:spPr/>
    </dgm:pt>
    <dgm:pt modelId="{5DC96286-8EA7-48BD-A070-59A9CEBDAA6E}" type="pres">
      <dgm:prSet presAssocID="{9EBF0728-9BBE-4F41-A498-A658687C5C2B}" presName="connectorText" presStyleLbl="sibTrans2D1" presStyleIdx="1" presStyleCnt="6"/>
      <dgm:spPr/>
    </dgm:pt>
    <dgm:pt modelId="{E9D47305-499F-45F9-A536-59CC6C21FED5}" type="pres">
      <dgm:prSet presAssocID="{84FF9993-DB1F-471A-A53D-B1AD603A411E}" presName="node" presStyleLbl="node1" presStyleIdx="2" presStyleCnt="7">
        <dgm:presLayoutVars>
          <dgm:bulletEnabled val="1"/>
        </dgm:presLayoutVars>
      </dgm:prSet>
      <dgm:spPr/>
    </dgm:pt>
    <dgm:pt modelId="{A2759323-8EE2-49A4-838F-D88460586683}" type="pres">
      <dgm:prSet presAssocID="{90435AC5-ACC4-4F34-A1AE-9B0CCE421EEB}" presName="sibTrans" presStyleLbl="sibTrans2D1" presStyleIdx="2" presStyleCnt="6"/>
      <dgm:spPr/>
    </dgm:pt>
    <dgm:pt modelId="{102DEB5C-9A73-46D7-BD98-60DABD4AE817}" type="pres">
      <dgm:prSet presAssocID="{90435AC5-ACC4-4F34-A1AE-9B0CCE421EEB}" presName="connectorText" presStyleLbl="sibTrans2D1" presStyleIdx="2" presStyleCnt="6"/>
      <dgm:spPr/>
    </dgm:pt>
    <dgm:pt modelId="{75E3D9D5-527E-49A5-9A17-923B6CB73C17}" type="pres">
      <dgm:prSet presAssocID="{96E484FC-4DBD-4F40-94CB-C326DCBAB916}" presName="node" presStyleLbl="node1" presStyleIdx="3" presStyleCnt="7">
        <dgm:presLayoutVars>
          <dgm:bulletEnabled val="1"/>
        </dgm:presLayoutVars>
      </dgm:prSet>
      <dgm:spPr/>
    </dgm:pt>
    <dgm:pt modelId="{5814FDFF-7743-48B4-88DC-6FD19D87E199}" type="pres">
      <dgm:prSet presAssocID="{C903EFAD-B07C-4645-B245-672CFAA1C168}" presName="sibTrans" presStyleLbl="sibTrans2D1" presStyleIdx="3" presStyleCnt="6"/>
      <dgm:spPr/>
    </dgm:pt>
    <dgm:pt modelId="{1B224531-2C57-458C-9D2A-55FCF217099F}" type="pres">
      <dgm:prSet presAssocID="{C903EFAD-B07C-4645-B245-672CFAA1C168}" presName="connectorText" presStyleLbl="sibTrans2D1" presStyleIdx="3" presStyleCnt="6"/>
      <dgm:spPr/>
    </dgm:pt>
    <dgm:pt modelId="{D255D38D-D579-419F-B067-B25BDAEA8FA8}" type="pres">
      <dgm:prSet presAssocID="{32EF3E6E-8CAA-4B9C-A8BF-0ADC0B64347B}" presName="node" presStyleLbl="node1" presStyleIdx="4" presStyleCnt="7">
        <dgm:presLayoutVars>
          <dgm:bulletEnabled val="1"/>
        </dgm:presLayoutVars>
      </dgm:prSet>
      <dgm:spPr/>
    </dgm:pt>
    <dgm:pt modelId="{69244801-2DCD-45FF-9B0A-6B03DC06DBFF}" type="pres">
      <dgm:prSet presAssocID="{0AEC9723-DC97-415C-9A51-6EAE922E7B3D}" presName="sibTrans" presStyleLbl="sibTrans2D1" presStyleIdx="4" presStyleCnt="6"/>
      <dgm:spPr/>
    </dgm:pt>
    <dgm:pt modelId="{782CA0EB-F797-45CE-AC9A-0350282EEF6D}" type="pres">
      <dgm:prSet presAssocID="{0AEC9723-DC97-415C-9A51-6EAE922E7B3D}" presName="connectorText" presStyleLbl="sibTrans2D1" presStyleIdx="4" presStyleCnt="6"/>
      <dgm:spPr/>
    </dgm:pt>
    <dgm:pt modelId="{2BD1A281-8B8D-4B9B-9A82-F34627976AF2}" type="pres">
      <dgm:prSet presAssocID="{ABA4B260-F459-440C-8658-09D6674A1D91}" presName="node" presStyleLbl="node1" presStyleIdx="5" presStyleCnt="7">
        <dgm:presLayoutVars>
          <dgm:bulletEnabled val="1"/>
        </dgm:presLayoutVars>
      </dgm:prSet>
      <dgm:spPr/>
    </dgm:pt>
    <dgm:pt modelId="{BF92FECB-3301-43E8-BFFE-EE0DD5A4DEBC}" type="pres">
      <dgm:prSet presAssocID="{1A411B0F-8BDA-4512-8285-8708EA0175C1}" presName="sibTrans" presStyleLbl="sibTrans2D1" presStyleIdx="5" presStyleCnt="6"/>
      <dgm:spPr/>
    </dgm:pt>
    <dgm:pt modelId="{2B1CD74D-7C0A-448C-ADFA-497CD7746964}" type="pres">
      <dgm:prSet presAssocID="{1A411B0F-8BDA-4512-8285-8708EA0175C1}" presName="connectorText" presStyleLbl="sibTrans2D1" presStyleIdx="5" presStyleCnt="6"/>
      <dgm:spPr/>
    </dgm:pt>
    <dgm:pt modelId="{A250BC37-F7FB-4325-8C97-FF661ED86A47}" type="pres">
      <dgm:prSet presAssocID="{658B8C0B-B2DD-424C-9515-C0CA397729E8}" presName="node" presStyleLbl="node1" presStyleIdx="6" presStyleCnt="7">
        <dgm:presLayoutVars>
          <dgm:bulletEnabled val="1"/>
        </dgm:presLayoutVars>
      </dgm:prSet>
      <dgm:spPr/>
    </dgm:pt>
  </dgm:ptLst>
  <dgm:cxnLst>
    <dgm:cxn modelId="{B0B7E716-2446-4D77-ABE8-6BB1CD86800D}" type="presOf" srcId="{0AEC9723-DC97-415C-9A51-6EAE922E7B3D}" destId="{69244801-2DCD-45FF-9B0A-6B03DC06DBFF}" srcOrd="0" destOrd="0" presId="urn:microsoft.com/office/officeart/2005/8/layout/process5"/>
    <dgm:cxn modelId="{20A3763B-AF44-4CD3-B7B5-9DC7343F7856}" type="presOf" srcId="{C903EFAD-B07C-4645-B245-672CFAA1C168}" destId="{1B224531-2C57-458C-9D2A-55FCF217099F}" srcOrd="1" destOrd="0" presId="urn:microsoft.com/office/officeart/2005/8/layout/process5"/>
    <dgm:cxn modelId="{F64A6D3D-AC6A-4685-B748-14E772BB9FA6}" type="presOf" srcId="{90435AC5-ACC4-4F34-A1AE-9B0CCE421EEB}" destId="{A2759323-8EE2-49A4-838F-D88460586683}" srcOrd="0" destOrd="0" presId="urn:microsoft.com/office/officeart/2005/8/layout/process5"/>
    <dgm:cxn modelId="{28460963-25F5-407D-A718-F5BC05FD7E95}" type="presOf" srcId="{658B8C0B-B2DD-424C-9515-C0CA397729E8}" destId="{A250BC37-F7FB-4325-8C97-FF661ED86A47}" srcOrd="0" destOrd="0" presId="urn:microsoft.com/office/officeart/2005/8/layout/process5"/>
    <dgm:cxn modelId="{F1FEC445-89FB-45AA-AC70-DC33BBE6FD66}" type="presOf" srcId="{5DE217D9-2E4F-4A7F-9170-32A95446A492}" destId="{2FF14415-BF8A-4757-B313-A08484467BE0}" srcOrd="0" destOrd="0" presId="urn:microsoft.com/office/officeart/2005/8/layout/process5"/>
    <dgm:cxn modelId="{56E22346-F5A8-48B7-91DC-4BFF6F7541F8}" srcId="{8DA9890B-1BE1-4143-9AA5-5D2217C20A31}" destId="{96E484FC-4DBD-4F40-94CB-C326DCBAB916}" srcOrd="3" destOrd="0" parTransId="{6BC9B8C4-9CE5-4EE5-B711-0002C881724D}" sibTransId="{C903EFAD-B07C-4645-B245-672CFAA1C168}"/>
    <dgm:cxn modelId="{01009F46-E168-43CA-96DB-78245FCF2344}" type="presOf" srcId="{90435AC5-ACC4-4F34-A1AE-9B0CCE421EEB}" destId="{102DEB5C-9A73-46D7-BD98-60DABD4AE817}" srcOrd="1" destOrd="0" presId="urn:microsoft.com/office/officeart/2005/8/layout/process5"/>
    <dgm:cxn modelId="{BF6B546A-58DE-4BF4-B6A5-AC76AF278BA6}" type="presOf" srcId="{8DA9890B-1BE1-4143-9AA5-5D2217C20A31}" destId="{1D10CB65-DF7F-4DC2-842B-4B96BD145A9D}" srcOrd="0" destOrd="0" presId="urn:microsoft.com/office/officeart/2005/8/layout/process5"/>
    <dgm:cxn modelId="{334DB556-B9AF-4C3A-B180-4FEE994AF04F}" type="presOf" srcId="{ABA4B260-F459-440C-8658-09D6674A1D91}" destId="{2BD1A281-8B8D-4B9B-9A82-F34627976AF2}" srcOrd="0" destOrd="0" presId="urn:microsoft.com/office/officeart/2005/8/layout/process5"/>
    <dgm:cxn modelId="{1AD6B458-3A1F-498F-AADF-5B4E2538CF9F}" srcId="{8DA9890B-1BE1-4143-9AA5-5D2217C20A31}" destId="{ABA4B260-F459-440C-8658-09D6674A1D91}" srcOrd="5" destOrd="0" parTransId="{B47C1EC8-0539-4AB4-86C3-9EF490571AAD}" sibTransId="{1A411B0F-8BDA-4512-8285-8708EA0175C1}"/>
    <dgm:cxn modelId="{B745DD7D-2092-452C-A236-4313FDA27B70}" type="presOf" srcId="{3016B4F2-D2F2-459B-A376-6CBFAD005022}" destId="{A6414B8B-48EF-43DE-9EC2-D01248E06E30}" srcOrd="1" destOrd="0" presId="urn:microsoft.com/office/officeart/2005/8/layout/process5"/>
    <dgm:cxn modelId="{9F9B9D7F-26BD-4FF2-9324-DC8E6C05033E}" type="presOf" srcId="{0AEC9723-DC97-415C-9A51-6EAE922E7B3D}" destId="{782CA0EB-F797-45CE-AC9A-0350282EEF6D}" srcOrd="1" destOrd="0" presId="urn:microsoft.com/office/officeart/2005/8/layout/process5"/>
    <dgm:cxn modelId="{8E4ACD8A-E7B3-454E-9EB3-C57062EB7A03}" type="presOf" srcId="{3016B4F2-D2F2-459B-A376-6CBFAD005022}" destId="{DDE60065-BE46-4C54-9FEC-EEBFC1B89F35}" srcOrd="0" destOrd="0" presId="urn:microsoft.com/office/officeart/2005/8/layout/process5"/>
    <dgm:cxn modelId="{34ED4C8B-5EAF-46E6-8B78-8A99C40BEA5A}" srcId="{8DA9890B-1BE1-4143-9AA5-5D2217C20A31}" destId="{84FF9993-DB1F-471A-A53D-B1AD603A411E}" srcOrd="2" destOrd="0" parTransId="{DFD327B7-3CA6-4FF9-9080-915956119497}" sibTransId="{90435AC5-ACC4-4F34-A1AE-9B0CCE421EEB}"/>
    <dgm:cxn modelId="{06DFA18E-D3B0-4848-B464-F9BB664477AE}" type="presOf" srcId="{9EBF0728-9BBE-4F41-A498-A658687C5C2B}" destId="{5DC96286-8EA7-48BD-A070-59A9CEBDAA6E}" srcOrd="1" destOrd="0" presId="urn:microsoft.com/office/officeart/2005/8/layout/process5"/>
    <dgm:cxn modelId="{7EDE4D9F-3A0A-4286-ACAA-3FF20DE1FB77}" type="presOf" srcId="{1A411B0F-8BDA-4512-8285-8708EA0175C1}" destId="{2B1CD74D-7C0A-448C-ADFA-497CD7746964}" srcOrd="1" destOrd="0" presId="urn:microsoft.com/office/officeart/2005/8/layout/process5"/>
    <dgm:cxn modelId="{D9295BAD-B4E0-4598-8656-FC5F977B0471}" type="presOf" srcId="{32EF3E6E-8CAA-4B9C-A8BF-0ADC0B64347B}" destId="{D255D38D-D579-419F-B067-B25BDAEA8FA8}" srcOrd="0" destOrd="0" presId="urn:microsoft.com/office/officeart/2005/8/layout/process5"/>
    <dgm:cxn modelId="{A3B291BC-D590-452D-A1BA-39D521475A85}" srcId="{8DA9890B-1BE1-4143-9AA5-5D2217C20A31}" destId="{12843F09-D729-4A36-8601-4A0EE0C09927}" srcOrd="0" destOrd="0" parTransId="{63DDCEDE-228D-40D4-B3D8-7EF813D73ECD}" sibTransId="{3016B4F2-D2F2-459B-A376-6CBFAD005022}"/>
    <dgm:cxn modelId="{94F8E6BE-8498-491D-A3D4-81DFAA1A4431}" type="presOf" srcId="{12843F09-D729-4A36-8601-4A0EE0C09927}" destId="{097C7F2F-3F23-4BAB-8BAA-4BEF8149E9D0}" srcOrd="0" destOrd="0" presId="urn:microsoft.com/office/officeart/2005/8/layout/process5"/>
    <dgm:cxn modelId="{18E817C1-B57C-405D-9D32-14B9E2CB0204}" type="presOf" srcId="{C903EFAD-B07C-4645-B245-672CFAA1C168}" destId="{5814FDFF-7743-48B4-88DC-6FD19D87E199}" srcOrd="0" destOrd="0" presId="urn:microsoft.com/office/officeart/2005/8/layout/process5"/>
    <dgm:cxn modelId="{A89E40CE-16F0-4A6D-93F5-3B6CB1DE80C6}" srcId="{8DA9890B-1BE1-4143-9AA5-5D2217C20A31}" destId="{658B8C0B-B2DD-424C-9515-C0CA397729E8}" srcOrd="6" destOrd="0" parTransId="{9D718C3A-B964-4314-869E-C9F38C3C6679}" sibTransId="{1CF3E73D-55BB-4F5F-BB6C-925D5FBA73C4}"/>
    <dgm:cxn modelId="{76574EDA-0F32-482E-BC1B-3F895706D79C}" srcId="{8DA9890B-1BE1-4143-9AA5-5D2217C20A31}" destId="{32EF3E6E-8CAA-4B9C-A8BF-0ADC0B64347B}" srcOrd="4" destOrd="0" parTransId="{9393AE6F-B5C5-4F9E-BADE-8B29D927FC74}" sibTransId="{0AEC9723-DC97-415C-9A51-6EAE922E7B3D}"/>
    <dgm:cxn modelId="{541532DE-5DC0-4513-82E3-EA950011E2B4}" type="presOf" srcId="{1A411B0F-8BDA-4512-8285-8708EA0175C1}" destId="{BF92FECB-3301-43E8-BFFE-EE0DD5A4DEBC}" srcOrd="0" destOrd="0" presId="urn:microsoft.com/office/officeart/2005/8/layout/process5"/>
    <dgm:cxn modelId="{76D6B9E1-9539-4D31-A262-D88752649ABD}" type="presOf" srcId="{9EBF0728-9BBE-4F41-A498-A658687C5C2B}" destId="{E36105C6-6CFE-4969-8C9B-9F20A6B6E8D9}" srcOrd="0" destOrd="0" presId="urn:microsoft.com/office/officeart/2005/8/layout/process5"/>
    <dgm:cxn modelId="{6D1B09EE-9359-4275-BE5E-373F9EAA96EF}" srcId="{8DA9890B-1BE1-4143-9AA5-5D2217C20A31}" destId="{5DE217D9-2E4F-4A7F-9170-32A95446A492}" srcOrd="1" destOrd="0" parTransId="{B80F7E05-34D8-41DA-82ED-C0472A951491}" sibTransId="{9EBF0728-9BBE-4F41-A498-A658687C5C2B}"/>
    <dgm:cxn modelId="{791892F2-3251-4B92-B39A-287E6BBDBF56}" type="presOf" srcId="{84FF9993-DB1F-471A-A53D-B1AD603A411E}" destId="{E9D47305-499F-45F9-A536-59CC6C21FED5}" srcOrd="0" destOrd="0" presId="urn:microsoft.com/office/officeart/2005/8/layout/process5"/>
    <dgm:cxn modelId="{CB0927FB-E240-4085-A97C-3D2A180B553B}" type="presOf" srcId="{96E484FC-4DBD-4F40-94CB-C326DCBAB916}" destId="{75E3D9D5-527E-49A5-9A17-923B6CB73C17}" srcOrd="0" destOrd="0" presId="urn:microsoft.com/office/officeart/2005/8/layout/process5"/>
    <dgm:cxn modelId="{C9EE56EE-265B-4473-86EB-8E6DC70EE35D}" type="presParOf" srcId="{1D10CB65-DF7F-4DC2-842B-4B96BD145A9D}" destId="{097C7F2F-3F23-4BAB-8BAA-4BEF8149E9D0}" srcOrd="0" destOrd="0" presId="urn:microsoft.com/office/officeart/2005/8/layout/process5"/>
    <dgm:cxn modelId="{80E5A977-BD20-47A2-AAC4-2E38E063EFD0}" type="presParOf" srcId="{1D10CB65-DF7F-4DC2-842B-4B96BD145A9D}" destId="{DDE60065-BE46-4C54-9FEC-EEBFC1B89F35}" srcOrd="1" destOrd="0" presId="urn:microsoft.com/office/officeart/2005/8/layout/process5"/>
    <dgm:cxn modelId="{CBB70869-4C53-4D97-96D2-0DD4C0A51717}" type="presParOf" srcId="{DDE60065-BE46-4C54-9FEC-EEBFC1B89F35}" destId="{A6414B8B-48EF-43DE-9EC2-D01248E06E30}" srcOrd="0" destOrd="0" presId="urn:microsoft.com/office/officeart/2005/8/layout/process5"/>
    <dgm:cxn modelId="{6F851D3D-E75C-49E3-BEAD-3A47B89621AE}" type="presParOf" srcId="{1D10CB65-DF7F-4DC2-842B-4B96BD145A9D}" destId="{2FF14415-BF8A-4757-B313-A08484467BE0}" srcOrd="2" destOrd="0" presId="urn:microsoft.com/office/officeart/2005/8/layout/process5"/>
    <dgm:cxn modelId="{CC7FC4A3-B969-4750-BD49-9713BDE6807A}" type="presParOf" srcId="{1D10CB65-DF7F-4DC2-842B-4B96BD145A9D}" destId="{E36105C6-6CFE-4969-8C9B-9F20A6B6E8D9}" srcOrd="3" destOrd="0" presId="urn:microsoft.com/office/officeart/2005/8/layout/process5"/>
    <dgm:cxn modelId="{FA1F48E9-5E29-4380-8A75-43A7DBA36396}" type="presParOf" srcId="{E36105C6-6CFE-4969-8C9B-9F20A6B6E8D9}" destId="{5DC96286-8EA7-48BD-A070-59A9CEBDAA6E}" srcOrd="0" destOrd="0" presId="urn:microsoft.com/office/officeart/2005/8/layout/process5"/>
    <dgm:cxn modelId="{339072F7-A23B-4663-AF5B-F7A74620B99C}" type="presParOf" srcId="{1D10CB65-DF7F-4DC2-842B-4B96BD145A9D}" destId="{E9D47305-499F-45F9-A536-59CC6C21FED5}" srcOrd="4" destOrd="0" presId="urn:microsoft.com/office/officeart/2005/8/layout/process5"/>
    <dgm:cxn modelId="{4F2344B6-EEF0-4A74-86F4-2A28C7AAE82A}" type="presParOf" srcId="{1D10CB65-DF7F-4DC2-842B-4B96BD145A9D}" destId="{A2759323-8EE2-49A4-838F-D88460586683}" srcOrd="5" destOrd="0" presId="urn:microsoft.com/office/officeart/2005/8/layout/process5"/>
    <dgm:cxn modelId="{953329BC-5708-49A2-868A-4BCDA08D3C91}" type="presParOf" srcId="{A2759323-8EE2-49A4-838F-D88460586683}" destId="{102DEB5C-9A73-46D7-BD98-60DABD4AE817}" srcOrd="0" destOrd="0" presId="urn:microsoft.com/office/officeart/2005/8/layout/process5"/>
    <dgm:cxn modelId="{A4E46F74-34C1-4272-8A6D-19BB04084C88}" type="presParOf" srcId="{1D10CB65-DF7F-4DC2-842B-4B96BD145A9D}" destId="{75E3D9D5-527E-49A5-9A17-923B6CB73C17}" srcOrd="6" destOrd="0" presId="urn:microsoft.com/office/officeart/2005/8/layout/process5"/>
    <dgm:cxn modelId="{2367481E-92AF-4FCA-9BBD-6942A9FFBE0C}" type="presParOf" srcId="{1D10CB65-DF7F-4DC2-842B-4B96BD145A9D}" destId="{5814FDFF-7743-48B4-88DC-6FD19D87E199}" srcOrd="7" destOrd="0" presId="urn:microsoft.com/office/officeart/2005/8/layout/process5"/>
    <dgm:cxn modelId="{983E6F0E-AAA6-4D8D-B8C4-85B576029036}" type="presParOf" srcId="{5814FDFF-7743-48B4-88DC-6FD19D87E199}" destId="{1B224531-2C57-458C-9D2A-55FCF217099F}" srcOrd="0" destOrd="0" presId="urn:microsoft.com/office/officeart/2005/8/layout/process5"/>
    <dgm:cxn modelId="{EC64D065-514F-4348-A07F-9E62667B91F1}" type="presParOf" srcId="{1D10CB65-DF7F-4DC2-842B-4B96BD145A9D}" destId="{D255D38D-D579-419F-B067-B25BDAEA8FA8}" srcOrd="8" destOrd="0" presId="urn:microsoft.com/office/officeart/2005/8/layout/process5"/>
    <dgm:cxn modelId="{4A6FD992-9582-4296-9C5C-C74C58C322D2}" type="presParOf" srcId="{1D10CB65-DF7F-4DC2-842B-4B96BD145A9D}" destId="{69244801-2DCD-45FF-9B0A-6B03DC06DBFF}" srcOrd="9" destOrd="0" presId="urn:microsoft.com/office/officeart/2005/8/layout/process5"/>
    <dgm:cxn modelId="{B6FAEFC8-2D3F-49FE-AD73-FFBDC18332D0}" type="presParOf" srcId="{69244801-2DCD-45FF-9B0A-6B03DC06DBFF}" destId="{782CA0EB-F797-45CE-AC9A-0350282EEF6D}" srcOrd="0" destOrd="0" presId="urn:microsoft.com/office/officeart/2005/8/layout/process5"/>
    <dgm:cxn modelId="{9FDE0A81-DB78-457B-8C3B-92FBF7C8CFFC}" type="presParOf" srcId="{1D10CB65-DF7F-4DC2-842B-4B96BD145A9D}" destId="{2BD1A281-8B8D-4B9B-9A82-F34627976AF2}" srcOrd="10" destOrd="0" presId="urn:microsoft.com/office/officeart/2005/8/layout/process5"/>
    <dgm:cxn modelId="{A6521D91-09DF-4B74-819D-3BFEC00497D6}" type="presParOf" srcId="{1D10CB65-DF7F-4DC2-842B-4B96BD145A9D}" destId="{BF92FECB-3301-43E8-BFFE-EE0DD5A4DEBC}" srcOrd="11" destOrd="0" presId="urn:microsoft.com/office/officeart/2005/8/layout/process5"/>
    <dgm:cxn modelId="{ABEE5F7A-151D-4C2E-8CF9-1602F9175685}" type="presParOf" srcId="{BF92FECB-3301-43E8-BFFE-EE0DD5A4DEBC}" destId="{2B1CD74D-7C0A-448C-ADFA-497CD7746964}" srcOrd="0" destOrd="0" presId="urn:microsoft.com/office/officeart/2005/8/layout/process5"/>
    <dgm:cxn modelId="{AD29C87D-20B3-4F3A-B08B-42EF5E867064}" type="presParOf" srcId="{1D10CB65-DF7F-4DC2-842B-4B96BD145A9D}" destId="{A250BC37-F7FB-4325-8C97-FF661ED86A47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469DBC5-A0F7-43C0-A14D-33532F9A6A56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BE7B983B-C8E6-49C5-8FFC-CFE6EBF40FB2}">
      <dgm:prSet phldrT="[Texto]" custT="1"/>
      <dgm:spPr/>
      <dgm:t>
        <a:bodyPr/>
        <a:lstStyle/>
        <a:p>
          <a:r>
            <a:rPr lang="es-ES" sz="1400">
              <a:solidFill>
                <a:schemeClr val="tx1"/>
              </a:solidFill>
            </a:rPr>
            <a:t>Tiene sus variantes, pero en forma general el Boosting tiene los siguientes pasos:</a:t>
          </a:r>
          <a:endParaRPr lang="es-AR" sz="1400" dirty="0">
            <a:solidFill>
              <a:schemeClr val="tx1"/>
            </a:solidFill>
          </a:endParaRPr>
        </a:p>
      </dgm:t>
    </dgm:pt>
    <dgm:pt modelId="{62BE450D-7A71-4655-9B23-29887742D539}" type="parTrans" cxnId="{9D56365C-85A4-4714-B264-A35535D4F93D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5E1030ED-F100-4106-8B1F-58E10C7D410A}" type="sibTrans" cxnId="{9D56365C-85A4-4714-B264-A35535D4F93D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8DDC9F9E-678B-44C6-8878-0512AB1E4850}">
      <dgm:prSet custT="1"/>
      <dgm:spPr/>
      <dgm:t>
        <a:bodyPr/>
        <a:lstStyle/>
        <a:p>
          <a:r>
            <a:rPr lang="es-AR" sz="1400">
              <a:solidFill>
                <a:schemeClr val="tx1"/>
              </a:solidFill>
            </a:rPr>
            <a:t>Se entrenan varios árboles de decisión con conjuntos aleatorios de datos. De forma individual.</a:t>
          </a:r>
          <a:endParaRPr lang="es-AR" sz="1400" dirty="0">
            <a:solidFill>
              <a:schemeClr val="tx1"/>
            </a:solidFill>
          </a:endParaRPr>
        </a:p>
      </dgm:t>
    </dgm:pt>
    <dgm:pt modelId="{F2803DB0-8639-4848-8839-7982C56E4304}" type="parTrans" cxnId="{35049A44-FCDC-44CF-B52C-FC0DD3F630E3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AF1FC342-D1E1-46DC-B941-4EEF1DE0C567}" type="sibTrans" cxnId="{35049A44-FCDC-44CF-B52C-FC0DD3F630E3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49DB290E-9EED-4605-97EF-8E4C47B855A1}">
      <dgm:prSet custT="1"/>
      <dgm:spPr/>
      <dgm:t>
        <a:bodyPr/>
        <a:lstStyle/>
        <a:p>
          <a:r>
            <a:rPr lang="es-AR" sz="1400" dirty="0">
              <a:solidFill>
                <a:schemeClr val="tx1"/>
              </a:solidFill>
            </a:rPr>
            <a:t>Se le asigna la misma ponderación a cada set de datos de entrenamiento y se aplica al primer modelo de ML, llamado “Modelo Base”.</a:t>
          </a:r>
        </a:p>
      </dgm:t>
    </dgm:pt>
    <dgm:pt modelId="{9EBEA995-6CCF-4592-A577-3C7E970122BB}" type="parTrans" cxnId="{01BFA213-B4DA-4261-8E99-AEE60E26D619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2C640B69-A61C-4610-8392-F35488B465F7}" type="sibTrans" cxnId="{01BFA213-B4DA-4261-8E99-AEE60E26D619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F598312C-F3DB-41C2-951A-7617BA2E501A}">
      <dgm:prSet custT="1"/>
      <dgm:spPr/>
      <dgm:t>
        <a:bodyPr/>
        <a:lstStyle/>
        <a:p>
          <a:r>
            <a:rPr lang="es-AR" sz="1400">
              <a:solidFill>
                <a:schemeClr val="tx1"/>
              </a:solidFill>
            </a:rPr>
            <a:t>El modelo hace predicciones a cada conjunto de datos.</a:t>
          </a:r>
          <a:endParaRPr lang="es-AR" sz="1400" dirty="0">
            <a:solidFill>
              <a:schemeClr val="tx1"/>
            </a:solidFill>
          </a:endParaRPr>
        </a:p>
      </dgm:t>
    </dgm:pt>
    <dgm:pt modelId="{6119702A-58AC-42F4-9E3F-785C43E06AFA}" type="parTrans" cxnId="{E500AC84-2F1F-4607-BC82-A9CF8C31D5BF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BB227B50-A51D-4CE5-A6CA-5A2850E985E6}" type="sibTrans" cxnId="{E500AC84-2F1F-4607-BC82-A9CF8C31D5BF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3366FFC4-E24F-4DED-BA05-03EB08EEFDAA}">
      <dgm:prSet custT="1"/>
      <dgm:spPr/>
      <dgm:t>
        <a:bodyPr/>
        <a:lstStyle/>
        <a:p>
          <a:r>
            <a:rPr lang="es-AR" sz="1400">
              <a:solidFill>
                <a:schemeClr val="tx1"/>
              </a:solidFill>
            </a:rPr>
            <a:t>El algoritmo de Boosting evalúa las predicciones y aumenta la ponderación de las muestras que presenten un error más significativo</a:t>
          </a:r>
          <a:endParaRPr lang="es-AR" sz="1400" dirty="0">
            <a:solidFill>
              <a:schemeClr val="tx1"/>
            </a:solidFill>
          </a:endParaRPr>
        </a:p>
      </dgm:t>
    </dgm:pt>
    <dgm:pt modelId="{A1C8673A-701D-4CE5-B049-A2F18E7B3D21}" type="parTrans" cxnId="{5D41C271-8815-4043-A35A-1F4005A040B4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E193BBB2-2FA5-4683-A6D7-6D4B51B34A95}" type="sibTrans" cxnId="{5D41C271-8815-4043-A35A-1F4005A040B4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0A465B57-CE30-4577-8A02-365F5D8C1635}" type="pres">
      <dgm:prSet presAssocID="{A469DBC5-A0F7-43C0-A14D-33532F9A6A56}" presName="Name0" presStyleCnt="0">
        <dgm:presLayoutVars>
          <dgm:chMax val="7"/>
          <dgm:chPref val="7"/>
          <dgm:dir/>
        </dgm:presLayoutVars>
      </dgm:prSet>
      <dgm:spPr/>
    </dgm:pt>
    <dgm:pt modelId="{B6CA80E3-FAFC-4A58-8807-645D549AB1BF}" type="pres">
      <dgm:prSet presAssocID="{A469DBC5-A0F7-43C0-A14D-33532F9A6A56}" presName="Name1" presStyleCnt="0"/>
      <dgm:spPr/>
    </dgm:pt>
    <dgm:pt modelId="{96A49A93-1192-4566-B46D-09EDBEA1EA5E}" type="pres">
      <dgm:prSet presAssocID="{A469DBC5-A0F7-43C0-A14D-33532F9A6A56}" presName="cycle" presStyleCnt="0"/>
      <dgm:spPr/>
    </dgm:pt>
    <dgm:pt modelId="{7245C03A-432A-45B5-8A39-5B5508E19A2F}" type="pres">
      <dgm:prSet presAssocID="{A469DBC5-A0F7-43C0-A14D-33532F9A6A56}" presName="srcNode" presStyleLbl="node1" presStyleIdx="0" presStyleCnt="5"/>
      <dgm:spPr/>
    </dgm:pt>
    <dgm:pt modelId="{D86EC576-4171-4CC3-BF1B-953B2FA22700}" type="pres">
      <dgm:prSet presAssocID="{A469DBC5-A0F7-43C0-A14D-33532F9A6A56}" presName="conn" presStyleLbl="parChTrans1D2" presStyleIdx="0" presStyleCnt="1"/>
      <dgm:spPr/>
    </dgm:pt>
    <dgm:pt modelId="{8C34C2FE-4025-4811-8982-2789D19008A4}" type="pres">
      <dgm:prSet presAssocID="{A469DBC5-A0F7-43C0-A14D-33532F9A6A56}" presName="extraNode" presStyleLbl="node1" presStyleIdx="0" presStyleCnt="5"/>
      <dgm:spPr/>
    </dgm:pt>
    <dgm:pt modelId="{72E1D196-E2B5-457D-BA39-7003652BE2CE}" type="pres">
      <dgm:prSet presAssocID="{A469DBC5-A0F7-43C0-A14D-33532F9A6A56}" presName="dstNode" presStyleLbl="node1" presStyleIdx="0" presStyleCnt="5"/>
      <dgm:spPr/>
    </dgm:pt>
    <dgm:pt modelId="{3D855433-5A8D-4483-A759-30931340F3D5}" type="pres">
      <dgm:prSet presAssocID="{BE7B983B-C8E6-49C5-8FFC-CFE6EBF40FB2}" presName="text_1" presStyleLbl="node1" presStyleIdx="0" presStyleCnt="5">
        <dgm:presLayoutVars>
          <dgm:bulletEnabled val="1"/>
        </dgm:presLayoutVars>
      </dgm:prSet>
      <dgm:spPr/>
    </dgm:pt>
    <dgm:pt modelId="{06DDCAE2-6C35-4BB1-B74C-2F0ECC1C698C}" type="pres">
      <dgm:prSet presAssocID="{BE7B983B-C8E6-49C5-8FFC-CFE6EBF40FB2}" presName="accent_1" presStyleCnt="0"/>
      <dgm:spPr/>
    </dgm:pt>
    <dgm:pt modelId="{8AC6C111-2D37-4447-9734-48F4E83F3335}" type="pres">
      <dgm:prSet presAssocID="{BE7B983B-C8E6-49C5-8FFC-CFE6EBF40FB2}" presName="accentRepeatNode" presStyleLbl="solidFgAcc1" presStyleIdx="0" presStyleCnt="5"/>
      <dgm:spPr/>
    </dgm:pt>
    <dgm:pt modelId="{FE024CF3-E2F5-4373-A94E-97A8602C77F8}" type="pres">
      <dgm:prSet presAssocID="{8DDC9F9E-678B-44C6-8878-0512AB1E4850}" presName="text_2" presStyleLbl="node1" presStyleIdx="1" presStyleCnt="5">
        <dgm:presLayoutVars>
          <dgm:bulletEnabled val="1"/>
        </dgm:presLayoutVars>
      </dgm:prSet>
      <dgm:spPr/>
    </dgm:pt>
    <dgm:pt modelId="{1D10C02C-B86D-47F2-A0F9-74CAD09BE414}" type="pres">
      <dgm:prSet presAssocID="{8DDC9F9E-678B-44C6-8878-0512AB1E4850}" presName="accent_2" presStyleCnt="0"/>
      <dgm:spPr/>
    </dgm:pt>
    <dgm:pt modelId="{334DBF4F-D853-462C-A4DC-97900D405298}" type="pres">
      <dgm:prSet presAssocID="{8DDC9F9E-678B-44C6-8878-0512AB1E4850}" presName="accentRepeatNode" presStyleLbl="solidFgAcc1" presStyleIdx="1" presStyleCnt="5"/>
      <dgm:spPr/>
    </dgm:pt>
    <dgm:pt modelId="{A6976D0D-B992-42B5-8C05-5792E209AB77}" type="pres">
      <dgm:prSet presAssocID="{49DB290E-9EED-4605-97EF-8E4C47B855A1}" presName="text_3" presStyleLbl="node1" presStyleIdx="2" presStyleCnt="5" custScaleY="132404">
        <dgm:presLayoutVars>
          <dgm:bulletEnabled val="1"/>
        </dgm:presLayoutVars>
      </dgm:prSet>
      <dgm:spPr/>
    </dgm:pt>
    <dgm:pt modelId="{E4909D66-741B-4FC6-96EC-B39D8C5F7E6A}" type="pres">
      <dgm:prSet presAssocID="{49DB290E-9EED-4605-97EF-8E4C47B855A1}" presName="accent_3" presStyleCnt="0"/>
      <dgm:spPr/>
    </dgm:pt>
    <dgm:pt modelId="{F2DDF3BC-8BFE-42D3-8DD0-C86FEA9977DB}" type="pres">
      <dgm:prSet presAssocID="{49DB290E-9EED-4605-97EF-8E4C47B855A1}" presName="accentRepeatNode" presStyleLbl="solidFgAcc1" presStyleIdx="2" presStyleCnt="5"/>
      <dgm:spPr/>
    </dgm:pt>
    <dgm:pt modelId="{503C6FAF-C790-44AB-B961-A6DFB61D201A}" type="pres">
      <dgm:prSet presAssocID="{F598312C-F3DB-41C2-951A-7617BA2E501A}" presName="text_4" presStyleLbl="node1" presStyleIdx="3" presStyleCnt="5">
        <dgm:presLayoutVars>
          <dgm:bulletEnabled val="1"/>
        </dgm:presLayoutVars>
      </dgm:prSet>
      <dgm:spPr/>
    </dgm:pt>
    <dgm:pt modelId="{BE8A6C97-D180-4614-9959-4D9E39176FFB}" type="pres">
      <dgm:prSet presAssocID="{F598312C-F3DB-41C2-951A-7617BA2E501A}" presName="accent_4" presStyleCnt="0"/>
      <dgm:spPr/>
    </dgm:pt>
    <dgm:pt modelId="{5617DC7E-7F96-4C2B-BC8C-903DF0360FA4}" type="pres">
      <dgm:prSet presAssocID="{F598312C-F3DB-41C2-951A-7617BA2E501A}" presName="accentRepeatNode" presStyleLbl="solidFgAcc1" presStyleIdx="3" presStyleCnt="5"/>
      <dgm:spPr/>
    </dgm:pt>
    <dgm:pt modelId="{AE4BA743-6265-4756-A9A1-DE4E880CCC3B}" type="pres">
      <dgm:prSet presAssocID="{3366FFC4-E24F-4DED-BA05-03EB08EEFDAA}" presName="text_5" presStyleLbl="node1" presStyleIdx="4" presStyleCnt="5">
        <dgm:presLayoutVars>
          <dgm:bulletEnabled val="1"/>
        </dgm:presLayoutVars>
      </dgm:prSet>
      <dgm:spPr/>
    </dgm:pt>
    <dgm:pt modelId="{77C83FDF-1124-4CA7-BC30-45328A565B56}" type="pres">
      <dgm:prSet presAssocID="{3366FFC4-E24F-4DED-BA05-03EB08EEFDAA}" presName="accent_5" presStyleCnt="0"/>
      <dgm:spPr/>
    </dgm:pt>
    <dgm:pt modelId="{EC34FEA7-60A6-4D3E-91BB-18558254F49B}" type="pres">
      <dgm:prSet presAssocID="{3366FFC4-E24F-4DED-BA05-03EB08EEFDAA}" presName="accentRepeatNode" presStyleLbl="solidFgAcc1" presStyleIdx="4" presStyleCnt="5"/>
      <dgm:spPr/>
    </dgm:pt>
  </dgm:ptLst>
  <dgm:cxnLst>
    <dgm:cxn modelId="{A9A81912-D973-4ADA-A5C1-E402D63877B0}" type="presOf" srcId="{F598312C-F3DB-41C2-951A-7617BA2E501A}" destId="{503C6FAF-C790-44AB-B961-A6DFB61D201A}" srcOrd="0" destOrd="0" presId="urn:microsoft.com/office/officeart/2008/layout/VerticalCurvedList"/>
    <dgm:cxn modelId="{01BFA213-B4DA-4261-8E99-AEE60E26D619}" srcId="{A469DBC5-A0F7-43C0-A14D-33532F9A6A56}" destId="{49DB290E-9EED-4605-97EF-8E4C47B855A1}" srcOrd="2" destOrd="0" parTransId="{9EBEA995-6CCF-4592-A577-3C7E970122BB}" sibTransId="{2C640B69-A61C-4610-8392-F35488B465F7}"/>
    <dgm:cxn modelId="{AA0E423B-A7F9-4903-B7A1-767CA85149E7}" type="presOf" srcId="{49DB290E-9EED-4605-97EF-8E4C47B855A1}" destId="{A6976D0D-B992-42B5-8C05-5792E209AB77}" srcOrd="0" destOrd="0" presId="urn:microsoft.com/office/officeart/2008/layout/VerticalCurvedList"/>
    <dgm:cxn modelId="{9D56365C-85A4-4714-B264-A35535D4F93D}" srcId="{A469DBC5-A0F7-43C0-A14D-33532F9A6A56}" destId="{BE7B983B-C8E6-49C5-8FFC-CFE6EBF40FB2}" srcOrd="0" destOrd="0" parTransId="{62BE450D-7A71-4655-9B23-29887742D539}" sibTransId="{5E1030ED-F100-4106-8B1F-58E10C7D410A}"/>
    <dgm:cxn modelId="{35049A44-FCDC-44CF-B52C-FC0DD3F630E3}" srcId="{A469DBC5-A0F7-43C0-A14D-33532F9A6A56}" destId="{8DDC9F9E-678B-44C6-8878-0512AB1E4850}" srcOrd="1" destOrd="0" parTransId="{F2803DB0-8639-4848-8839-7982C56E4304}" sibTransId="{AF1FC342-D1E1-46DC-B941-4EEF1DE0C567}"/>
    <dgm:cxn modelId="{5D41C271-8815-4043-A35A-1F4005A040B4}" srcId="{A469DBC5-A0F7-43C0-A14D-33532F9A6A56}" destId="{3366FFC4-E24F-4DED-BA05-03EB08EEFDAA}" srcOrd="4" destOrd="0" parTransId="{A1C8673A-701D-4CE5-B049-A2F18E7B3D21}" sibTransId="{E193BBB2-2FA5-4683-A6D7-6D4B51B34A95}"/>
    <dgm:cxn modelId="{C638375A-F17D-4D3E-A4D3-0457FDC0A9E4}" type="presOf" srcId="{5E1030ED-F100-4106-8B1F-58E10C7D410A}" destId="{D86EC576-4171-4CC3-BF1B-953B2FA22700}" srcOrd="0" destOrd="0" presId="urn:microsoft.com/office/officeart/2008/layout/VerticalCurvedList"/>
    <dgm:cxn modelId="{453C797C-52B6-4512-BC0D-4FF8A65E3604}" type="presOf" srcId="{8DDC9F9E-678B-44C6-8878-0512AB1E4850}" destId="{FE024CF3-E2F5-4373-A94E-97A8602C77F8}" srcOrd="0" destOrd="0" presId="urn:microsoft.com/office/officeart/2008/layout/VerticalCurvedList"/>
    <dgm:cxn modelId="{E500AC84-2F1F-4607-BC82-A9CF8C31D5BF}" srcId="{A469DBC5-A0F7-43C0-A14D-33532F9A6A56}" destId="{F598312C-F3DB-41C2-951A-7617BA2E501A}" srcOrd="3" destOrd="0" parTransId="{6119702A-58AC-42F4-9E3F-785C43E06AFA}" sibTransId="{BB227B50-A51D-4CE5-A6CA-5A2850E985E6}"/>
    <dgm:cxn modelId="{266BECAE-DCB8-43A5-B12C-EC47730914E9}" type="presOf" srcId="{A469DBC5-A0F7-43C0-A14D-33532F9A6A56}" destId="{0A465B57-CE30-4577-8A02-365F5D8C1635}" srcOrd="0" destOrd="0" presId="urn:microsoft.com/office/officeart/2008/layout/VerticalCurvedList"/>
    <dgm:cxn modelId="{1C9859E3-B5B4-419A-8655-49239A1F81BF}" type="presOf" srcId="{3366FFC4-E24F-4DED-BA05-03EB08EEFDAA}" destId="{AE4BA743-6265-4756-A9A1-DE4E880CCC3B}" srcOrd="0" destOrd="0" presId="urn:microsoft.com/office/officeart/2008/layout/VerticalCurvedList"/>
    <dgm:cxn modelId="{472BA6E6-4416-42FB-A43B-8C3B19C77A89}" type="presOf" srcId="{BE7B983B-C8E6-49C5-8FFC-CFE6EBF40FB2}" destId="{3D855433-5A8D-4483-A759-30931340F3D5}" srcOrd="0" destOrd="0" presId="urn:microsoft.com/office/officeart/2008/layout/VerticalCurvedList"/>
    <dgm:cxn modelId="{93FCDDD1-5539-4C53-9383-DD0C4434E277}" type="presParOf" srcId="{0A465B57-CE30-4577-8A02-365F5D8C1635}" destId="{B6CA80E3-FAFC-4A58-8807-645D549AB1BF}" srcOrd="0" destOrd="0" presId="urn:microsoft.com/office/officeart/2008/layout/VerticalCurvedList"/>
    <dgm:cxn modelId="{CEE0D08C-7B5F-4A88-9812-7007D64D6E50}" type="presParOf" srcId="{B6CA80E3-FAFC-4A58-8807-645D549AB1BF}" destId="{96A49A93-1192-4566-B46D-09EDBEA1EA5E}" srcOrd="0" destOrd="0" presId="urn:microsoft.com/office/officeart/2008/layout/VerticalCurvedList"/>
    <dgm:cxn modelId="{23B4ACE0-5B98-4282-B48A-8F21ADA1AD51}" type="presParOf" srcId="{96A49A93-1192-4566-B46D-09EDBEA1EA5E}" destId="{7245C03A-432A-45B5-8A39-5B5508E19A2F}" srcOrd="0" destOrd="0" presId="urn:microsoft.com/office/officeart/2008/layout/VerticalCurvedList"/>
    <dgm:cxn modelId="{B5636B4B-C2DD-49DC-9C96-1DBBD8013CDB}" type="presParOf" srcId="{96A49A93-1192-4566-B46D-09EDBEA1EA5E}" destId="{D86EC576-4171-4CC3-BF1B-953B2FA22700}" srcOrd="1" destOrd="0" presId="urn:microsoft.com/office/officeart/2008/layout/VerticalCurvedList"/>
    <dgm:cxn modelId="{E3B7EBD1-80A1-47AB-9079-CD5704096340}" type="presParOf" srcId="{96A49A93-1192-4566-B46D-09EDBEA1EA5E}" destId="{8C34C2FE-4025-4811-8982-2789D19008A4}" srcOrd="2" destOrd="0" presId="urn:microsoft.com/office/officeart/2008/layout/VerticalCurvedList"/>
    <dgm:cxn modelId="{82F4D097-502C-42E4-8DA4-89BF3AE2C772}" type="presParOf" srcId="{96A49A93-1192-4566-B46D-09EDBEA1EA5E}" destId="{72E1D196-E2B5-457D-BA39-7003652BE2CE}" srcOrd="3" destOrd="0" presId="urn:microsoft.com/office/officeart/2008/layout/VerticalCurvedList"/>
    <dgm:cxn modelId="{679EE07C-8837-4B8F-A884-048ECE2476C8}" type="presParOf" srcId="{B6CA80E3-FAFC-4A58-8807-645D549AB1BF}" destId="{3D855433-5A8D-4483-A759-30931340F3D5}" srcOrd="1" destOrd="0" presId="urn:microsoft.com/office/officeart/2008/layout/VerticalCurvedList"/>
    <dgm:cxn modelId="{082B5A02-8307-4F15-B794-3DBAA58FDF5F}" type="presParOf" srcId="{B6CA80E3-FAFC-4A58-8807-645D549AB1BF}" destId="{06DDCAE2-6C35-4BB1-B74C-2F0ECC1C698C}" srcOrd="2" destOrd="0" presId="urn:microsoft.com/office/officeart/2008/layout/VerticalCurvedList"/>
    <dgm:cxn modelId="{33BE6576-FA63-430F-ADD4-3FA7C4CB3068}" type="presParOf" srcId="{06DDCAE2-6C35-4BB1-B74C-2F0ECC1C698C}" destId="{8AC6C111-2D37-4447-9734-48F4E83F3335}" srcOrd="0" destOrd="0" presId="urn:microsoft.com/office/officeart/2008/layout/VerticalCurvedList"/>
    <dgm:cxn modelId="{6CF579FC-FBE9-4133-B511-0FAE97AF2EBC}" type="presParOf" srcId="{B6CA80E3-FAFC-4A58-8807-645D549AB1BF}" destId="{FE024CF3-E2F5-4373-A94E-97A8602C77F8}" srcOrd="3" destOrd="0" presId="urn:microsoft.com/office/officeart/2008/layout/VerticalCurvedList"/>
    <dgm:cxn modelId="{AC8D2CB5-7BDE-47A6-9861-528AC616EADC}" type="presParOf" srcId="{B6CA80E3-FAFC-4A58-8807-645D549AB1BF}" destId="{1D10C02C-B86D-47F2-A0F9-74CAD09BE414}" srcOrd="4" destOrd="0" presId="urn:microsoft.com/office/officeart/2008/layout/VerticalCurvedList"/>
    <dgm:cxn modelId="{CD02D6BB-C420-431D-8E65-E8F340330933}" type="presParOf" srcId="{1D10C02C-B86D-47F2-A0F9-74CAD09BE414}" destId="{334DBF4F-D853-462C-A4DC-97900D405298}" srcOrd="0" destOrd="0" presId="urn:microsoft.com/office/officeart/2008/layout/VerticalCurvedList"/>
    <dgm:cxn modelId="{157C460E-4FDA-4AF8-AFE6-F09710D265BE}" type="presParOf" srcId="{B6CA80E3-FAFC-4A58-8807-645D549AB1BF}" destId="{A6976D0D-B992-42B5-8C05-5792E209AB77}" srcOrd="5" destOrd="0" presId="urn:microsoft.com/office/officeart/2008/layout/VerticalCurvedList"/>
    <dgm:cxn modelId="{14B3159F-B375-4B9A-B599-AB96854B4F6C}" type="presParOf" srcId="{B6CA80E3-FAFC-4A58-8807-645D549AB1BF}" destId="{E4909D66-741B-4FC6-96EC-B39D8C5F7E6A}" srcOrd="6" destOrd="0" presId="urn:microsoft.com/office/officeart/2008/layout/VerticalCurvedList"/>
    <dgm:cxn modelId="{7311405C-3C5F-4BDA-9725-7490124E9F81}" type="presParOf" srcId="{E4909D66-741B-4FC6-96EC-B39D8C5F7E6A}" destId="{F2DDF3BC-8BFE-42D3-8DD0-C86FEA9977DB}" srcOrd="0" destOrd="0" presId="urn:microsoft.com/office/officeart/2008/layout/VerticalCurvedList"/>
    <dgm:cxn modelId="{72C3E45C-363F-45D9-8482-7D3FB6091539}" type="presParOf" srcId="{B6CA80E3-FAFC-4A58-8807-645D549AB1BF}" destId="{503C6FAF-C790-44AB-B961-A6DFB61D201A}" srcOrd="7" destOrd="0" presId="urn:microsoft.com/office/officeart/2008/layout/VerticalCurvedList"/>
    <dgm:cxn modelId="{D1FBEB70-1A6C-482A-9A5F-202C4BA87E17}" type="presParOf" srcId="{B6CA80E3-FAFC-4A58-8807-645D549AB1BF}" destId="{BE8A6C97-D180-4614-9959-4D9E39176FFB}" srcOrd="8" destOrd="0" presId="urn:microsoft.com/office/officeart/2008/layout/VerticalCurvedList"/>
    <dgm:cxn modelId="{90404253-DF4F-4F27-8F28-609E770F8180}" type="presParOf" srcId="{BE8A6C97-D180-4614-9959-4D9E39176FFB}" destId="{5617DC7E-7F96-4C2B-BC8C-903DF0360FA4}" srcOrd="0" destOrd="0" presId="urn:microsoft.com/office/officeart/2008/layout/VerticalCurvedList"/>
    <dgm:cxn modelId="{28FC5B63-EA27-4BB0-BA08-8418DCB5FCB5}" type="presParOf" srcId="{B6CA80E3-FAFC-4A58-8807-645D549AB1BF}" destId="{AE4BA743-6265-4756-A9A1-DE4E880CCC3B}" srcOrd="9" destOrd="0" presId="urn:microsoft.com/office/officeart/2008/layout/VerticalCurvedList"/>
    <dgm:cxn modelId="{7E3FFF06-C4F3-4D4F-B73E-15C5A06BDBEA}" type="presParOf" srcId="{B6CA80E3-FAFC-4A58-8807-645D549AB1BF}" destId="{77C83FDF-1124-4CA7-BC30-45328A565B56}" srcOrd="10" destOrd="0" presId="urn:microsoft.com/office/officeart/2008/layout/VerticalCurvedList"/>
    <dgm:cxn modelId="{0F139DF9-AB6E-48B1-A562-8F86055A94EB}" type="presParOf" srcId="{77C83FDF-1124-4CA7-BC30-45328A565B56}" destId="{EC34FEA7-60A6-4D3E-91BB-18558254F49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565D9DB-7653-4270-AEFF-329BBF6AF9A9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A553E3B-D26C-445F-ADC1-379EEDF97528}">
      <dgm:prSet phldrT="[Texto]" custT="1"/>
      <dgm:spPr/>
      <dgm:t>
        <a:bodyPr/>
        <a:lstStyle/>
        <a:p>
          <a:pPr>
            <a:buFont typeface="+mj-lt"/>
            <a:buAutoNum type="arabicPeriod" startAt="5"/>
          </a:pPr>
          <a:r>
            <a:rPr lang="es-ES" sz="1400" b="1" dirty="0">
              <a:solidFill>
                <a:schemeClr val="tx1"/>
              </a:solidFill>
            </a:rPr>
            <a:t>También asigna una ponderación basada en el rendimiento del modelo</a:t>
          </a:r>
          <a:endParaRPr lang="es-AR" sz="1400" b="1" dirty="0">
            <a:solidFill>
              <a:schemeClr val="tx1"/>
            </a:solidFill>
          </a:endParaRPr>
        </a:p>
      </dgm:t>
    </dgm:pt>
    <dgm:pt modelId="{175D247F-6920-4A78-A6BD-CF84265FA4FC}" type="parTrans" cxnId="{503F0643-A445-43CD-B03C-3EA70B5326A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E12FE9B-12D1-48AA-98B3-421705DD6389}" type="sibTrans" cxnId="{503F0643-A445-43CD-B03C-3EA70B5326A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DBB029F8-62B6-475A-8270-69E328435521}">
      <dgm:prSet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Un modelo con pocos o ningún error tendrá una ponderación mucho más alta que los demás</a:t>
          </a:r>
        </a:p>
      </dgm:t>
    </dgm:pt>
    <dgm:pt modelId="{0F543475-34F4-46ED-AD10-ED6346487C23}" type="parTrans" cxnId="{85FE4FDB-4C05-4A12-82CB-9CC5C31B19A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3D8AD4B9-236E-4003-A482-B95165F34EB2}" type="sibTrans" cxnId="{85FE4FDB-4C05-4A12-82CB-9CC5C31B19A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870C838-B90C-40D4-8EE8-263B0115CD7A}">
      <dgm:prSet custT="1"/>
      <dgm:spPr/>
      <dgm:t>
        <a:bodyPr/>
        <a:lstStyle/>
        <a:p>
          <a:r>
            <a:rPr lang="es-ES" sz="1400" b="1">
              <a:solidFill>
                <a:schemeClr val="tx1"/>
              </a:solidFill>
            </a:rPr>
            <a:t>El algoritmo pasa los datos ponderados al siguiente árbol de decisión</a:t>
          </a:r>
          <a:endParaRPr lang="es-ES" sz="1400" b="1" dirty="0">
            <a:solidFill>
              <a:schemeClr val="tx1"/>
            </a:solidFill>
          </a:endParaRPr>
        </a:p>
      </dgm:t>
    </dgm:pt>
    <dgm:pt modelId="{AFA2B87E-D8BC-4F93-89B7-AF800DDC7F95}" type="parTrans" cxnId="{3D29EB0A-A1DA-46B8-82F8-FC76778012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1FBA616-2C5F-420A-A632-17D334AC8D1D}" type="sibTrans" cxnId="{3D29EB0A-A1DA-46B8-82F8-FC76778012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E1C32C1-52B2-4779-91A1-EBB030B7A521}">
      <dgm:prSet custT="1"/>
      <dgm:spPr/>
      <dgm:t>
        <a:bodyPr/>
        <a:lstStyle/>
        <a:p>
          <a:r>
            <a:rPr lang="es-ES" sz="1400" b="1">
              <a:solidFill>
                <a:schemeClr val="tx1"/>
              </a:solidFill>
            </a:rPr>
            <a:t>El algoritmo repite los pasos del 4 al 7 hasta que el error de entrenamiento esté por debajo de lo aceptado</a:t>
          </a:r>
          <a:endParaRPr lang="es-AR" sz="1400" b="1" dirty="0">
            <a:solidFill>
              <a:schemeClr val="tx1"/>
            </a:solidFill>
          </a:endParaRPr>
        </a:p>
      </dgm:t>
    </dgm:pt>
    <dgm:pt modelId="{8F107A37-F8F7-4A8D-9AFB-9FF46CB08B18}" type="parTrans" cxnId="{4F87CF8F-771F-4748-B631-CEC1C640B52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975E883-CFC1-407C-99B8-3E17992B6E28}" type="sibTrans" cxnId="{4F87CF8F-771F-4748-B631-CEC1C640B52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AF5DE98-A3AA-4BDB-B0FE-D8D56F27CBD1}" type="pres">
      <dgm:prSet presAssocID="{6565D9DB-7653-4270-AEFF-329BBF6AF9A9}" presName="Name0" presStyleCnt="0">
        <dgm:presLayoutVars>
          <dgm:chMax val="7"/>
          <dgm:chPref val="7"/>
          <dgm:dir/>
        </dgm:presLayoutVars>
      </dgm:prSet>
      <dgm:spPr/>
    </dgm:pt>
    <dgm:pt modelId="{B6408896-F471-4805-A999-A6E630117E8C}" type="pres">
      <dgm:prSet presAssocID="{6565D9DB-7653-4270-AEFF-329BBF6AF9A9}" presName="Name1" presStyleCnt="0"/>
      <dgm:spPr/>
    </dgm:pt>
    <dgm:pt modelId="{A9A7C237-3AE6-4987-9B61-4F4446C15CE1}" type="pres">
      <dgm:prSet presAssocID="{6565D9DB-7653-4270-AEFF-329BBF6AF9A9}" presName="cycle" presStyleCnt="0"/>
      <dgm:spPr/>
    </dgm:pt>
    <dgm:pt modelId="{04C13B87-58C1-42BE-9EAB-725B89E087F0}" type="pres">
      <dgm:prSet presAssocID="{6565D9DB-7653-4270-AEFF-329BBF6AF9A9}" presName="srcNode" presStyleLbl="node1" presStyleIdx="0" presStyleCnt="4"/>
      <dgm:spPr/>
    </dgm:pt>
    <dgm:pt modelId="{237CB7B9-E638-4F35-8A59-16B8F4501F8B}" type="pres">
      <dgm:prSet presAssocID="{6565D9DB-7653-4270-AEFF-329BBF6AF9A9}" presName="conn" presStyleLbl="parChTrans1D2" presStyleIdx="0" presStyleCnt="1"/>
      <dgm:spPr/>
    </dgm:pt>
    <dgm:pt modelId="{792C061A-B7B6-444F-83B5-136B35FFEDB8}" type="pres">
      <dgm:prSet presAssocID="{6565D9DB-7653-4270-AEFF-329BBF6AF9A9}" presName="extraNode" presStyleLbl="node1" presStyleIdx="0" presStyleCnt="4"/>
      <dgm:spPr/>
    </dgm:pt>
    <dgm:pt modelId="{C4AF2BF6-B293-4615-9F30-3A2DB9880C8D}" type="pres">
      <dgm:prSet presAssocID="{6565D9DB-7653-4270-AEFF-329BBF6AF9A9}" presName="dstNode" presStyleLbl="node1" presStyleIdx="0" presStyleCnt="4"/>
      <dgm:spPr/>
    </dgm:pt>
    <dgm:pt modelId="{BDEC1370-D3F5-47C4-A711-C5D0996BDE46}" type="pres">
      <dgm:prSet presAssocID="{CA553E3B-D26C-445F-ADC1-379EEDF97528}" presName="text_1" presStyleLbl="node1" presStyleIdx="0" presStyleCnt="4">
        <dgm:presLayoutVars>
          <dgm:bulletEnabled val="1"/>
        </dgm:presLayoutVars>
      </dgm:prSet>
      <dgm:spPr/>
    </dgm:pt>
    <dgm:pt modelId="{1C052317-6205-4830-9576-B03BCD3AC380}" type="pres">
      <dgm:prSet presAssocID="{CA553E3B-D26C-445F-ADC1-379EEDF97528}" presName="accent_1" presStyleCnt="0"/>
      <dgm:spPr/>
    </dgm:pt>
    <dgm:pt modelId="{F51EA144-DF25-43F0-84B9-A52795F0184C}" type="pres">
      <dgm:prSet presAssocID="{CA553E3B-D26C-445F-ADC1-379EEDF97528}" presName="accentRepeatNode" presStyleLbl="solidFgAcc1" presStyleIdx="0" presStyleCnt="4"/>
      <dgm:spPr/>
    </dgm:pt>
    <dgm:pt modelId="{FA27F7E5-E1BB-4B0A-B0D1-D21809EDD64B}" type="pres">
      <dgm:prSet presAssocID="{DBB029F8-62B6-475A-8270-69E328435521}" presName="text_2" presStyleLbl="node1" presStyleIdx="1" presStyleCnt="4">
        <dgm:presLayoutVars>
          <dgm:bulletEnabled val="1"/>
        </dgm:presLayoutVars>
      </dgm:prSet>
      <dgm:spPr/>
    </dgm:pt>
    <dgm:pt modelId="{41FC0AB4-A299-4848-97ED-9A30C1DF59CE}" type="pres">
      <dgm:prSet presAssocID="{DBB029F8-62B6-475A-8270-69E328435521}" presName="accent_2" presStyleCnt="0"/>
      <dgm:spPr/>
    </dgm:pt>
    <dgm:pt modelId="{DAA9BEEB-4657-436C-B6F1-273E697E5044}" type="pres">
      <dgm:prSet presAssocID="{DBB029F8-62B6-475A-8270-69E328435521}" presName="accentRepeatNode" presStyleLbl="solidFgAcc1" presStyleIdx="1" presStyleCnt="4"/>
      <dgm:spPr/>
    </dgm:pt>
    <dgm:pt modelId="{EB57DE67-65D6-4523-AA63-C9B542ACFF51}" type="pres">
      <dgm:prSet presAssocID="{0870C838-B90C-40D4-8EE8-263B0115CD7A}" presName="text_3" presStyleLbl="node1" presStyleIdx="2" presStyleCnt="4">
        <dgm:presLayoutVars>
          <dgm:bulletEnabled val="1"/>
        </dgm:presLayoutVars>
      </dgm:prSet>
      <dgm:spPr/>
    </dgm:pt>
    <dgm:pt modelId="{EDFFDE13-6DDB-47AB-9531-541E7617ED2A}" type="pres">
      <dgm:prSet presAssocID="{0870C838-B90C-40D4-8EE8-263B0115CD7A}" presName="accent_3" presStyleCnt="0"/>
      <dgm:spPr/>
    </dgm:pt>
    <dgm:pt modelId="{81B19D78-0D19-4C45-8CC9-69FAF00B6AD7}" type="pres">
      <dgm:prSet presAssocID="{0870C838-B90C-40D4-8EE8-263B0115CD7A}" presName="accentRepeatNode" presStyleLbl="solidFgAcc1" presStyleIdx="2" presStyleCnt="4"/>
      <dgm:spPr/>
    </dgm:pt>
    <dgm:pt modelId="{27277433-2CA2-4FB5-B4B5-3FE4239218C3}" type="pres">
      <dgm:prSet presAssocID="{CE1C32C1-52B2-4779-91A1-EBB030B7A521}" presName="text_4" presStyleLbl="node1" presStyleIdx="3" presStyleCnt="4">
        <dgm:presLayoutVars>
          <dgm:bulletEnabled val="1"/>
        </dgm:presLayoutVars>
      </dgm:prSet>
      <dgm:spPr/>
    </dgm:pt>
    <dgm:pt modelId="{61F0396F-25CD-4AD2-9510-5049FBBC8C6F}" type="pres">
      <dgm:prSet presAssocID="{CE1C32C1-52B2-4779-91A1-EBB030B7A521}" presName="accent_4" presStyleCnt="0"/>
      <dgm:spPr/>
    </dgm:pt>
    <dgm:pt modelId="{932E6561-4B00-49E4-8744-35509C7B87DC}" type="pres">
      <dgm:prSet presAssocID="{CE1C32C1-52B2-4779-91A1-EBB030B7A521}" presName="accentRepeatNode" presStyleLbl="solidFgAcc1" presStyleIdx="3" presStyleCnt="4"/>
      <dgm:spPr/>
    </dgm:pt>
  </dgm:ptLst>
  <dgm:cxnLst>
    <dgm:cxn modelId="{3D29EB0A-A1DA-46B8-82F8-FC7677801251}" srcId="{6565D9DB-7653-4270-AEFF-329BBF6AF9A9}" destId="{0870C838-B90C-40D4-8EE8-263B0115CD7A}" srcOrd="2" destOrd="0" parTransId="{AFA2B87E-D8BC-4F93-89B7-AF800DDC7F95}" sibTransId="{01FBA616-2C5F-420A-A632-17D334AC8D1D}"/>
    <dgm:cxn modelId="{503F0643-A445-43CD-B03C-3EA70B5326AD}" srcId="{6565D9DB-7653-4270-AEFF-329BBF6AF9A9}" destId="{CA553E3B-D26C-445F-ADC1-379EEDF97528}" srcOrd="0" destOrd="0" parTransId="{175D247F-6920-4A78-A6BD-CF84265FA4FC}" sibTransId="{CE12FE9B-12D1-48AA-98B3-421705DD6389}"/>
    <dgm:cxn modelId="{CDDEC644-67D0-47A7-B448-492B4A8A9CFF}" type="presOf" srcId="{CE12FE9B-12D1-48AA-98B3-421705DD6389}" destId="{237CB7B9-E638-4F35-8A59-16B8F4501F8B}" srcOrd="0" destOrd="0" presId="urn:microsoft.com/office/officeart/2008/layout/VerticalCurvedList"/>
    <dgm:cxn modelId="{E4F33B82-3B07-429E-B627-A6D92A377C8A}" type="presOf" srcId="{DBB029F8-62B6-475A-8270-69E328435521}" destId="{FA27F7E5-E1BB-4B0A-B0D1-D21809EDD64B}" srcOrd="0" destOrd="0" presId="urn:microsoft.com/office/officeart/2008/layout/VerticalCurvedList"/>
    <dgm:cxn modelId="{4F87CF8F-771F-4748-B631-CEC1C640B529}" srcId="{6565D9DB-7653-4270-AEFF-329BBF6AF9A9}" destId="{CE1C32C1-52B2-4779-91A1-EBB030B7A521}" srcOrd="3" destOrd="0" parTransId="{8F107A37-F8F7-4A8D-9AFB-9FF46CB08B18}" sibTransId="{7975E883-CFC1-407C-99B8-3E17992B6E28}"/>
    <dgm:cxn modelId="{E2C71BA9-E8F5-4216-B51E-D62B3E261EC4}" type="presOf" srcId="{6565D9DB-7653-4270-AEFF-329BBF6AF9A9}" destId="{0AF5DE98-A3AA-4BDB-B0FE-D8D56F27CBD1}" srcOrd="0" destOrd="0" presId="urn:microsoft.com/office/officeart/2008/layout/VerticalCurvedList"/>
    <dgm:cxn modelId="{E1D79CC1-60A3-4F36-8E17-EB226E29BD6E}" type="presOf" srcId="{CA553E3B-D26C-445F-ADC1-379EEDF97528}" destId="{BDEC1370-D3F5-47C4-A711-C5D0996BDE46}" srcOrd="0" destOrd="0" presId="urn:microsoft.com/office/officeart/2008/layout/VerticalCurvedList"/>
    <dgm:cxn modelId="{85FE4FDB-4C05-4A12-82CB-9CC5C31B19A0}" srcId="{6565D9DB-7653-4270-AEFF-329BBF6AF9A9}" destId="{DBB029F8-62B6-475A-8270-69E328435521}" srcOrd="1" destOrd="0" parTransId="{0F543475-34F4-46ED-AD10-ED6346487C23}" sibTransId="{3D8AD4B9-236E-4003-A482-B95165F34EB2}"/>
    <dgm:cxn modelId="{517A9AEB-4321-4C43-966C-A4A8C232EE0C}" type="presOf" srcId="{0870C838-B90C-40D4-8EE8-263B0115CD7A}" destId="{EB57DE67-65D6-4523-AA63-C9B542ACFF51}" srcOrd="0" destOrd="0" presId="urn:microsoft.com/office/officeart/2008/layout/VerticalCurvedList"/>
    <dgm:cxn modelId="{16E2F1F4-C6B8-4A77-BEF0-40F19797FE55}" type="presOf" srcId="{CE1C32C1-52B2-4779-91A1-EBB030B7A521}" destId="{27277433-2CA2-4FB5-B4B5-3FE4239218C3}" srcOrd="0" destOrd="0" presId="urn:microsoft.com/office/officeart/2008/layout/VerticalCurvedList"/>
    <dgm:cxn modelId="{F1D0EBA4-E349-4052-BA9A-38EB178E7ACF}" type="presParOf" srcId="{0AF5DE98-A3AA-4BDB-B0FE-D8D56F27CBD1}" destId="{B6408896-F471-4805-A999-A6E630117E8C}" srcOrd="0" destOrd="0" presId="urn:microsoft.com/office/officeart/2008/layout/VerticalCurvedList"/>
    <dgm:cxn modelId="{218C0237-2E08-4CC9-AA36-68565970B429}" type="presParOf" srcId="{B6408896-F471-4805-A999-A6E630117E8C}" destId="{A9A7C237-3AE6-4987-9B61-4F4446C15CE1}" srcOrd="0" destOrd="0" presId="urn:microsoft.com/office/officeart/2008/layout/VerticalCurvedList"/>
    <dgm:cxn modelId="{D87DBAF1-6232-405A-BB02-3C76C8964837}" type="presParOf" srcId="{A9A7C237-3AE6-4987-9B61-4F4446C15CE1}" destId="{04C13B87-58C1-42BE-9EAB-725B89E087F0}" srcOrd="0" destOrd="0" presId="urn:microsoft.com/office/officeart/2008/layout/VerticalCurvedList"/>
    <dgm:cxn modelId="{8A61D43C-6E70-4197-A6A8-4FEF7322EFB3}" type="presParOf" srcId="{A9A7C237-3AE6-4987-9B61-4F4446C15CE1}" destId="{237CB7B9-E638-4F35-8A59-16B8F4501F8B}" srcOrd="1" destOrd="0" presId="urn:microsoft.com/office/officeart/2008/layout/VerticalCurvedList"/>
    <dgm:cxn modelId="{4F6AA8AD-6DBC-4035-9987-B4C53084E553}" type="presParOf" srcId="{A9A7C237-3AE6-4987-9B61-4F4446C15CE1}" destId="{792C061A-B7B6-444F-83B5-136B35FFEDB8}" srcOrd="2" destOrd="0" presId="urn:microsoft.com/office/officeart/2008/layout/VerticalCurvedList"/>
    <dgm:cxn modelId="{615039EC-E934-4EAE-BB08-2771CCBF19E9}" type="presParOf" srcId="{A9A7C237-3AE6-4987-9B61-4F4446C15CE1}" destId="{C4AF2BF6-B293-4615-9F30-3A2DB9880C8D}" srcOrd="3" destOrd="0" presId="urn:microsoft.com/office/officeart/2008/layout/VerticalCurvedList"/>
    <dgm:cxn modelId="{9B9643A3-E45A-4F0D-83F3-28D7CAF34F81}" type="presParOf" srcId="{B6408896-F471-4805-A999-A6E630117E8C}" destId="{BDEC1370-D3F5-47C4-A711-C5D0996BDE46}" srcOrd="1" destOrd="0" presId="urn:microsoft.com/office/officeart/2008/layout/VerticalCurvedList"/>
    <dgm:cxn modelId="{6F410B1C-B576-47BA-8025-EF67A7701009}" type="presParOf" srcId="{B6408896-F471-4805-A999-A6E630117E8C}" destId="{1C052317-6205-4830-9576-B03BCD3AC380}" srcOrd="2" destOrd="0" presId="urn:microsoft.com/office/officeart/2008/layout/VerticalCurvedList"/>
    <dgm:cxn modelId="{B8E8756A-6760-491A-84BB-1BBF90A80EFB}" type="presParOf" srcId="{1C052317-6205-4830-9576-B03BCD3AC380}" destId="{F51EA144-DF25-43F0-84B9-A52795F0184C}" srcOrd="0" destOrd="0" presId="urn:microsoft.com/office/officeart/2008/layout/VerticalCurvedList"/>
    <dgm:cxn modelId="{31E21895-7F94-4751-A200-05286DECD8F4}" type="presParOf" srcId="{B6408896-F471-4805-A999-A6E630117E8C}" destId="{FA27F7E5-E1BB-4B0A-B0D1-D21809EDD64B}" srcOrd="3" destOrd="0" presId="urn:microsoft.com/office/officeart/2008/layout/VerticalCurvedList"/>
    <dgm:cxn modelId="{E73DB6DE-2396-40CB-BA8F-1E4A8B2DBCFB}" type="presParOf" srcId="{B6408896-F471-4805-A999-A6E630117E8C}" destId="{41FC0AB4-A299-4848-97ED-9A30C1DF59CE}" srcOrd="4" destOrd="0" presId="urn:microsoft.com/office/officeart/2008/layout/VerticalCurvedList"/>
    <dgm:cxn modelId="{C66D518A-3E69-4AB2-B4DE-1B3D7B0D1D9C}" type="presParOf" srcId="{41FC0AB4-A299-4848-97ED-9A30C1DF59CE}" destId="{DAA9BEEB-4657-436C-B6F1-273E697E5044}" srcOrd="0" destOrd="0" presId="urn:microsoft.com/office/officeart/2008/layout/VerticalCurvedList"/>
    <dgm:cxn modelId="{657721C3-1C7C-4DB3-98B9-F504CEC029F4}" type="presParOf" srcId="{B6408896-F471-4805-A999-A6E630117E8C}" destId="{EB57DE67-65D6-4523-AA63-C9B542ACFF51}" srcOrd="5" destOrd="0" presId="urn:microsoft.com/office/officeart/2008/layout/VerticalCurvedList"/>
    <dgm:cxn modelId="{E49273E1-80CB-4935-AF9D-E3B43AAD46EB}" type="presParOf" srcId="{B6408896-F471-4805-A999-A6E630117E8C}" destId="{EDFFDE13-6DDB-47AB-9531-541E7617ED2A}" srcOrd="6" destOrd="0" presId="urn:microsoft.com/office/officeart/2008/layout/VerticalCurvedList"/>
    <dgm:cxn modelId="{6F2285F7-FC4D-4B33-838D-759EFA5A007C}" type="presParOf" srcId="{EDFFDE13-6DDB-47AB-9531-541E7617ED2A}" destId="{81B19D78-0D19-4C45-8CC9-69FAF00B6AD7}" srcOrd="0" destOrd="0" presId="urn:microsoft.com/office/officeart/2008/layout/VerticalCurvedList"/>
    <dgm:cxn modelId="{700E0477-07AB-499B-B30E-516D649E4D9E}" type="presParOf" srcId="{B6408896-F471-4805-A999-A6E630117E8C}" destId="{27277433-2CA2-4FB5-B4B5-3FE4239218C3}" srcOrd="7" destOrd="0" presId="urn:microsoft.com/office/officeart/2008/layout/VerticalCurvedList"/>
    <dgm:cxn modelId="{3B8E05A1-5528-4FB3-A58B-916B023E54A2}" type="presParOf" srcId="{B6408896-F471-4805-A999-A6E630117E8C}" destId="{61F0396F-25CD-4AD2-9510-5049FBBC8C6F}" srcOrd="8" destOrd="0" presId="urn:microsoft.com/office/officeart/2008/layout/VerticalCurvedList"/>
    <dgm:cxn modelId="{38F2DCEC-3C4A-4132-9DF6-B6ECBA3E2757}" type="presParOf" srcId="{61F0396F-25CD-4AD2-9510-5049FBBC8C6F}" destId="{932E6561-4B00-49E4-8744-35509C7B87D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8E5732B-FD3D-4B05-8468-6A2CCFA0D07F}" type="doc">
      <dgm:prSet loTypeId="urn:microsoft.com/office/officeart/2005/8/layout/balance1" loCatId="relationship" qsTypeId="urn:microsoft.com/office/officeart/2005/8/quickstyle/3d2" qsCatId="3D" csTypeId="urn:microsoft.com/office/officeart/2005/8/colors/accent1_4" csCatId="accent1" phldr="1"/>
      <dgm:spPr/>
      <dgm:t>
        <a:bodyPr/>
        <a:lstStyle/>
        <a:p>
          <a:endParaRPr lang="es-AR"/>
        </a:p>
      </dgm:t>
    </dgm:pt>
    <dgm:pt modelId="{681AC6B1-AFE1-4937-8CD2-79596E80ECDC}">
      <dgm:prSet phldrT="[Texto]" custT="1"/>
      <dgm:spPr/>
      <dgm:t>
        <a:bodyPr/>
        <a:lstStyle/>
        <a:p>
          <a:pPr>
            <a:buNone/>
          </a:pPr>
          <a:r>
            <a:rPr lang="es-ES" sz="24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Ventajas</a:t>
          </a:r>
          <a:r>
            <a:rPr lang="es-E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s-AR" sz="24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E3F1111-E64F-4C4E-98AC-BC150AEC72F9}" type="parTrans" cxnId="{FE49E02F-2019-4165-967B-D35A3C8DDA2E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86C7E3D-FA14-4D4A-8482-D552AC0F94FF}" type="sibTrans" cxnId="{FE49E02F-2019-4165-967B-D35A3C8DDA2E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F14E6689-0729-47B7-BB2F-9AB730F8132C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s-ES" sz="24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Desventajas</a:t>
          </a:r>
          <a:endParaRPr lang="es-AR" sz="2400" b="1" i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B77A157-17C5-48D8-A417-8447B6BF7226}" type="parTrans" cxnId="{C2FA9EA0-8452-44C0-9D14-0E1F3B00C82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13584D6-7F69-4CEA-B67F-DC9E4B14338C}" type="sibTrans" cxnId="{C2FA9EA0-8452-44C0-9D14-0E1F3B00C82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1C8C120-A5BC-4A7C-8590-DE00C5BFA605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Fácil de implementación</a:t>
          </a:r>
        </a:p>
      </dgm:t>
    </dgm:pt>
    <dgm:pt modelId="{B45EF0F7-07BF-4DFE-BA52-6CDD7740FAEC}" type="parTrans" cxnId="{0FC2AD5F-0C3B-4553-B264-0E0F499FD8B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3E15E2B-30B3-4989-9C92-D40CCB2BEA36}" type="sibTrans" cxnId="{0FC2AD5F-0C3B-4553-B264-0E0F499FD8B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59B2F7C-8236-42A0-A07B-6C2EC3E40740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Sesgo reducido</a:t>
          </a:r>
        </a:p>
      </dgm:t>
    </dgm:pt>
    <dgm:pt modelId="{583DFC41-0EB3-48C6-A57E-6805358320F6}" type="parTrans" cxnId="{6210BAD2-6A72-4697-A4E4-4C077DB5B09C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5077F011-4F84-46B0-BD48-1ADA2E1088E2}" type="sibTrans" cxnId="{6210BAD2-6A72-4697-A4E4-4C077DB5B09C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45FC10E6-0FAF-46CC-A5F3-F9C212F91BA3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Eficacia computacional</a:t>
          </a:r>
        </a:p>
      </dgm:t>
    </dgm:pt>
    <dgm:pt modelId="{D9E305CD-A851-4915-95C1-9FAD1E5FBF65}" type="parTrans" cxnId="{F5647827-B997-4365-BAD1-BF15AB42C6C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14D9ACDD-A3B4-4CCF-8B41-89D677EB0EA3}" type="sibTrans" cxnId="{F5647827-B997-4365-BAD1-BF15AB42C6C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5B8BC71A-4E1A-4B2C-BB02-B483C7AED1FE}">
      <dgm:prSet phldrT="[Texto]"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Vulnerabilidad a datos atípicos</a:t>
          </a:r>
          <a:endParaRPr lang="es-AR" sz="1400" b="1" dirty="0">
            <a:solidFill>
              <a:schemeClr val="tx1"/>
            </a:solidFill>
          </a:endParaRPr>
        </a:p>
      </dgm:t>
    </dgm:pt>
    <dgm:pt modelId="{EA418067-BB2C-4352-A319-3F03507DAE65}" type="parTrans" cxnId="{E697EC63-E120-42F8-B968-42C9916FD60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8777536-0601-428B-AFB2-2968EE19E354}" type="sibTrans" cxnId="{E697EC63-E120-42F8-B968-42C9916FD60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A1251659-611F-4186-8456-D01BD83C6A38}">
      <dgm:prSet phldrT="[Texto]"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Implementación en tiempo real</a:t>
          </a:r>
          <a:endParaRPr lang="es-AR" sz="1400" b="1" dirty="0">
            <a:solidFill>
              <a:schemeClr val="tx1"/>
            </a:solidFill>
          </a:endParaRPr>
        </a:p>
      </dgm:t>
    </dgm:pt>
    <dgm:pt modelId="{5BC5B773-8AC7-4616-91B5-54E3734E9EDC}" type="parTrans" cxnId="{249FF870-0F82-4904-802F-3C4C9A7050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CA837D4-9F9C-47B8-992F-409A2D12ED5A}" type="sibTrans" cxnId="{249FF870-0F82-4904-802F-3C4C9A7050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4310D80D-30D6-4DE7-8BAE-4EB15A0E4C94}">
      <dgm:prSet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Poca variabilidad</a:t>
          </a:r>
          <a:endParaRPr lang="es-AR" sz="1100" b="1" dirty="0">
            <a:solidFill>
              <a:schemeClr val="tx1"/>
            </a:solidFill>
          </a:endParaRPr>
        </a:p>
      </dgm:t>
    </dgm:pt>
    <dgm:pt modelId="{D3ED5E73-CF53-4DD4-892B-4535C8265045}" type="parTrans" cxnId="{2152E4BA-299D-4072-9CE3-724201E26AA0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716643A4-A981-4557-8A12-29931A6DC070}" type="sibTrans" cxnId="{2152E4BA-299D-4072-9CE3-724201E26AA0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4CBE3EC-D1AD-4C97-AFD7-F58BFFE3EA8F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Se necesitan muchos árboles</a:t>
          </a:r>
        </a:p>
      </dgm:t>
    </dgm:pt>
    <dgm:pt modelId="{4EDD2E6E-48A2-4934-B5A9-20B7C8ABA709}" type="parTrans" cxnId="{F9A547CF-48A7-44A4-8E55-982FD5FEE97C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56C60238-3EFD-4E84-BC58-51E542E01C16}" type="sibTrans" cxnId="{F9A547CF-48A7-44A4-8E55-982FD5FEE97C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0ABD29B3-A7A9-4C17-8536-FBBFE660AEB8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No estudia todas las características.</a:t>
          </a:r>
        </a:p>
      </dgm:t>
    </dgm:pt>
    <dgm:pt modelId="{4EB99DE5-B95F-411F-A9EC-17A06FD9CBDB}" type="parTrans" cxnId="{78A2AA10-FA44-4B16-B20F-72174B8FE5E9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B15CB8D7-C288-4B0C-9B0B-6FC31A4D9A09}" type="sibTrans" cxnId="{78A2AA10-FA44-4B16-B20F-72174B8FE5E9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F5943CFD-FA15-4307-816B-82AEA4F30D7E}" type="pres">
      <dgm:prSet presAssocID="{88E5732B-FD3D-4B05-8468-6A2CCFA0D07F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C736F32B-AD45-4680-8297-1D29CE535B48}" type="pres">
      <dgm:prSet presAssocID="{88E5732B-FD3D-4B05-8468-6A2CCFA0D07F}" presName="dummyMaxCanvas" presStyleCnt="0"/>
      <dgm:spPr/>
    </dgm:pt>
    <dgm:pt modelId="{1BE17081-05CC-41D4-A823-AE549850228B}" type="pres">
      <dgm:prSet presAssocID="{88E5732B-FD3D-4B05-8468-6A2CCFA0D07F}" presName="parentComposite" presStyleCnt="0"/>
      <dgm:spPr/>
    </dgm:pt>
    <dgm:pt modelId="{918B49D9-F3E7-49BC-BD46-C9FB7448F11B}" type="pres">
      <dgm:prSet presAssocID="{88E5732B-FD3D-4B05-8468-6A2CCFA0D07F}" presName="parent1" presStyleLbl="alignAccFollowNode1" presStyleIdx="0" presStyleCnt="4" custScaleX="126770">
        <dgm:presLayoutVars>
          <dgm:chMax val="4"/>
        </dgm:presLayoutVars>
      </dgm:prSet>
      <dgm:spPr/>
    </dgm:pt>
    <dgm:pt modelId="{49141FF1-B2E1-4C69-A1AA-7A21904FFE90}" type="pres">
      <dgm:prSet presAssocID="{88E5732B-FD3D-4B05-8468-6A2CCFA0D07F}" presName="parent2" presStyleLbl="alignAccFollowNode1" presStyleIdx="1" presStyleCnt="4" custScaleX="126770">
        <dgm:presLayoutVars>
          <dgm:chMax val="4"/>
        </dgm:presLayoutVars>
      </dgm:prSet>
      <dgm:spPr/>
    </dgm:pt>
    <dgm:pt modelId="{9D4B97A0-A8A4-47BE-AAE9-9856CB9013AB}" type="pres">
      <dgm:prSet presAssocID="{88E5732B-FD3D-4B05-8468-6A2CCFA0D07F}" presName="childrenComposite" presStyleCnt="0"/>
      <dgm:spPr/>
    </dgm:pt>
    <dgm:pt modelId="{17F0DDFF-BBB7-4624-B8F0-D5F30E44B034}" type="pres">
      <dgm:prSet presAssocID="{88E5732B-FD3D-4B05-8468-6A2CCFA0D07F}" presName="dummyMaxCanvas_ChildArea" presStyleCnt="0"/>
      <dgm:spPr/>
    </dgm:pt>
    <dgm:pt modelId="{303F69B0-54A5-4E79-8000-D81C97B74E50}" type="pres">
      <dgm:prSet presAssocID="{88E5732B-FD3D-4B05-8468-6A2CCFA0D07F}" presName="fulcrum" presStyleLbl="alignAccFollowNode1" presStyleIdx="2" presStyleCnt="4"/>
      <dgm:spPr/>
    </dgm:pt>
    <dgm:pt modelId="{08C03E01-8A72-4A98-B48D-6CE43CC10AC1}" type="pres">
      <dgm:prSet presAssocID="{88E5732B-FD3D-4B05-8468-6A2CCFA0D07F}" presName="balance_44" presStyleLbl="alignAccFollowNode1" presStyleIdx="3" presStyleCnt="4" custScaleX="109447">
        <dgm:presLayoutVars>
          <dgm:bulletEnabled val="1"/>
        </dgm:presLayoutVars>
      </dgm:prSet>
      <dgm:spPr/>
    </dgm:pt>
    <dgm:pt modelId="{7DAE429F-98D3-4161-A4F2-5D8A40BA6663}" type="pres">
      <dgm:prSet presAssocID="{88E5732B-FD3D-4B05-8468-6A2CCFA0D07F}" presName="right_44_1" presStyleLbl="node1" presStyleIdx="0" presStyleCnt="8" custScaleX="124112">
        <dgm:presLayoutVars>
          <dgm:bulletEnabled val="1"/>
        </dgm:presLayoutVars>
      </dgm:prSet>
      <dgm:spPr/>
    </dgm:pt>
    <dgm:pt modelId="{21AF3671-ACAE-4282-94F1-337E76CFF537}" type="pres">
      <dgm:prSet presAssocID="{88E5732B-FD3D-4B05-8468-6A2CCFA0D07F}" presName="right_44_2" presStyleLbl="node1" presStyleIdx="1" presStyleCnt="8" custScaleX="124112">
        <dgm:presLayoutVars>
          <dgm:bulletEnabled val="1"/>
        </dgm:presLayoutVars>
      </dgm:prSet>
      <dgm:spPr/>
    </dgm:pt>
    <dgm:pt modelId="{9D9B1F66-960D-451A-AE81-39D1A545FB01}" type="pres">
      <dgm:prSet presAssocID="{88E5732B-FD3D-4B05-8468-6A2CCFA0D07F}" presName="right_44_3" presStyleLbl="node1" presStyleIdx="2" presStyleCnt="8" custScaleX="124112">
        <dgm:presLayoutVars>
          <dgm:bulletEnabled val="1"/>
        </dgm:presLayoutVars>
      </dgm:prSet>
      <dgm:spPr/>
    </dgm:pt>
    <dgm:pt modelId="{32203C8A-8256-45D7-AF31-2B64BB11F99D}" type="pres">
      <dgm:prSet presAssocID="{88E5732B-FD3D-4B05-8468-6A2CCFA0D07F}" presName="right_44_4" presStyleLbl="node1" presStyleIdx="3" presStyleCnt="8" custScaleX="124112">
        <dgm:presLayoutVars>
          <dgm:bulletEnabled val="1"/>
        </dgm:presLayoutVars>
      </dgm:prSet>
      <dgm:spPr/>
    </dgm:pt>
    <dgm:pt modelId="{32366EFF-E19B-4934-AC99-351105168C36}" type="pres">
      <dgm:prSet presAssocID="{88E5732B-FD3D-4B05-8468-6A2CCFA0D07F}" presName="left_44_1" presStyleLbl="node1" presStyleIdx="4" presStyleCnt="8" custScaleX="124112">
        <dgm:presLayoutVars>
          <dgm:bulletEnabled val="1"/>
        </dgm:presLayoutVars>
      </dgm:prSet>
      <dgm:spPr/>
    </dgm:pt>
    <dgm:pt modelId="{E0228D86-6389-493C-A41F-BA0791FA427F}" type="pres">
      <dgm:prSet presAssocID="{88E5732B-FD3D-4B05-8468-6A2CCFA0D07F}" presName="left_44_2" presStyleLbl="node1" presStyleIdx="5" presStyleCnt="8" custScaleX="124112">
        <dgm:presLayoutVars>
          <dgm:bulletEnabled val="1"/>
        </dgm:presLayoutVars>
      </dgm:prSet>
      <dgm:spPr/>
    </dgm:pt>
    <dgm:pt modelId="{04F443C5-5AAD-4282-922D-3C9737035C7A}" type="pres">
      <dgm:prSet presAssocID="{88E5732B-FD3D-4B05-8468-6A2CCFA0D07F}" presName="left_44_3" presStyleLbl="node1" presStyleIdx="6" presStyleCnt="8" custScaleX="124112">
        <dgm:presLayoutVars>
          <dgm:bulletEnabled val="1"/>
        </dgm:presLayoutVars>
      </dgm:prSet>
      <dgm:spPr/>
    </dgm:pt>
    <dgm:pt modelId="{154A78B5-BEE5-4DC2-8015-472A9F6CC161}" type="pres">
      <dgm:prSet presAssocID="{88E5732B-FD3D-4B05-8468-6A2CCFA0D07F}" presName="left_44_4" presStyleLbl="node1" presStyleIdx="7" presStyleCnt="8" custScaleX="124112">
        <dgm:presLayoutVars>
          <dgm:bulletEnabled val="1"/>
        </dgm:presLayoutVars>
      </dgm:prSet>
      <dgm:spPr/>
    </dgm:pt>
  </dgm:ptLst>
  <dgm:cxnLst>
    <dgm:cxn modelId="{78A2AA10-FA44-4B16-B20F-72174B8FE5E9}" srcId="{F14E6689-0729-47B7-BB2F-9AB730F8132C}" destId="{0ABD29B3-A7A9-4C17-8536-FBBFE660AEB8}" srcOrd="3" destOrd="0" parTransId="{4EB99DE5-B95F-411F-A9EC-17A06FD9CBDB}" sibTransId="{B15CB8D7-C288-4B0C-9B0B-6FC31A4D9A09}"/>
    <dgm:cxn modelId="{F5647827-B997-4365-BAD1-BF15AB42C6C2}" srcId="{681AC6B1-AFE1-4937-8CD2-79596E80ECDC}" destId="{45FC10E6-0FAF-46CC-A5F3-F9C212F91BA3}" srcOrd="2" destOrd="0" parTransId="{D9E305CD-A851-4915-95C1-9FAD1E5FBF65}" sibTransId="{14D9ACDD-A3B4-4CCF-8B41-89D677EB0EA3}"/>
    <dgm:cxn modelId="{C87F062E-8CCD-493D-851F-6FD207879E09}" type="presOf" srcId="{45FC10E6-0FAF-46CC-A5F3-F9C212F91BA3}" destId="{04F443C5-5AAD-4282-922D-3C9737035C7A}" srcOrd="0" destOrd="0" presId="urn:microsoft.com/office/officeart/2005/8/layout/balance1"/>
    <dgm:cxn modelId="{FE49E02F-2019-4165-967B-D35A3C8DDA2E}" srcId="{88E5732B-FD3D-4B05-8468-6A2CCFA0D07F}" destId="{681AC6B1-AFE1-4937-8CD2-79596E80ECDC}" srcOrd="0" destOrd="0" parTransId="{6E3F1111-E64F-4C4E-98AC-BC150AEC72F9}" sibTransId="{086C7E3D-FA14-4D4A-8482-D552AC0F94FF}"/>
    <dgm:cxn modelId="{6607E63B-58A8-4CB9-BE4F-5D5A15AB7678}" type="presOf" srcId="{81C8C120-A5BC-4A7C-8590-DE00C5BFA605}" destId="{32366EFF-E19B-4934-AC99-351105168C36}" srcOrd="0" destOrd="0" presId="urn:microsoft.com/office/officeart/2005/8/layout/balance1"/>
    <dgm:cxn modelId="{0FC2AD5F-0C3B-4553-B264-0E0F499FD8B0}" srcId="{681AC6B1-AFE1-4937-8CD2-79596E80ECDC}" destId="{81C8C120-A5BC-4A7C-8590-DE00C5BFA605}" srcOrd="0" destOrd="0" parTransId="{B45EF0F7-07BF-4DFE-BA52-6CDD7740FAEC}" sibTransId="{73E15E2B-30B3-4989-9C92-D40CCB2BEA36}"/>
    <dgm:cxn modelId="{E697EC63-E120-42F8-B968-42C9916FD609}" srcId="{F14E6689-0729-47B7-BB2F-9AB730F8132C}" destId="{5B8BC71A-4E1A-4B2C-BB02-B483C7AED1FE}" srcOrd="0" destOrd="0" parTransId="{EA418067-BB2C-4352-A319-3F03507DAE65}" sibTransId="{08777536-0601-428B-AFB2-2968EE19E354}"/>
    <dgm:cxn modelId="{249FF870-0F82-4904-802F-3C4C9A705051}" srcId="{F14E6689-0729-47B7-BB2F-9AB730F8132C}" destId="{A1251659-611F-4186-8456-D01BD83C6A38}" srcOrd="1" destOrd="0" parTransId="{5BC5B773-8AC7-4616-91B5-54E3734E9EDC}" sibTransId="{7CA837D4-9F9C-47B8-992F-409A2D12ED5A}"/>
    <dgm:cxn modelId="{BD9FD375-63B1-47D8-82D3-53A63BDB2F85}" type="presOf" srcId="{A1251659-611F-4186-8456-D01BD83C6A38}" destId="{21AF3671-ACAE-4282-94F1-337E76CFF537}" srcOrd="0" destOrd="0" presId="urn:microsoft.com/office/officeart/2005/8/layout/balance1"/>
    <dgm:cxn modelId="{C2FA9EA0-8452-44C0-9D14-0E1F3B00C821}" srcId="{88E5732B-FD3D-4B05-8468-6A2CCFA0D07F}" destId="{F14E6689-0729-47B7-BB2F-9AB730F8132C}" srcOrd="1" destOrd="0" parTransId="{DB77A157-17C5-48D8-A417-8447B6BF7226}" sibTransId="{213584D6-7F69-4CEA-B67F-DC9E4B14338C}"/>
    <dgm:cxn modelId="{F1AC74A7-AB84-44A1-8C6F-9DBAB5781BD4}" type="presOf" srcId="{88E5732B-FD3D-4B05-8468-6A2CCFA0D07F}" destId="{F5943CFD-FA15-4307-816B-82AEA4F30D7E}" srcOrd="0" destOrd="0" presId="urn:microsoft.com/office/officeart/2005/8/layout/balance1"/>
    <dgm:cxn modelId="{7354CBA9-BE7B-4054-97B5-9D2AA6BEB60D}" type="presOf" srcId="{5B8BC71A-4E1A-4B2C-BB02-B483C7AED1FE}" destId="{7DAE429F-98D3-4161-A4F2-5D8A40BA6663}" srcOrd="0" destOrd="0" presId="urn:microsoft.com/office/officeart/2005/8/layout/balance1"/>
    <dgm:cxn modelId="{6C8144B0-2B36-463C-97C8-BAB69025DACA}" type="presOf" srcId="{14CBE3EC-D1AD-4C97-AFD7-F58BFFE3EA8F}" destId="{9D9B1F66-960D-451A-AE81-39D1A545FB01}" srcOrd="0" destOrd="0" presId="urn:microsoft.com/office/officeart/2005/8/layout/balance1"/>
    <dgm:cxn modelId="{2152E4BA-299D-4072-9CE3-724201E26AA0}" srcId="{681AC6B1-AFE1-4937-8CD2-79596E80ECDC}" destId="{4310D80D-30D6-4DE7-8BAE-4EB15A0E4C94}" srcOrd="3" destOrd="0" parTransId="{D3ED5E73-CF53-4DD4-892B-4535C8265045}" sibTransId="{716643A4-A981-4557-8A12-29931A6DC070}"/>
    <dgm:cxn modelId="{B10B68C2-F3EB-4C0E-80FA-61EBA83FED0E}" type="presOf" srcId="{0ABD29B3-A7A9-4C17-8536-FBBFE660AEB8}" destId="{32203C8A-8256-45D7-AF31-2B64BB11F99D}" srcOrd="0" destOrd="0" presId="urn:microsoft.com/office/officeart/2005/8/layout/balance1"/>
    <dgm:cxn modelId="{ED1E80C7-580F-4D1F-A13C-C6B72FC22F55}" type="presOf" srcId="{4310D80D-30D6-4DE7-8BAE-4EB15A0E4C94}" destId="{154A78B5-BEE5-4DC2-8015-472A9F6CC161}" srcOrd="0" destOrd="0" presId="urn:microsoft.com/office/officeart/2005/8/layout/balance1"/>
    <dgm:cxn modelId="{E4B82ECD-326B-466B-A995-11A073AD6AAA}" type="presOf" srcId="{F14E6689-0729-47B7-BB2F-9AB730F8132C}" destId="{49141FF1-B2E1-4C69-A1AA-7A21904FFE90}" srcOrd="0" destOrd="0" presId="urn:microsoft.com/office/officeart/2005/8/layout/balance1"/>
    <dgm:cxn modelId="{F9A547CF-48A7-44A4-8E55-982FD5FEE97C}" srcId="{F14E6689-0729-47B7-BB2F-9AB730F8132C}" destId="{14CBE3EC-D1AD-4C97-AFD7-F58BFFE3EA8F}" srcOrd="2" destOrd="0" parTransId="{4EDD2E6E-48A2-4934-B5A9-20B7C8ABA709}" sibTransId="{56C60238-3EFD-4E84-BC58-51E542E01C16}"/>
    <dgm:cxn modelId="{6210BAD2-6A72-4697-A4E4-4C077DB5B09C}" srcId="{681AC6B1-AFE1-4937-8CD2-79596E80ECDC}" destId="{059B2F7C-8236-42A0-A07B-6C2EC3E40740}" srcOrd="1" destOrd="0" parTransId="{583DFC41-0EB3-48C6-A57E-6805358320F6}" sibTransId="{5077F011-4F84-46B0-BD48-1ADA2E1088E2}"/>
    <dgm:cxn modelId="{70DC91E0-A32A-455D-8914-A4C8C32DEADD}" type="presOf" srcId="{681AC6B1-AFE1-4937-8CD2-79596E80ECDC}" destId="{918B49D9-F3E7-49BC-BD46-C9FB7448F11B}" srcOrd="0" destOrd="0" presId="urn:microsoft.com/office/officeart/2005/8/layout/balance1"/>
    <dgm:cxn modelId="{9CA152E3-EA3A-4010-9830-6A2786D59213}" type="presOf" srcId="{059B2F7C-8236-42A0-A07B-6C2EC3E40740}" destId="{E0228D86-6389-493C-A41F-BA0791FA427F}" srcOrd="0" destOrd="0" presId="urn:microsoft.com/office/officeart/2005/8/layout/balance1"/>
    <dgm:cxn modelId="{34623361-7F0E-41A2-8DD8-9A8E5DC5A42E}" type="presParOf" srcId="{F5943CFD-FA15-4307-816B-82AEA4F30D7E}" destId="{C736F32B-AD45-4680-8297-1D29CE535B48}" srcOrd="0" destOrd="0" presId="urn:microsoft.com/office/officeart/2005/8/layout/balance1"/>
    <dgm:cxn modelId="{B455D47F-1699-41BC-83BD-6217D3A79C25}" type="presParOf" srcId="{F5943CFD-FA15-4307-816B-82AEA4F30D7E}" destId="{1BE17081-05CC-41D4-A823-AE549850228B}" srcOrd="1" destOrd="0" presId="urn:microsoft.com/office/officeart/2005/8/layout/balance1"/>
    <dgm:cxn modelId="{ECAA6AD8-87C7-40EA-B56C-D8052ED21D43}" type="presParOf" srcId="{1BE17081-05CC-41D4-A823-AE549850228B}" destId="{918B49D9-F3E7-49BC-BD46-C9FB7448F11B}" srcOrd="0" destOrd="0" presId="urn:microsoft.com/office/officeart/2005/8/layout/balance1"/>
    <dgm:cxn modelId="{E0931081-2ED1-495B-B9E5-B543411669EC}" type="presParOf" srcId="{1BE17081-05CC-41D4-A823-AE549850228B}" destId="{49141FF1-B2E1-4C69-A1AA-7A21904FFE90}" srcOrd="1" destOrd="0" presId="urn:microsoft.com/office/officeart/2005/8/layout/balance1"/>
    <dgm:cxn modelId="{E4296E50-26AB-4CD4-B1F6-50EEDEFB54C1}" type="presParOf" srcId="{F5943CFD-FA15-4307-816B-82AEA4F30D7E}" destId="{9D4B97A0-A8A4-47BE-AAE9-9856CB9013AB}" srcOrd="2" destOrd="0" presId="urn:microsoft.com/office/officeart/2005/8/layout/balance1"/>
    <dgm:cxn modelId="{9AEAB136-ADE6-43BC-88AE-86245B4FBD93}" type="presParOf" srcId="{9D4B97A0-A8A4-47BE-AAE9-9856CB9013AB}" destId="{17F0DDFF-BBB7-4624-B8F0-D5F30E44B034}" srcOrd="0" destOrd="0" presId="urn:microsoft.com/office/officeart/2005/8/layout/balance1"/>
    <dgm:cxn modelId="{6F9EF7C8-EB82-4774-A6F2-3F1BA378EA9C}" type="presParOf" srcId="{9D4B97A0-A8A4-47BE-AAE9-9856CB9013AB}" destId="{303F69B0-54A5-4E79-8000-D81C97B74E50}" srcOrd="1" destOrd="0" presId="urn:microsoft.com/office/officeart/2005/8/layout/balance1"/>
    <dgm:cxn modelId="{1DE4522C-C880-4070-9F19-9BF5DDC0F602}" type="presParOf" srcId="{9D4B97A0-A8A4-47BE-AAE9-9856CB9013AB}" destId="{08C03E01-8A72-4A98-B48D-6CE43CC10AC1}" srcOrd="2" destOrd="0" presId="urn:microsoft.com/office/officeart/2005/8/layout/balance1"/>
    <dgm:cxn modelId="{919839CF-509E-47B9-A124-5DBB368C540D}" type="presParOf" srcId="{9D4B97A0-A8A4-47BE-AAE9-9856CB9013AB}" destId="{7DAE429F-98D3-4161-A4F2-5D8A40BA6663}" srcOrd="3" destOrd="0" presId="urn:microsoft.com/office/officeart/2005/8/layout/balance1"/>
    <dgm:cxn modelId="{95E020ED-E181-4E99-A6AB-A7FF9DF029BD}" type="presParOf" srcId="{9D4B97A0-A8A4-47BE-AAE9-9856CB9013AB}" destId="{21AF3671-ACAE-4282-94F1-337E76CFF537}" srcOrd="4" destOrd="0" presId="urn:microsoft.com/office/officeart/2005/8/layout/balance1"/>
    <dgm:cxn modelId="{8899E44E-2442-4DC3-B44B-992FA602A806}" type="presParOf" srcId="{9D4B97A0-A8A4-47BE-AAE9-9856CB9013AB}" destId="{9D9B1F66-960D-451A-AE81-39D1A545FB01}" srcOrd="5" destOrd="0" presId="urn:microsoft.com/office/officeart/2005/8/layout/balance1"/>
    <dgm:cxn modelId="{B8287A12-4EA0-4BA0-AA31-FC1F1D1A91AB}" type="presParOf" srcId="{9D4B97A0-A8A4-47BE-AAE9-9856CB9013AB}" destId="{32203C8A-8256-45D7-AF31-2B64BB11F99D}" srcOrd="6" destOrd="0" presId="urn:microsoft.com/office/officeart/2005/8/layout/balance1"/>
    <dgm:cxn modelId="{1AD17098-E38B-4D17-ADBC-1ECD96247925}" type="presParOf" srcId="{9D4B97A0-A8A4-47BE-AAE9-9856CB9013AB}" destId="{32366EFF-E19B-4934-AC99-351105168C36}" srcOrd="7" destOrd="0" presId="urn:microsoft.com/office/officeart/2005/8/layout/balance1"/>
    <dgm:cxn modelId="{9719E77E-7978-49BD-98BC-8D82D330ABBA}" type="presParOf" srcId="{9D4B97A0-A8A4-47BE-AAE9-9856CB9013AB}" destId="{E0228D86-6389-493C-A41F-BA0791FA427F}" srcOrd="8" destOrd="0" presId="urn:microsoft.com/office/officeart/2005/8/layout/balance1"/>
    <dgm:cxn modelId="{4B8E01DA-D97A-472C-8B25-3977BD628359}" type="presParOf" srcId="{9D4B97A0-A8A4-47BE-AAE9-9856CB9013AB}" destId="{04F443C5-5AAD-4282-922D-3C9737035C7A}" srcOrd="9" destOrd="0" presId="urn:microsoft.com/office/officeart/2005/8/layout/balance1"/>
    <dgm:cxn modelId="{D191FF31-8015-46AF-BAD8-255E39E9AADE}" type="presParOf" srcId="{9D4B97A0-A8A4-47BE-AAE9-9856CB9013AB}" destId="{154A78B5-BEE5-4DC2-8015-472A9F6CC161}" srcOrd="10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F340E4D-609D-408D-B47C-9FC944ABA93F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93F64770-507C-4888-9EDB-C81811598CBF}">
      <dgm:prSet phldrT="[Texto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s-AR" sz="1800" b="1" dirty="0"/>
            <a:t>Clasificador compuesto de varios clasificadores.</a:t>
          </a:r>
        </a:p>
      </dgm:t>
    </dgm:pt>
    <dgm:pt modelId="{6817034A-4DBF-4AFB-921A-60E54B5A6094}" type="parTrans" cxnId="{E0532020-6580-4797-9ED6-D100E8EC74A6}">
      <dgm:prSet/>
      <dgm:spPr/>
      <dgm:t>
        <a:bodyPr/>
        <a:lstStyle/>
        <a:p>
          <a:endParaRPr lang="es-AR" sz="2000" b="1"/>
        </a:p>
      </dgm:t>
    </dgm:pt>
    <dgm:pt modelId="{33FE31E5-D6DA-49FC-9FDD-2F9F111BF243}" type="sibTrans" cxnId="{E0532020-6580-4797-9ED6-D100E8EC74A6}">
      <dgm:prSet/>
      <dgm:spPr/>
      <dgm:t>
        <a:bodyPr/>
        <a:lstStyle/>
        <a:p>
          <a:endParaRPr lang="es-AR" sz="2000" b="1"/>
        </a:p>
      </dgm:t>
    </dgm:pt>
    <dgm:pt modelId="{478960D7-472A-4BC3-9C0A-4528139393CA}">
      <dgm:prSet custT="1"/>
      <dgm:spPr/>
      <dgm:t>
        <a:bodyPr/>
        <a:lstStyle/>
        <a:p>
          <a:r>
            <a:rPr lang="es-MX" sz="1800" b="1"/>
            <a:t>Cada clasificador que lo compone se entrena sobre el conjunto de datos.</a:t>
          </a:r>
          <a:endParaRPr lang="es-MX" sz="1800" b="1" dirty="0"/>
        </a:p>
      </dgm:t>
    </dgm:pt>
    <dgm:pt modelId="{A25429CB-4FF1-420D-BFD9-CA6350169DDB}" type="parTrans" cxnId="{C5F555AA-AA16-47BB-94E6-BB8C42AFC55C}">
      <dgm:prSet/>
      <dgm:spPr/>
      <dgm:t>
        <a:bodyPr/>
        <a:lstStyle/>
        <a:p>
          <a:endParaRPr lang="es-AR" sz="2000" b="1"/>
        </a:p>
      </dgm:t>
    </dgm:pt>
    <dgm:pt modelId="{8E6817D3-C9FF-44FE-A84B-CA4610386C1B}" type="sibTrans" cxnId="{C5F555AA-AA16-47BB-94E6-BB8C42AFC55C}">
      <dgm:prSet/>
      <dgm:spPr/>
      <dgm:t>
        <a:bodyPr/>
        <a:lstStyle/>
        <a:p>
          <a:endParaRPr lang="es-AR" sz="2000" b="1"/>
        </a:p>
      </dgm:t>
    </dgm:pt>
    <dgm:pt modelId="{45F92CEC-BE1D-4F0F-BD96-DAC8596D02B0}">
      <dgm:prSet custT="1"/>
      <dgm:spPr/>
      <dgm:t>
        <a:bodyPr/>
        <a:lstStyle/>
        <a:p>
          <a:r>
            <a:rPr lang="es-MX" sz="1800" b="1"/>
            <a:t>El clasificador de “voting” final simplemente elige la clase que tuvo “más votos” de parte de los clasificadores que lo componen.</a:t>
          </a:r>
          <a:endParaRPr lang="es-MX" sz="1800" b="1" dirty="0"/>
        </a:p>
      </dgm:t>
    </dgm:pt>
    <dgm:pt modelId="{3454B146-31CC-450D-A4FE-87CCEC5B571D}" type="parTrans" cxnId="{2033FEE0-8042-4C40-A75F-72B1B627AC86}">
      <dgm:prSet/>
      <dgm:spPr/>
      <dgm:t>
        <a:bodyPr/>
        <a:lstStyle/>
        <a:p>
          <a:endParaRPr lang="es-AR" sz="2000" b="1"/>
        </a:p>
      </dgm:t>
    </dgm:pt>
    <dgm:pt modelId="{3AF26AA3-2ABA-4AEA-9D7C-58AB977FE422}" type="sibTrans" cxnId="{2033FEE0-8042-4C40-A75F-72B1B627AC86}">
      <dgm:prSet/>
      <dgm:spPr/>
      <dgm:t>
        <a:bodyPr/>
        <a:lstStyle/>
        <a:p>
          <a:endParaRPr lang="es-AR" sz="2000" b="1"/>
        </a:p>
      </dgm:t>
    </dgm:pt>
    <dgm:pt modelId="{99450980-FF50-4A17-80B6-FEA6AA7A6423}">
      <dgm:prSet custT="1"/>
      <dgm:spPr/>
      <dgm:t>
        <a:bodyPr/>
        <a:lstStyle/>
        <a:p>
          <a:r>
            <a:rPr lang="es-MX" sz="1800" b="1"/>
            <a:t>La votación puede ser “hard” (simplemente se cuenta la cantidad de votos para una clase) o “soft” (se usa la probabilidad).</a:t>
          </a:r>
          <a:endParaRPr lang="es-MX" sz="1800" b="1" dirty="0"/>
        </a:p>
      </dgm:t>
    </dgm:pt>
    <dgm:pt modelId="{856FA74D-FDE0-49E1-8574-CBE480A2D0E5}" type="parTrans" cxnId="{37D90EF5-BF06-4A6C-A799-4CE379B523C3}">
      <dgm:prSet/>
      <dgm:spPr/>
      <dgm:t>
        <a:bodyPr/>
        <a:lstStyle/>
        <a:p>
          <a:endParaRPr lang="es-AR" sz="2000" b="1"/>
        </a:p>
      </dgm:t>
    </dgm:pt>
    <dgm:pt modelId="{B0E30BC8-39D2-438F-B394-8DEEBD3666EB}" type="sibTrans" cxnId="{37D90EF5-BF06-4A6C-A799-4CE379B523C3}">
      <dgm:prSet/>
      <dgm:spPr/>
      <dgm:t>
        <a:bodyPr/>
        <a:lstStyle/>
        <a:p>
          <a:endParaRPr lang="es-AR" sz="2000" b="1"/>
        </a:p>
      </dgm:t>
    </dgm:pt>
    <dgm:pt modelId="{1E075E58-3886-4068-80C2-13A22450F909}" type="pres">
      <dgm:prSet presAssocID="{9F340E4D-609D-408D-B47C-9FC944ABA93F}" presName="Name0" presStyleCnt="0">
        <dgm:presLayoutVars>
          <dgm:chMax val="7"/>
          <dgm:chPref val="7"/>
          <dgm:dir/>
        </dgm:presLayoutVars>
      </dgm:prSet>
      <dgm:spPr/>
    </dgm:pt>
    <dgm:pt modelId="{6F5B4B78-0F49-4DBC-AB6B-0F867513F2F3}" type="pres">
      <dgm:prSet presAssocID="{9F340E4D-609D-408D-B47C-9FC944ABA93F}" presName="Name1" presStyleCnt="0"/>
      <dgm:spPr/>
    </dgm:pt>
    <dgm:pt modelId="{21E6C868-85D5-4F7E-ABF2-A79C917EFA7B}" type="pres">
      <dgm:prSet presAssocID="{9F340E4D-609D-408D-B47C-9FC944ABA93F}" presName="cycle" presStyleCnt="0"/>
      <dgm:spPr/>
    </dgm:pt>
    <dgm:pt modelId="{1022F6EB-27C0-4BF0-A777-02ABC8FBCF03}" type="pres">
      <dgm:prSet presAssocID="{9F340E4D-609D-408D-B47C-9FC944ABA93F}" presName="srcNode" presStyleLbl="node1" presStyleIdx="0" presStyleCnt="4"/>
      <dgm:spPr/>
    </dgm:pt>
    <dgm:pt modelId="{55C2118C-49CC-404E-9970-F8D1981C5ABE}" type="pres">
      <dgm:prSet presAssocID="{9F340E4D-609D-408D-B47C-9FC944ABA93F}" presName="conn" presStyleLbl="parChTrans1D2" presStyleIdx="0" presStyleCnt="1"/>
      <dgm:spPr/>
    </dgm:pt>
    <dgm:pt modelId="{B73D9607-5843-466B-982E-8448856ED41B}" type="pres">
      <dgm:prSet presAssocID="{9F340E4D-609D-408D-B47C-9FC944ABA93F}" presName="extraNode" presStyleLbl="node1" presStyleIdx="0" presStyleCnt="4"/>
      <dgm:spPr/>
    </dgm:pt>
    <dgm:pt modelId="{24B8AE36-9298-4A31-9F6F-43E7B17FEF19}" type="pres">
      <dgm:prSet presAssocID="{9F340E4D-609D-408D-B47C-9FC944ABA93F}" presName="dstNode" presStyleLbl="node1" presStyleIdx="0" presStyleCnt="4"/>
      <dgm:spPr/>
    </dgm:pt>
    <dgm:pt modelId="{ACC56976-27DF-440A-B51F-3B164895A343}" type="pres">
      <dgm:prSet presAssocID="{93F64770-507C-4888-9EDB-C81811598CBF}" presName="text_1" presStyleLbl="node1" presStyleIdx="0" presStyleCnt="4">
        <dgm:presLayoutVars>
          <dgm:bulletEnabled val="1"/>
        </dgm:presLayoutVars>
      </dgm:prSet>
      <dgm:spPr/>
    </dgm:pt>
    <dgm:pt modelId="{D548A580-649B-43E1-892E-96EC4EAB7498}" type="pres">
      <dgm:prSet presAssocID="{93F64770-507C-4888-9EDB-C81811598CBF}" presName="accent_1" presStyleCnt="0"/>
      <dgm:spPr/>
    </dgm:pt>
    <dgm:pt modelId="{7C102AB7-E5B2-4B28-B091-3596FA017B62}" type="pres">
      <dgm:prSet presAssocID="{93F64770-507C-4888-9EDB-C81811598CBF}" presName="accentRepeatNode" presStyleLbl="solidFgAcc1" presStyleIdx="0" presStyleCnt="4"/>
      <dgm:spPr/>
    </dgm:pt>
    <dgm:pt modelId="{B300293E-14AB-4EC2-92B2-79B8BA2E7B1D}" type="pres">
      <dgm:prSet presAssocID="{478960D7-472A-4BC3-9C0A-4528139393CA}" presName="text_2" presStyleLbl="node1" presStyleIdx="1" presStyleCnt="4">
        <dgm:presLayoutVars>
          <dgm:bulletEnabled val="1"/>
        </dgm:presLayoutVars>
      </dgm:prSet>
      <dgm:spPr/>
    </dgm:pt>
    <dgm:pt modelId="{4A499F30-89C8-4500-9419-D6CAA08CB997}" type="pres">
      <dgm:prSet presAssocID="{478960D7-472A-4BC3-9C0A-4528139393CA}" presName="accent_2" presStyleCnt="0"/>
      <dgm:spPr/>
    </dgm:pt>
    <dgm:pt modelId="{DBEE889F-3758-44AC-A723-728D396DD06C}" type="pres">
      <dgm:prSet presAssocID="{478960D7-472A-4BC3-9C0A-4528139393CA}" presName="accentRepeatNode" presStyleLbl="solidFgAcc1" presStyleIdx="1" presStyleCnt="4"/>
      <dgm:spPr/>
    </dgm:pt>
    <dgm:pt modelId="{CC14B376-604D-49D5-8838-57D32CA0089C}" type="pres">
      <dgm:prSet presAssocID="{45F92CEC-BE1D-4F0F-BD96-DAC8596D02B0}" presName="text_3" presStyleLbl="node1" presStyleIdx="2" presStyleCnt="4">
        <dgm:presLayoutVars>
          <dgm:bulletEnabled val="1"/>
        </dgm:presLayoutVars>
      </dgm:prSet>
      <dgm:spPr/>
    </dgm:pt>
    <dgm:pt modelId="{DA62F09D-51D7-45A7-B34D-D7CEFC90C4C2}" type="pres">
      <dgm:prSet presAssocID="{45F92CEC-BE1D-4F0F-BD96-DAC8596D02B0}" presName="accent_3" presStyleCnt="0"/>
      <dgm:spPr/>
    </dgm:pt>
    <dgm:pt modelId="{1384A7CC-F4F1-44D0-89D7-EFC473062C90}" type="pres">
      <dgm:prSet presAssocID="{45F92CEC-BE1D-4F0F-BD96-DAC8596D02B0}" presName="accentRepeatNode" presStyleLbl="solidFgAcc1" presStyleIdx="2" presStyleCnt="4"/>
      <dgm:spPr/>
    </dgm:pt>
    <dgm:pt modelId="{40E81C4B-B92E-46E3-BC25-A83AB1712589}" type="pres">
      <dgm:prSet presAssocID="{99450980-FF50-4A17-80B6-FEA6AA7A6423}" presName="text_4" presStyleLbl="node1" presStyleIdx="3" presStyleCnt="4">
        <dgm:presLayoutVars>
          <dgm:bulletEnabled val="1"/>
        </dgm:presLayoutVars>
      </dgm:prSet>
      <dgm:spPr/>
    </dgm:pt>
    <dgm:pt modelId="{39D6C75E-DA56-4DFA-B6A1-8BEB6D52790B}" type="pres">
      <dgm:prSet presAssocID="{99450980-FF50-4A17-80B6-FEA6AA7A6423}" presName="accent_4" presStyleCnt="0"/>
      <dgm:spPr/>
    </dgm:pt>
    <dgm:pt modelId="{B8112DE9-27DA-4C24-99F4-4631E9904082}" type="pres">
      <dgm:prSet presAssocID="{99450980-FF50-4A17-80B6-FEA6AA7A6423}" presName="accentRepeatNode" presStyleLbl="solidFgAcc1" presStyleIdx="3" presStyleCnt="4"/>
      <dgm:spPr/>
    </dgm:pt>
  </dgm:ptLst>
  <dgm:cxnLst>
    <dgm:cxn modelId="{58271C0F-E522-4D31-8335-1BC9328DD4F8}" type="presOf" srcId="{9F340E4D-609D-408D-B47C-9FC944ABA93F}" destId="{1E075E58-3886-4068-80C2-13A22450F909}" srcOrd="0" destOrd="0" presId="urn:microsoft.com/office/officeart/2008/layout/VerticalCurvedList"/>
    <dgm:cxn modelId="{9ACD5E15-3514-4EE0-84BC-F88FC91CFD42}" type="presOf" srcId="{33FE31E5-D6DA-49FC-9FDD-2F9F111BF243}" destId="{55C2118C-49CC-404E-9970-F8D1981C5ABE}" srcOrd="0" destOrd="0" presId="urn:microsoft.com/office/officeart/2008/layout/VerticalCurvedList"/>
    <dgm:cxn modelId="{B4206317-CD2B-4240-8421-14481592C783}" type="presOf" srcId="{45F92CEC-BE1D-4F0F-BD96-DAC8596D02B0}" destId="{CC14B376-604D-49D5-8838-57D32CA0089C}" srcOrd="0" destOrd="0" presId="urn:microsoft.com/office/officeart/2008/layout/VerticalCurvedList"/>
    <dgm:cxn modelId="{E0532020-6580-4797-9ED6-D100E8EC74A6}" srcId="{9F340E4D-609D-408D-B47C-9FC944ABA93F}" destId="{93F64770-507C-4888-9EDB-C81811598CBF}" srcOrd="0" destOrd="0" parTransId="{6817034A-4DBF-4AFB-921A-60E54B5A6094}" sibTransId="{33FE31E5-D6DA-49FC-9FDD-2F9F111BF243}"/>
    <dgm:cxn modelId="{C5F555AA-AA16-47BB-94E6-BB8C42AFC55C}" srcId="{9F340E4D-609D-408D-B47C-9FC944ABA93F}" destId="{478960D7-472A-4BC3-9C0A-4528139393CA}" srcOrd="1" destOrd="0" parTransId="{A25429CB-4FF1-420D-BFD9-CA6350169DDB}" sibTransId="{8E6817D3-C9FF-44FE-A84B-CA4610386C1B}"/>
    <dgm:cxn modelId="{30DBE1DE-7ACA-4B2D-BBA9-1DB11175C929}" type="presOf" srcId="{478960D7-472A-4BC3-9C0A-4528139393CA}" destId="{B300293E-14AB-4EC2-92B2-79B8BA2E7B1D}" srcOrd="0" destOrd="0" presId="urn:microsoft.com/office/officeart/2008/layout/VerticalCurvedList"/>
    <dgm:cxn modelId="{2033FEE0-8042-4C40-A75F-72B1B627AC86}" srcId="{9F340E4D-609D-408D-B47C-9FC944ABA93F}" destId="{45F92CEC-BE1D-4F0F-BD96-DAC8596D02B0}" srcOrd="2" destOrd="0" parTransId="{3454B146-31CC-450D-A4FE-87CCEC5B571D}" sibTransId="{3AF26AA3-2ABA-4AEA-9D7C-58AB977FE422}"/>
    <dgm:cxn modelId="{39AF1FE2-D8CB-44B8-BD42-99C26AFC4101}" type="presOf" srcId="{99450980-FF50-4A17-80B6-FEA6AA7A6423}" destId="{40E81C4B-B92E-46E3-BC25-A83AB1712589}" srcOrd="0" destOrd="0" presId="urn:microsoft.com/office/officeart/2008/layout/VerticalCurvedList"/>
    <dgm:cxn modelId="{33EC9BEE-21B3-444F-A821-852AFE6FA271}" type="presOf" srcId="{93F64770-507C-4888-9EDB-C81811598CBF}" destId="{ACC56976-27DF-440A-B51F-3B164895A343}" srcOrd="0" destOrd="0" presId="urn:microsoft.com/office/officeart/2008/layout/VerticalCurvedList"/>
    <dgm:cxn modelId="{37D90EF5-BF06-4A6C-A799-4CE379B523C3}" srcId="{9F340E4D-609D-408D-B47C-9FC944ABA93F}" destId="{99450980-FF50-4A17-80B6-FEA6AA7A6423}" srcOrd="3" destOrd="0" parTransId="{856FA74D-FDE0-49E1-8574-CBE480A2D0E5}" sibTransId="{B0E30BC8-39D2-438F-B394-8DEEBD3666EB}"/>
    <dgm:cxn modelId="{3B1DA91D-C0E6-42D3-B2ED-6FD8DAA51B73}" type="presParOf" srcId="{1E075E58-3886-4068-80C2-13A22450F909}" destId="{6F5B4B78-0F49-4DBC-AB6B-0F867513F2F3}" srcOrd="0" destOrd="0" presId="urn:microsoft.com/office/officeart/2008/layout/VerticalCurvedList"/>
    <dgm:cxn modelId="{19A1549A-9675-4F98-A98F-BCE3B34743FA}" type="presParOf" srcId="{6F5B4B78-0F49-4DBC-AB6B-0F867513F2F3}" destId="{21E6C868-85D5-4F7E-ABF2-A79C917EFA7B}" srcOrd="0" destOrd="0" presId="urn:microsoft.com/office/officeart/2008/layout/VerticalCurvedList"/>
    <dgm:cxn modelId="{04F3D68C-EF3C-4DB8-A9EA-E5B87D8C81F4}" type="presParOf" srcId="{21E6C868-85D5-4F7E-ABF2-A79C917EFA7B}" destId="{1022F6EB-27C0-4BF0-A777-02ABC8FBCF03}" srcOrd="0" destOrd="0" presId="urn:microsoft.com/office/officeart/2008/layout/VerticalCurvedList"/>
    <dgm:cxn modelId="{71F0C1DD-F916-4CA4-8643-8ADCAF7A7651}" type="presParOf" srcId="{21E6C868-85D5-4F7E-ABF2-A79C917EFA7B}" destId="{55C2118C-49CC-404E-9970-F8D1981C5ABE}" srcOrd="1" destOrd="0" presId="urn:microsoft.com/office/officeart/2008/layout/VerticalCurvedList"/>
    <dgm:cxn modelId="{4C49F1E5-1672-4023-B093-9AA8988E2FAD}" type="presParOf" srcId="{21E6C868-85D5-4F7E-ABF2-A79C917EFA7B}" destId="{B73D9607-5843-466B-982E-8448856ED41B}" srcOrd="2" destOrd="0" presId="urn:microsoft.com/office/officeart/2008/layout/VerticalCurvedList"/>
    <dgm:cxn modelId="{58F53D82-0137-4CA7-A32F-99864313CCC0}" type="presParOf" srcId="{21E6C868-85D5-4F7E-ABF2-A79C917EFA7B}" destId="{24B8AE36-9298-4A31-9F6F-43E7B17FEF19}" srcOrd="3" destOrd="0" presId="urn:microsoft.com/office/officeart/2008/layout/VerticalCurvedList"/>
    <dgm:cxn modelId="{C409D999-29BB-4E2A-959B-BEF38B36786C}" type="presParOf" srcId="{6F5B4B78-0F49-4DBC-AB6B-0F867513F2F3}" destId="{ACC56976-27DF-440A-B51F-3B164895A343}" srcOrd="1" destOrd="0" presId="urn:microsoft.com/office/officeart/2008/layout/VerticalCurvedList"/>
    <dgm:cxn modelId="{B709B942-A2DA-4972-8DCC-4EB3A1A63F07}" type="presParOf" srcId="{6F5B4B78-0F49-4DBC-AB6B-0F867513F2F3}" destId="{D548A580-649B-43E1-892E-96EC4EAB7498}" srcOrd="2" destOrd="0" presId="urn:microsoft.com/office/officeart/2008/layout/VerticalCurvedList"/>
    <dgm:cxn modelId="{44138297-2077-40AF-B9C1-14BF742E8769}" type="presParOf" srcId="{D548A580-649B-43E1-892E-96EC4EAB7498}" destId="{7C102AB7-E5B2-4B28-B091-3596FA017B62}" srcOrd="0" destOrd="0" presId="urn:microsoft.com/office/officeart/2008/layout/VerticalCurvedList"/>
    <dgm:cxn modelId="{B2AD1A33-28C3-46A1-BD3E-D4F61B29DF3E}" type="presParOf" srcId="{6F5B4B78-0F49-4DBC-AB6B-0F867513F2F3}" destId="{B300293E-14AB-4EC2-92B2-79B8BA2E7B1D}" srcOrd="3" destOrd="0" presId="urn:microsoft.com/office/officeart/2008/layout/VerticalCurvedList"/>
    <dgm:cxn modelId="{970A3CA6-5BAF-4247-80AD-0B913901C603}" type="presParOf" srcId="{6F5B4B78-0F49-4DBC-AB6B-0F867513F2F3}" destId="{4A499F30-89C8-4500-9419-D6CAA08CB997}" srcOrd="4" destOrd="0" presId="urn:microsoft.com/office/officeart/2008/layout/VerticalCurvedList"/>
    <dgm:cxn modelId="{9AEA29B5-687F-45E1-947C-F76839A4C2EC}" type="presParOf" srcId="{4A499F30-89C8-4500-9419-D6CAA08CB997}" destId="{DBEE889F-3758-44AC-A723-728D396DD06C}" srcOrd="0" destOrd="0" presId="urn:microsoft.com/office/officeart/2008/layout/VerticalCurvedList"/>
    <dgm:cxn modelId="{F28CD0CE-3CEB-42A8-BDCF-CDEB69C7030D}" type="presParOf" srcId="{6F5B4B78-0F49-4DBC-AB6B-0F867513F2F3}" destId="{CC14B376-604D-49D5-8838-57D32CA0089C}" srcOrd="5" destOrd="0" presId="urn:microsoft.com/office/officeart/2008/layout/VerticalCurvedList"/>
    <dgm:cxn modelId="{5966D6F6-8F32-4B3B-955A-F256927F3BD8}" type="presParOf" srcId="{6F5B4B78-0F49-4DBC-AB6B-0F867513F2F3}" destId="{DA62F09D-51D7-45A7-B34D-D7CEFC90C4C2}" srcOrd="6" destOrd="0" presId="urn:microsoft.com/office/officeart/2008/layout/VerticalCurvedList"/>
    <dgm:cxn modelId="{22C24751-D72F-4049-96B0-CBBCC860A787}" type="presParOf" srcId="{DA62F09D-51D7-45A7-B34D-D7CEFC90C4C2}" destId="{1384A7CC-F4F1-44D0-89D7-EFC473062C90}" srcOrd="0" destOrd="0" presId="urn:microsoft.com/office/officeart/2008/layout/VerticalCurvedList"/>
    <dgm:cxn modelId="{55094E16-DAA5-4EB5-9B69-181E632DABF0}" type="presParOf" srcId="{6F5B4B78-0F49-4DBC-AB6B-0F867513F2F3}" destId="{40E81C4B-B92E-46E3-BC25-A83AB1712589}" srcOrd="7" destOrd="0" presId="urn:microsoft.com/office/officeart/2008/layout/VerticalCurvedList"/>
    <dgm:cxn modelId="{5BAAEBDE-A16C-47D0-8885-15A9130B8103}" type="presParOf" srcId="{6F5B4B78-0F49-4DBC-AB6B-0F867513F2F3}" destId="{39D6C75E-DA56-4DFA-B6A1-8BEB6D52790B}" srcOrd="8" destOrd="0" presId="urn:microsoft.com/office/officeart/2008/layout/VerticalCurvedList"/>
    <dgm:cxn modelId="{51611446-87FD-4EF8-9BDB-B79646CF805A}" type="presParOf" srcId="{39D6C75E-DA56-4DFA-B6A1-8BEB6D52790B}" destId="{B8112DE9-27DA-4C24-99F4-4631E990408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DA9890B-1BE1-4143-9AA5-5D2217C20A31}" type="doc">
      <dgm:prSet loTypeId="urn:microsoft.com/office/officeart/2005/8/layout/process5" loCatId="process" qsTypeId="urn:microsoft.com/office/officeart/2005/8/quickstyle/simple5" qsCatId="simple" csTypeId="urn:microsoft.com/office/officeart/2005/8/colors/accent1_2" csCatId="accent1" phldr="1"/>
      <dgm:spPr/>
    </dgm:pt>
    <dgm:pt modelId="{12843F09-D729-4A36-8601-4A0EE0C09927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Datos</a:t>
          </a:r>
          <a:endParaRPr lang="es-AR" sz="1600" b="1" dirty="0">
            <a:solidFill>
              <a:schemeClr val="tx1"/>
            </a:solidFill>
          </a:endParaRPr>
        </a:p>
      </dgm:t>
    </dgm:pt>
    <dgm:pt modelId="{63DDCEDE-228D-40D4-B3D8-7EF813D73ECD}" type="parTrans" cxnId="{A3B291BC-D590-452D-A1BA-39D521475A85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016B4F2-D2F2-459B-A376-6CBFAD005022}" type="sibTrans" cxnId="{A3B291BC-D590-452D-A1BA-39D521475A85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5DE217D9-2E4F-4A7F-9170-32A95446A492}">
      <dgm:prSet phldrT="[Tex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B80F7E05-34D8-41DA-82ED-C0472A951491}" type="parTrans" cxnId="{6D1B09EE-9359-4275-BE5E-373F9EAA96E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EBF0728-9BBE-4F41-A498-A658687C5C2B}" type="sibTrans" cxnId="{6D1B09EE-9359-4275-BE5E-373F9EAA96E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84FF9993-DB1F-471A-A53D-B1AD603A411E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Conjunto de entrenamiento</a:t>
          </a:r>
          <a:endParaRPr lang="es-AR" sz="1600" b="1" dirty="0">
            <a:solidFill>
              <a:schemeClr val="tx1"/>
            </a:solidFill>
          </a:endParaRPr>
        </a:p>
      </dgm:t>
    </dgm:pt>
    <dgm:pt modelId="{DFD327B7-3CA6-4FF9-9080-915956119497}" type="parTrans" cxnId="{34ED4C8B-5EAF-46E6-8B78-8A99C40BEA5A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0435AC5-ACC4-4F34-A1AE-9B0CCE421EEB}" type="sibTrans" cxnId="{34ED4C8B-5EAF-46E6-8B78-8A99C40BEA5A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6E484FC-4DBD-4F40-94CB-C326DCBAB916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Aprendizaje</a:t>
          </a:r>
          <a:endParaRPr lang="es-AR" sz="1600" b="1" dirty="0">
            <a:solidFill>
              <a:schemeClr val="tx1"/>
            </a:solidFill>
          </a:endParaRPr>
        </a:p>
      </dgm:t>
    </dgm:pt>
    <dgm:pt modelId="{6BC9B8C4-9CE5-4EE5-B711-0002C881724D}" type="parTrans" cxnId="{56E22346-F5A8-48B7-91DC-4BFF6F7541F8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C903EFAD-B07C-4645-B245-672CFAA1C168}" type="sibTrans" cxnId="{56E22346-F5A8-48B7-91DC-4BFF6F7541F8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2EF3E6E-8CAA-4B9C-A8BF-0ADC0B64347B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Resultado</a:t>
          </a:r>
          <a:endParaRPr lang="es-AR" sz="1600" b="1" dirty="0">
            <a:solidFill>
              <a:schemeClr val="tx1"/>
            </a:solidFill>
          </a:endParaRPr>
        </a:p>
      </dgm:t>
    </dgm:pt>
    <dgm:pt modelId="{9393AE6F-B5C5-4F9E-BADE-8B29D927FC74}" type="parTrans" cxnId="{76574EDA-0F32-482E-BC1B-3F895706D79C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0AEC9723-DC97-415C-9A51-6EAE922E7B3D}" type="sibTrans" cxnId="{76574EDA-0F32-482E-BC1B-3F895706D79C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ABA4B260-F459-440C-8658-09D6674A1D91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Combinación de predicciones.</a:t>
          </a:r>
          <a:endParaRPr lang="es-AR" sz="1600" b="1" dirty="0">
            <a:solidFill>
              <a:schemeClr val="tx1"/>
            </a:solidFill>
          </a:endParaRPr>
        </a:p>
      </dgm:t>
    </dgm:pt>
    <dgm:pt modelId="{B47C1EC8-0539-4AB4-86C3-9EF490571AAD}" type="parTrans" cxnId="{1AD6B458-3A1F-498F-AADF-5B4E2538CF9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A411B0F-8BDA-4512-8285-8708EA0175C1}" type="sibTrans" cxnId="{1AD6B458-3A1F-498F-AADF-5B4E2538CF9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658B8C0B-B2DD-424C-9515-C0CA397729E8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Predicción final</a:t>
          </a:r>
          <a:endParaRPr lang="es-AR" sz="1600" b="1" dirty="0">
            <a:solidFill>
              <a:schemeClr val="tx1"/>
            </a:solidFill>
          </a:endParaRPr>
        </a:p>
      </dgm:t>
    </dgm:pt>
    <dgm:pt modelId="{9D718C3A-B964-4314-869E-C9F38C3C6679}" type="par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CF3E73D-55BB-4F5F-BB6C-925D5FBA73C4}" type="sib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D10CB65-DF7F-4DC2-842B-4B96BD145A9D}" type="pres">
      <dgm:prSet presAssocID="{8DA9890B-1BE1-4143-9AA5-5D2217C20A31}" presName="diagram" presStyleCnt="0">
        <dgm:presLayoutVars>
          <dgm:dir/>
          <dgm:resizeHandles val="exact"/>
        </dgm:presLayoutVars>
      </dgm:prSet>
      <dgm:spPr/>
    </dgm:pt>
    <dgm:pt modelId="{097C7F2F-3F23-4BAB-8BAA-4BEF8149E9D0}" type="pres">
      <dgm:prSet presAssocID="{12843F09-D729-4A36-8601-4A0EE0C09927}" presName="node" presStyleLbl="node1" presStyleIdx="0" presStyleCnt="7">
        <dgm:presLayoutVars>
          <dgm:bulletEnabled val="1"/>
        </dgm:presLayoutVars>
      </dgm:prSet>
      <dgm:spPr/>
    </dgm:pt>
    <dgm:pt modelId="{DDE60065-BE46-4C54-9FEC-EEBFC1B89F35}" type="pres">
      <dgm:prSet presAssocID="{3016B4F2-D2F2-459B-A376-6CBFAD005022}" presName="sibTrans" presStyleLbl="sibTrans2D1" presStyleIdx="0" presStyleCnt="6"/>
      <dgm:spPr/>
    </dgm:pt>
    <dgm:pt modelId="{A6414B8B-48EF-43DE-9EC2-D01248E06E30}" type="pres">
      <dgm:prSet presAssocID="{3016B4F2-D2F2-459B-A376-6CBFAD005022}" presName="connectorText" presStyleLbl="sibTrans2D1" presStyleIdx="0" presStyleCnt="6"/>
      <dgm:spPr/>
    </dgm:pt>
    <dgm:pt modelId="{2FF14415-BF8A-4757-B313-A08484467BE0}" type="pres">
      <dgm:prSet presAssocID="{5DE217D9-2E4F-4A7F-9170-32A95446A492}" presName="node" presStyleLbl="node1" presStyleIdx="1" presStyleCnt="7">
        <dgm:presLayoutVars>
          <dgm:bulletEnabled val="1"/>
        </dgm:presLayoutVars>
      </dgm:prSet>
      <dgm:spPr/>
    </dgm:pt>
    <dgm:pt modelId="{E36105C6-6CFE-4969-8C9B-9F20A6B6E8D9}" type="pres">
      <dgm:prSet presAssocID="{9EBF0728-9BBE-4F41-A498-A658687C5C2B}" presName="sibTrans" presStyleLbl="sibTrans2D1" presStyleIdx="1" presStyleCnt="6"/>
      <dgm:spPr/>
    </dgm:pt>
    <dgm:pt modelId="{5DC96286-8EA7-48BD-A070-59A9CEBDAA6E}" type="pres">
      <dgm:prSet presAssocID="{9EBF0728-9BBE-4F41-A498-A658687C5C2B}" presName="connectorText" presStyleLbl="sibTrans2D1" presStyleIdx="1" presStyleCnt="6"/>
      <dgm:spPr/>
    </dgm:pt>
    <dgm:pt modelId="{E9D47305-499F-45F9-A536-59CC6C21FED5}" type="pres">
      <dgm:prSet presAssocID="{84FF9993-DB1F-471A-A53D-B1AD603A411E}" presName="node" presStyleLbl="node1" presStyleIdx="2" presStyleCnt="7">
        <dgm:presLayoutVars>
          <dgm:bulletEnabled val="1"/>
        </dgm:presLayoutVars>
      </dgm:prSet>
      <dgm:spPr/>
    </dgm:pt>
    <dgm:pt modelId="{A2759323-8EE2-49A4-838F-D88460586683}" type="pres">
      <dgm:prSet presAssocID="{90435AC5-ACC4-4F34-A1AE-9B0CCE421EEB}" presName="sibTrans" presStyleLbl="sibTrans2D1" presStyleIdx="2" presStyleCnt="6"/>
      <dgm:spPr/>
    </dgm:pt>
    <dgm:pt modelId="{102DEB5C-9A73-46D7-BD98-60DABD4AE817}" type="pres">
      <dgm:prSet presAssocID="{90435AC5-ACC4-4F34-A1AE-9B0CCE421EEB}" presName="connectorText" presStyleLbl="sibTrans2D1" presStyleIdx="2" presStyleCnt="6"/>
      <dgm:spPr/>
    </dgm:pt>
    <dgm:pt modelId="{75E3D9D5-527E-49A5-9A17-923B6CB73C17}" type="pres">
      <dgm:prSet presAssocID="{96E484FC-4DBD-4F40-94CB-C326DCBAB916}" presName="node" presStyleLbl="node1" presStyleIdx="3" presStyleCnt="7">
        <dgm:presLayoutVars>
          <dgm:bulletEnabled val="1"/>
        </dgm:presLayoutVars>
      </dgm:prSet>
      <dgm:spPr/>
    </dgm:pt>
    <dgm:pt modelId="{5814FDFF-7743-48B4-88DC-6FD19D87E199}" type="pres">
      <dgm:prSet presAssocID="{C903EFAD-B07C-4645-B245-672CFAA1C168}" presName="sibTrans" presStyleLbl="sibTrans2D1" presStyleIdx="3" presStyleCnt="6"/>
      <dgm:spPr/>
    </dgm:pt>
    <dgm:pt modelId="{1B224531-2C57-458C-9D2A-55FCF217099F}" type="pres">
      <dgm:prSet presAssocID="{C903EFAD-B07C-4645-B245-672CFAA1C168}" presName="connectorText" presStyleLbl="sibTrans2D1" presStyleIdx="3" presStyleCnt="6"/>
      <dgm:spPr/>
    </dgm:pt>
    <dgm:pt modelId="{D255D38D-D579-419F-B067-B25BDAEA8FA8}" type="pres">
      <dgm:prSet presAssocID="{32EF3E6E-8CAA-4B9C-A8BF-0ADC0B64347B}" presName="node" presStyleLbl="node1" presStyleIdx="4" presStyleCnt="7">
        <dgm:presLayoutVars>
          <dgm:bulletEnabled val="1"/>
        </dgm:presLayoutVars>
      </dgm:prSet>
      <dgm:spPr/>
    </dgm:pt>
    <dgm:pt modelId="{69244801-2DCD-45FF-9B0A-6B03DC06DBFF}" type="pres">
      <dgm:prSet presAssocID="{0AEC9723-DC97-415C-9A51-6EAE922E7B3D}" presName="sibTrans" presStyleLbl="sibTrans2D1" presStyleIdx="4" presStyleCnt="6"/>
      <dgm:spPr/>
    </dgm:pt>
    <dgm:pt modelId="{782CA0EB-F797-45CE-AC9A-0350282EEF6D}" type="pres">
      <dgm:prSet presAssocID="{0AEC9723-DC97-415C-9A51-6EAE922E7B3D}" presName="connectorText" presStyleLbl="sibTrans2D1" presStyleIdx="4" presStyleCnt="6"/>
      <dgm:spPr/>
    </dgm:pt>
    <dgm:pt modelId="{2BD1A281-8B8D-4B9B-9A82-F34627976AF2}" type="pres">
      <dgm:prSet presAssocID="{ABA4B260-F459-440C-8658-09D6674A1D91}" presName="node" presStyleLbl="node1" presStyleIdx="5" presStyleCnt="7">
        <dgm:presLayoutVars>
          <dgm:bulletEnabled val="1"/>
        </dgm:presLayoutVars>
      </dgm:prSet>
      <dgm:spPr/>
    </dgm:pt>
    <dgm:pt modelId="{BF92FECB-3301-43E8-BFFE-EE0DD5A4DEBC}" type="pres">
      <dgm:prSet presAssocID="{1A411B0F-8BDA-4512-8285-8708EA0175C1}" presName="sibTrans" presStyleLbl="sibTrans2D1" presStyleIdx="5" presStyleCnt="6"/>
      <dgm:spPr/>
    </dgm:pt>
    <dgm:pt modelId="{2B1CD74D-7C0A-448C-ADFA-497CD7746964}" type="pres">
      <dgm:prSet presAssocID="{1A411B0F-8BDA-4512-8285-8708EA0175C1}" presName="connectorText" presStyleLbl="sibTrans2D1" presStyleIdx="5" presStyleCnt="6"/>
      <dgm:spPr/>
    </dgm:pt>
    <dgm:pt modelId="{A250BC37-F7FB-4325-8C97-FF661ED86A47}" type="pres">
      <dgm:prSet presAssocID="{658B8C0B-B2DD-424C-9515-C0CA397729E8}" presName="node" presStyleLbl="node1" presStyleIdx="6" presStyleCnt="7">
        <dgm:presLayoutVars>
          <dgm:bulletEnabled val="1"/>
        </dgm:presLayoutVars>
      </dgm:prSet>
      <dgm:spPr/>
    </dgm:pt>
  </dgm:ptLst>
  <dgm:cxnLst>
    <dgm:cxn modelId="{B0B7E716-2446-4D77-ABE8-6BB1CD86800D}" type="presOf" srcId="{0AEC9723-DC97-415C-9A51-6EAE922E7B3D}" destId="{69244801-2DCD-45FF-9B0A-6B03DC06DBFF}" srcOrd="0" destOrd="0" presId="urn:microsoft.com/office/officeart/2005/8/layout/process5"/>
    <dgm:cxn modelId="{20A3763B-AF44-4CD3-B7B5-9DC7343F7856}" type="presOf" srcId="{C903EFAD-B07C-4645-B245-672CFAA1C168}" destId="{1B224531-2C57-458C-9D2A-55FCF217099F}" srcOrd="1" destOrd="0" presId="urn:microsoft.com/office/officeart/2005/8/layout/process5"/>
    <dgm:cxn modelId="{F64A6D3D-AC6A-4685-B748-14E772BB9FA6}" type="presOf" srcId="{90435AC5-ACC4-4F34-A1AE-9B0CCE421EEB}" destId="{A2759323-8EE2-49A4-838F-D88460586683}" srcOrd="0" destOrd="0" presId="urn:microsoft.com/office/officeart/2005/8/layout/process5"/>
    <dgm:cxn modelId="{28460963-25F5-407D-A718-F5BC05FD7E95}" type="presOf" srcId="{658B8C0B-B2DD-424C-9515-C0CA397729E8}" destId="{A250BC37-F7FB-4325-8C97-FF661ED86A47}" srcOrd="0" destOrd="0" presId="urn:microsoft.com/office/officeart/2005/8/layout/process5"/>
    <dgm:cxn modelId="{F1FEC445-89FB-45AA-AC70-DC33BBE6FD66}" type="presOf" srcId="{5DE217D9-2E4F-4A7F-9170-32A95446A492}" destId="{2FF14415-BF8A-4757-B313-A08484467BE0}" srcOrd="0" destOrd="0" presId="urn:microsoft.com/office/officeart/2005/8/layout/process5"/>
    <dgm:cxn modelId="{56E22346-F5A8-48B7-91DC-4BFF6F7541F8}" srcId="{8DA9890B-1BE1-4143-9AA5-5D2217C20A31}" destId="{96E484FC-4DBD-4F40-94CB-C326DCBAB916}" srcOrd="3" destOrd="0" parTransId="{6BC9B8C4-9CE5-4EE5-B711-0002C881724D}" sibTransId="{C903EFAD-B07C-4645-B245-672CFAA1C168}"/>
    <dgm:cxn modelId="{01009F46-E168-43CA-96DB-78245FCF2344}" type="presOf" srcId="{90435AC5-ACC4-4F34-A1AE-9B0CCE421EEB}" destId="{102DEB5C-9A73-46D7-BD98-60DABD4AE817}" srcOrd="1" destOrd="0" presId="urn:microsoft.com/office/officeart/2005/8/layout/process5"/>
    <dgm:cxn modelId="{BF6B546A-58DE-4BF4-B6A5-AC76AF278BA6}" type="presOf" srcId="{8DA9890B-1BE1-4143-9AA5-5D2217C20A31}" destId="{1D10CB65-DF7F-4DC2-842B-4B96BD145A9D}" srcOrd="0" destOrd="0" presId="urn:microsoft.com/office/officeart/2005/8/layout/process5"/>
    <dgm:cxn modelId="{334DB556-B9AF-4C3A-B180-4FEE994AF04F}" type="presOf" srcId="{ABA4B260-F459-440C-8658-09D6674A1D91}" destId="{2BD1A281-8B8D-4B9B-9A82-F34627976AF2}" srcOrd="0" destOrd="0" presId="urn:microsoft.com/office/officeart/2005/8/layout/process5"/>
    <dgm:cxn modelId="{1AD6B458-3A1F-498F-AADF-5B4E2538CF9F}" srcId="{8DA9890B-1BE1-4143-9AA5-5D2217C20A31}" destId="{ABA4B260-F459-440C-8658-09D6674A1D91}" srcOrd="5" destOrd="0" parTransId="{B47C1EC8-0539-4AB4-86C3-9EF490571AAD}" sibTransId="{1A411B0F-8BDA-4512-8285-8708EA0175C1}"/>
    <dgm:cxn modelId="{B745DD7D-2092-452C-A236-4313FDA27B70}" type="presOf" srcId="{3016B4F2-D2F2-459B-A376-6CBFAD005022}" destId="{A6414B8B-48EF-43DE-9EC2-D01248E06E30}" srcOrd="1" destOrd="0" presId="urn:microsoft.com/office/officeart/2005/8/layout/process5"/>
    <dgm:cxn modelId="{9F9B9D7F-26BD-4FF2-9324-DC8E6C05033E}" type="presOf" srcId="{0AEC9723-DC97-415C-9A51-6EAE922E7B3D}" destId="{782CA0EB-F797-45CE-AC9A-0350282EEF6D}" srcOrd="1" destOrd="0" presId="urn:microsoft.com/office/officeart/2005/8/layout/process5"/>
    <dgm:cxn modelId="{8E4ACD8A-E7B3-454E-9EB3-C57062EB7A03}" type="presOf" srcId="{3016B4F2-D2F2-459B-A376-6CBFAD005022}" destId="{DDE60065-BE46-4C54-9FEC-EEBFC1B89F35}" srcOrd="0" destOrd="0" presId="urn:microsoft.com/office/officeart/2005/8/layout/process5"/>
    <dgm:cxn modelId="{34ED4C8B-5EAF-46E6-8B78-8A99C40BEA5A}" srcId="{8DA9890B-1BE1-4143-9AA5-5D2217C20A31}" destId="{84FF9993-DB1F-471A-A53D-B1AD603A411E}" srcOrd="2" destOrd="0" parTransId="{DFD327B7-3CA6-4FF9-9080-915956119497}" sibTransId="{90435AC5-ACC4-4F34-A1AE-9B0CCE421EEB}"/>
    <dgm:cxn modelId="{06DFA18E-D3B0-4848-B464-F9BB664477AE}" type="presOf" srcId="{9EBF0728-9BBE-4F41-A498-A658687C5C2B}" destId="{5DC96286-8EA7-48BD-A070-59A9CEBDAA6E}" srcOrd="1" destOrd="0" presId="urn:microsoft.com/office/officeart/2005/8/layout/process5"/>
    <dgm:cxn modelId="{7EDE4D9F-3A0A-4286-ACAA-3FF20DE1FB77}" type="presOf" srcId="{1A411B0F-8BDA-4512-8285-8708EA0175C1}" destId="{2B1CD74D-7C0A-448C-ADFA-497CD7746964}" srcOrd="1" destOrd="0" presId="urn:microsoft.com/office/officeart/2005/8/layout/process5"/>
    <dgm:cxn modelId="{D9295BAD-B4E0-4598-8656-FC5F977B0471}" type="presOf" srcId="{32EF3E6E-8CAA-4B9C-A8BF-0ADC0B64347B}" destId="{D255D38D-D579-419F-B067-B25BDAEA8FA8}" srcOrd="0" destOrd="0" presId="urn:microsoft.com/office/officeart/2005/8/layout/process5"/>
    <dgm:cxn modelId="{A3B291BC-D590-452D-A1BA-39D521475A85}" srcId="{8DA9890B-1BE1-4143-9AA5-5D2217C20A31}" destId="{12843F09-D729-4A36-8601-4A0EE0C09927}" srcOrd="0" destOrd="0" parTransId="{63DDCEDE-228D-40D4-B3D8-7EF813D73ECD}" sibTransId="{3016B4F2-D2F2-459B-A376-6CBFAD005022}"/>
    <dgm:cxn modelId="{94F8E6BE-8498-491D-A3D4-81DFAA1A4431}" type="presOf" srcId="{12843F09-D729-4A36-8601-4A0EE0C09927}" destId="{097C7F2F-3F23-4BAB-8BAA-4BEF8149E9D0}" srcOrd="0" destOrd="0" presId="urn:microsoft.com/office/officeart/2005/8/layout/process5"/>
    <dgm:cxn modelId="{18E817C1-B57C-405D-9D32-14B9E2CB0204}" type="presOf" srcId="{C903EFAD-B07C-4645-B245-672CFAA1C168}" destId="{5814FDFF-7743-48B4-88DC-6FD19D87E199}" srcOrd="0" destOrd="0" presId="urn:microsoft.com/office/officeart/2005/8/layout/process5"/>
    <dgm:cxn modelId="{A89E40CE-16F0-4A6D-93F5-3B6CB1DE80C6}" srcId="{8DA9890B-1BE1-4143-9AA5-5D2217C20A31}" destId="{658B8C0B-B2DD-424C-9515-C0CA397729E8}" srcOrd="6" destOrd="0" parTransId="{9D718C3A-B964-4314-869E-C9F38C3C6679}" sibTransId="{1CF3E73D-55BB-4F5F-BB6C-925D5FBA73C4}"/>
    <dgm:cxn modelId="{76574EDA-0F32-482E-BC1B-3F895706D79C}" srcId="{8DA9890B-1BE1-4143-9AA5-5D2217C20A31}" destId="{32EF3E6E-8CAA-4B9C-A8BF-0ADC0B64347B}" srcOrd="4" destOrd="0" parTransId="{9393AE6F-B5C5-4F9E-BADE-8B29D927FC74}" sibTransId="{0AEC9723-DC97-415C-9A51-6EAE922E7B3D}"/>
    <dgm:cxn modelId="{541532DE-5DC0-4513-82E3-EA950011E2B4}" type="presOf" srcId="{1A411B0F-8BDA-4512-8285-8708EA0175C1}" destId="{BF92FECB-3301-43E8-BFFE-EE0DD5A4DEBC}" srcOrd="0" destOrd="0" presId="urn:microsoft.com/office/officeart/2005/8/layout/process5"/>
    <dgm:cxn modelId="{76D6B9E1-9539-4D31-A262-D88752649ABD}" type="presOf" srcId="{9EBF0728-9BBE-4F41-A498-A658687C5C2B}" destId="{E36105C6-6CFE-4969-8C9B-9F20A6B6E8D9}" srcOrd="0" destOrd="0" presId="urn:microsoft.com/office/officeart/2005/8/layout/process5"/>
    <dgm:cxn modelId="{6D1B09EE-9359-4275-BE5E-373F9EAA96EF}" srcId="{8DA9890B-1BE1-4143-9AA5-5D2217C20A31}" destId="{5DE217D9-2E4F-4A7F-9170-32A95446A492}" srcOrd="1" destOrd="0" parTransId="{B80F7E05-34D8-41DA-82ED-C0472A951491}" sibTransId="{9EBF0728-9BBE-4F41-A498-A658687C5C2B}"/>
    <dgm:cxn modelId="{791892F2-3251-4B92-B39A-287E6BBDBF56}" type="presOf" srcId="{84FF9993-DB1F-471A-A53D-B1AD603A411E}" destId="{E9D47305-499F-45F9-A536-59CC6C21FED5}" srcOrd="0" destOrd="0" presId="urn:microsoft.com/office/officeart/2005/8/layout/process5"/>
    <dgm:cxn modelId="{CB0927FB-E240-4085-A97C-3D2A180B553B}" type="presOf" srcId="{96E484FC-4DBD-4F40-94CB-C326DCBAB916}" destId="{75E3D9D5-527E-49A5-9A17-923B6CB73C17}" srcOrd="0" destOrd="0" presId="urn:microsoft.com/office/officeart/2005/8/layout/process5"/>
    <dgm:cxn modelId="{C9EE56EE-265B-4473-86EB-8E6DC70EE35D}" type="presParOf" srcId="{1D10CB65-DF7F-4DC2-842B-4B96BD145A9D}" destId="{097C7F2F-3F23-4BAB-8BAA-4BEF8149E9D0}" srcOrd="0" destOrd="0" presId="urn:microsoft.com/office/officeart/2005/8/layout/process5"/>
    <dgm:cxn modelId="{80E5A977-BD20-47A2-AAC4-2E38E063EFD0}" type="presParOf" srcId="{1D10CB65-DF7F-4DC2-842B-4B96BD145A9D}" destId="{DDE60065-BE46-4C54-9FEC-EEBFC1B89F35}" srcOrd="1" destOrd="0" presId="urn:microsoft.com/office/officeart/2005/8/layout/process5"/>
    <dgm:cxn modelId="{CBB70869-4C53-4D97-96D2-0DD4C0A51717}" type="presParOf" srcId="{DDE60065-BE46-4C54-9FEC-EEBFC1B89F35}" destId="{A6414B8B-48EF-43DE-9EC2-D01248E06E30}" srcOrd="0" destOrd="0" presId="urn:microsoft.com/office/officeart/2005/8/layout/process5"/>
    <dgm:cxn modelId="{6F851D3D-E75C-49E3-BEAD-3A47B89621AE}" type="presParOf" srcId="{1D10CB65-DF7F-4DC2-842B-4B96BD145A9D}" destId="{2FF14415-BF8A-4757-B313-A08484467BE0}" srcOrd="2" destOrd="0" presId="urn:microsoft.com/office/officeart/2005/8/layout/process5"/>
    <dgm:cxn modelId="{CC7FC4A3-B969-4750-BD49-9713BDE6807A}" type="presParOf" srcId="{1D10CB65-DF7F-4DC2-842B-4B96BD145A9D}" destId="{E36105C6-6CFE-4969-8C9B-9F20A6B6E8D9}" srcOrd="3" destOrd="0" presId="urn:microsoft.com/office/officeart/2005/8/layout/process5"/>
    <dgm:cxn modelId="{FA1F48E9-5E29-4380-8A75-43A7DBA36396}" type="presParOf" srcId="{E36105C6-6CFE-4969-8C9B-9F20A6B6E8D9}" destId="{5DC96286-8EA7-48BD-A070-59A9CEBDAA6E}" srcOrd="0" destOrd="0" presId="urn:microsoft.com/office/officeart/2005/8/layout/process5"/>
    <dgm:cxn modelId="{339072F7-A23B-4663-AF5B-F7A74620B99C}" type="presParOf" srcId="{1D10CB65-DF7F-4DC2-842B-4B96BD145A9D}" destId="{E9D47305-499F-45F9-A536-59CC6C21FED5}" srcOrd="4" destOrd="0" presId="urn:microsoft.com/office/officeart/2005/8/layout/process5"/>
    <dgm:cxn modelId="{4F2344B6-EEF0-4A74-86F4-2A28C7AAE82A}" type="presParOf" srcId="{1D10CB65-DF7F-4DC2-842B-4B96BD145A9D}" destId="{A2759323-8EE2-49A4-838F-D88460586683}" srcOrd="5" destOrd="0" presId="urn:microsoft.com/office/officeart/2005/8/layout/process5"/>
    <dgm:cxn modelId="{953329BC-5708-49A2-868A-4BCDA08D3C91}" type="presParOf" srcId="{A2759323-8EE2-49A4-838F-D88460586683}" destId="{102DEB5C-9A73-46D7-BD98-60DABD4AE817}" srcOrd="0" destOrd="0" presId="urn:microsoft.com/office/officeart/2005/8/layout/process5"/>
    <dgm:cxn modelId="{A4E46F74-34C1-4272-8A6D-19BB04084C88}" type="presParOf" srcId="{1D10CB65-DF7F-4DC2-842B-4B96BD145A9D}" destId="{75E3D9D5-527E-49A5-9A17-923B6CB73C17}" srcOrd="6" destOrd="0" presId="urn:microsoft.com/office/officeart/2005/8/layout/process5"/>
    <dgm:cxn modelId="{2367481E-92AF-4FCA-9BBD-6942A9FFBE0C}" type="presParOf" srcId="{1D10CB65-DF7F-4DC2-842B-4B96BD145A9D}" destId="{5814FDFF-7743-48B4-88DC-6FD19D87E199}" srcOrd="7" destOrd="0" presId="urn:microsoft.com/office/officeart/2005/8/layout/process5"/>
    <dgm:cxn modelId="{983E6F0E-AAA6-4D8D-B8C4-85B576029036}" type="presParOf" srcId="{5814FDFF-7743-48B4-88DC-6FD19D87E199}" destId="{1B224531-2C57-458C-9D2A-55FCF217099F}" srcOrd="0" destOrd="0" presId="urn:microsoft.com/office/officeart/2005/8/layout/process5"/>
    <dgm:cxn modelId="{EC64D065-514F-4348-A07F-9E62667B91F1}" type="presParOf" srcId="{1D10CB65-DF7F-4DC2-842B-4B96BD145A9D}" destId="{D255D38D-D579-419F-B067-B25BDAEA8FA8}" srcOrd="8" destOrd="0" presId="urn:microsoft.com/office/officeart/2005/8/layout/process5"/>
    <dgm:cxn modelId="{4A6FD992-9582-4296-9C5C-C74C58C322D2}" type="presParOf" srcId="{1D10CB65-DF7F-4DC2-842B-4B96BD145A9D}" destId="{69244801-2DCD-45FF-9B0A-6B03DC06DBFF}" srcOrd="9" destOrd="0" presId="urn:microsoft.com/office/officeart/2005/8/layout/process5"/>
    <dgm:cxn modelId="{B6FAEFC8-2D3F-49FE-AD73-FFBDC18332D0}" type="presParOf" srcId="{69244801-2DCD-45FF-9B0A-6B03DC06DBFF}" destId="{782CA0EB-F797-45CE-AC9A-0350282EEF6D}" srcOrd="0" destOrd="0" presId="urn:microsoft.com/office/officeart/2005/8/layout/process5"/>
    <dgm:cxn modelId="{9FDE0A81-DB78-457B-8C3B-92FBF7C8CFFC}" type="presParOf" srcId="{1D10CB65-DF7F-4DC2-842B-4B96BD145A9D}" destId="{2BD1A281-8B8D-4B9B-9A82-F34627976AF2}" srcOrd="10" destOrd="0" presId="urn:microsoft.com/office/officeart/2005/8/layout/process5"/>
    <dgm:cxn modelId="{A6521D91-09DF-4B74-819D-3BFEC00497D6}" type="presParOf" srcId="{1D10CB65-DF7F-4DC2-842B-4B96BD145A9D}" destId="{BF92FECB-3301-43E8-BFFE-EE0DD5A4DEBC}" srcOrd="11" destOrd="0" presId="urn:microsoft.com/office/officeart/2005/8/layout/process5"/>
    <dgm:cxn modelId="{ABEE5F7A-151D-4C2E-8CF9-1602F9175685}" type="presParOf" srcId="{BF92FECB-3301-43E8-BFFE-EE0DD5A4DEBC}" destId="{2B1CD74D-7C0A-448C-ADFA-497CD7746964}" srcOrd="0" destOrd="0" presId="urn:microsoft.com/office/officeart/2005/8/layout/process5"/>
    <dgm:cxn modelId="{AD29C87D-20B3-4F3A-B08B-42EF5E867064}" type="presParOf" srcId="{1D10CB65-DF7F-4DC2-842B-4B96BD145A9D}" destId="{A250BC37-F7FB-4325-8C97-FF661ED86A47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0.xml><?xml version="1.0" encoding="utf-8"?>
<dgm:dataModel xmlns:dgm="http://schemas.openxmlformats.org/drawingml/2006/diagram" xmlns:a="http://schemas.openxmlformats.org/drawingml/2006/main">
  <dgm:ptLst>
    <dgm:pt modelId="{4EB24558-3D59-44AC-8A11-5509C9916E4B}" type="doc">
      <dgm:prSet loTypeId="urn:microsoft.com/office/officeart/2005/8/layout/process5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dgm:pt modelId="{0148C6B8-62A7-4759-925B-E9EF48195EEC}">
      <dgm:prSet phldrT="[Tex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AFFB05CC-26AC-4A2B-9277-2481EFCDC842}" type="parTrans" cxnId="{2B1BC02D-1661-43F1-ADAA-DC4CB8E1968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53D0B7C-50CC-4D7A-A445-223F7B9D531E}" type="sibTrans" cxnId="{2B1BC02D-1661-43F1-ADAA-DC4CB8E1968D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AA9BF4CE-B868-4E15-9D13-2C210F426758}">
      <dgm:prSet custT="1"/>
      <dgm:spPr>
        <a:blipFill>
          <a:blip xmlns:r="http://schemas.openxmlformats.org/officeDocument/2006/relationships" r:embed="rId2"/>
          <a:stretch>
            <a:fillRect b="-11688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5ABB728C-DFAB-47E6-AE3F-AFC591DA0651}" type="parTrans" cxnId="{42A354BD-7F91-48DF-A922-0EB6E25BDFB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D2B6B8C-3343-4071-901D-D2A6ABAEDF23}" type="sibTrans" cxnId="{42A354BD-7F91-48DF-A922-0EB6E25BDFB2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DAFEB22D-25BB-479F-BBD5-5EF9A70CE26C}">
      <dgm:prSet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293A3AC-0484-4767-BB1E-483C3E999896}" type="parTrans" cxnId="{7CC3756B-CDB7-46A1-A7A5-2071AB69D3A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78B108E-F5CA-4F30-AD68-CBD0FAB23DA2}" type="sibTrans" cxnId="{7CC3756B-CDB7-46A1-A7A5-2071AB69D3A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36D1E52C-406F-43ED-9F8B-231D8BBDB8A6}">
      <dgm:prSet custT="1"/>
      <dgm:spPr>
        <a:blipFill>
          <a:blip xmlns:r="http://schemas.openxmlformats.org/officeDocument/2006/relationships" r:embed="rId4"/>
          <a:stretch>
            <a:fillRect r="-395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C85D3281-2C8A-4F00-B84E-CD0CDBCD4F95}" type="parTrans" cxnId="{091EAFAF-EAF3-4E31-A554-5D27D7D8D4AA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3BC8FAB-4FBB-4D81-9804-82CD6181C510}" type="sibTrans" cxnId="{091EAFAF-EAF3-4E31-A554-5D27D7D8D4AA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A63C7A1D-B70F-40BC-B8F1-A1FFDEA90602}">
      <dgm:prSet custT="1"/>
      <dgm:spPr>
        <a:blipFill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1399D3B-57FA-4214-895C-4883B640EC3F}" type="parTrans" cxnId="{8A06A5C2-ECB2-445A-8C78-21553AF62C1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A74B915E-116D-40CC-971E-A65C806DB2AE}" type="sibTrans" cxnId="{8A06A5C2-ECB2-445A-8C78-21553AF62C1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FFC4BA3C-F1C9-4884-80A7-DD2E5559ABED}">
      <dgm:prSet custT="1"/>
      <dgm:spPr>
        <a:blipFill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AE71DD24-7B3F-44F6-A215-03228CC53C60}" type="parTrans" cxnId="{1001F25E-8474-4ED4-BED3-4022678A13F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7D1F5F9-824D-4DE5-9616-763D441A1ACC}" type="sibTrans" cxnId="{1001F25E-8474-4ED4-BED3-4022678A13F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FAA70673-016C-4DF2-938B-F75364E2C543}">
      <dgm:prSet custT="1"/>
      <dgm:spPr>
        <a:blipFill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87F40682-53E0-437D-8E5A-A5BB1F0D49E7}" type="parTrans" cxnId="{3E86E349-886C-4A2B-A8E9-94EF294E2BC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6938CC7-5D0F-4F7A-9205-93DA77EB87B5}" type="sibTrans" cxnId="{3E86E349-886C-4A2B-A8E9-94EF294E2BC1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F391C66D-A1EC-4D25-BAB9-844931F4DF45}">
      <dgm:prSet custT="1"/>
      <dgm:spPr>
        <a:blipFill>
          <a:blip xmlns:r="http://schemas.openxmlformats.org/officeDocument/2006/relationships" r:embed="rId8"/>
          <a:stretch>
            <a:fillRect t="-3247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9783CB3-3703-4D04-BA57-63FF7727EAFE}" type="parTrans" cxnId="{99392B61-12EE-442E-840E-DAFCE099EFD7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D7886FA4-1049-437F-AB03-F0AB16B8EC2B}" type="sibTrans" cxnId="{99392B61-12EE-442E-840E-DAFCE099EFD7}">
      <dgm:prSet custT="1"/>
      <dgm:spPr/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E7CBF5FA-A639-4008-9EAA-885DBE7DD332}">
      <dgm:prSet custT="1"/>
      <dgm:spPr>
        <a:blipFill>
          <a:blip xmlns:r="http://schemas.openxmlformats.org/officeDocument/2006/relationships" r:embed="rId9"/>
          <a:stretch>
            <a:fillRect r="-395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6E100A0D-8D84-4532-A2C1-6E346D23C649}" type="parTrans" cxnId="{701369C6-1097-4F11-8367-6C1FF973CA79}">
      <dgm:prSet/>
      <dgm:spPr/>
      <dgm:t>
        <a:bodyPr/>
        <a:lstStyle/>
        <a:p>
          <a:endParaRPr lang="es-AR" b="1"/>
        </a:p>
      </dgm:t>
    </dgm:pt>
    <dgm:pt modelId="{6B490E58-3607-4419-92EF-A91C7C8D61BF}" type="sibTrans" cxnId="{701369C6-1097-4F11-8367-6C1FF973CA79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78C7EA55-4B56-4AC2-AD9C-EA327B7DB799}">
      <dgm:prSet custT="1"/>
      <dgm:spPr>
        <a:blipFill>
          <a:blip xmlns:r="http://schemas.openxmlformats.org/officeDocument/2006/relationships" r:embed="rId10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B011B1D-2099-465C-B59D-A805E354AB42}" type="parTrans" cxnId="{F700D6CD-1A3F-4BFD-A224-7700A2C3373B}">
      <dgm:prSet/>
      <dgm:spPr/>
      <dgm:t>
        <a:bodyPr/>
        <a:lstStyle/>
        <a:p>
          <a:endParaRPr lang="es-AR" b="1"/>
        </a:p>
      </dgm:t>
    </dgm:pt>
    <dgm:pt modelId="{08BB01D1-3199-4B86-AE40-07E96B057717}" type="sibTrans" cxnId="{F700D6CD-1A3F-4BFD-A224-7700A2C3373B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D78BFD07-EBFB-45EB-90F3-4C83862E70C7}">
      <dgm:prSet custT="1"/>
      <dgm:spPr>
        <a:blipFill>
          <a:blip xmlns:r="http://schemas.openxmlformats.org/officeDocument/2006/relationships" r:embed="rId1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BDA3AEBD-0C22-49FC-B50C-B6D80B67EB76}" type="sibTrans" cxnId="{73F94A52-B1FA-4BF5-80F6-253F98613A86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2778E2E6-D964-4B7F-87EE-6936DA50D462}" type="parTrans" cxnId="{73F94A52-B1FA-4BF5-80F6-253F98613A86}">
      <dgm:prSet/>
      <dgm:spPr/>
      <dgm:t>
        <a:bodyPr/>
        <a:lstStyle/>
        <a:p>
          <a:endParaRPr lang="es-AR" b="1"/>
        </a:p>
      </dgm:t>
    </dgm:pt>
    <dgm:pt modelId="{EA93BAA4-81B0-4A15-855A-53867C2EBD41}" type="pres">
      <dgm:prSet presAssocID="{4EB24558-3D59-44AC-8A11-5509C9916E4B}" presName="diagram" presStyleCnt="0">
        <dgm:presLayoutVars>
          <dgm:dir/>
          <dgm:resizeHandles val="exact"/>
        </dgm:presLayoutVars>
      </dgm:prSet>
      <dgm:spPr/>
    </dgm:pt>
    <dgm:pt modelId="{7B10F15E-28F5-4B47-AD16-4E5742402450}" type="pres">
      <dgm:prSet presAssocID="{0148C6B8-62A7-4759-925B-E9EF48195EEC}" presName="node" presStyleLbl="node1" presStyleIdx="0" presStyleCnt="11">
        <dgm:presLayoutVars>
          <dgm:bulletEnabled val="1"/>
        </dgm:presLayoutVars>
      </dgm:prSet>
      <dgm:spPr/>
    </dgm:pt>
    <dgm:pt modelId="{EC2AEB41-F334-4699-B7DC-CE1296E82842}" type="pres">
      <dgm:prSet presAssocID="{253D0B7C-50CC-4D7A-A445-223F7B9D531E}" presName="sibTrans" presStyleLbl="sibTrans2D1" presStyleIdx="0" presStyleCnt="10"/>
      <dgm:spPr/>
    </dgm:pt>
    <dgm:pt modelId="{6B9211F2-FEAB-4E6B-8658-24703B582162}" type="pres">
      <dgm:prSet presAssocID="{253D0B7C-50CC-4D7A-A445-223F7B9D531E}" presName="connectorText" presStyleLbl="sibTrans2D1" presStyleIdx="0" presStyleCnt="10"/>
      <dgm:spPr/>
    </dgm:pt>
    <dgm:pt modelId="{14A720F4-381A-474F-BEF5-FE5AAB6A826E}" type="pres">
      <dgm:prSet presAssocID="{AA9BF4CE-B868-4E15-9D13-2C210F426758}" presName="node" presStyleLbl="node1" presStyleIdx="1" presStyleCnt="11" custScaleX="126438">
        <dgm:presLayoutVars>
          <dgm:bulletEnabled val="1"/>
        </dgm:presLayoutVars>
      </dgm:prSet>
      <dgm:spPr/>
    </dgm:pt>
    <dgm:pt modelId="{FB1B04CD-DB89-4983-B8AD-7886D98853FF}" type="pres">
      <dgm:prSet presAssocID="{8D2B6B8C-3343-4071-901D-D2A6ABAEDF23}" presName="sibTrans" presStyleLbl="sibTrans2D1" presStyleIdx="1" presStyleCnt="10"/>
      <dgm:spPr/>
    </dgm:pt>
    <dgm:pt modelId="{E80A6563-1AF7-48A0-9618-40F9148C41E1}" type="pres">
      <dgm:prSet presAssocID="{8D2B6B8C-3343-4071-901D-D2A6ABAEDF23}" presName="connectorText" presStyleLbl="sibTrans2D1" presStyleIdx="1" presStyleCnt="10"/>
      <dgm:spPr/>
    </dgm:pt>
    <dgm:pt modelId="{B12BDBB3-33B2-41C7-8BDF-7E916084A776}" type="pres">
      <dgm:prSet presAssocID="{DAFEB22D-25BB-479F-BBD5-5EF9A70CE26C}" presName="node" presStyleLbl="node1" presStyleIdx="2" presStyleCnt="11">
        <dgm:presLayoutVars>
          <dgm:bulletEnabled val="1"/>
        </dgm:presLayoutVars>
      </dgm:prSet>
      <dgm:spPr/>
    </dgm:pt>
    <dgm:pt modelId="{FC8CDE1F-CBC7-4425-B64C-507EA71B436A}" type="pres">
      <dgm:prSet presAssocID="{278B108E-F5CA-4F30-AD68-CBD0FAB23DA2}" presName="sibTrans" presStyleLbl="sibTrans2D1" presStyleIdx="2" presStyleCnt="10"/>
      <dgm:spPr/>
    </dgm:pt>
    <dgm:pt modelId="{757E06EE-751A-4898-BA81-30E69A13FA0F}" type="pres">
      <dgm:prSet presAssocID="{278B108E-F5CA-4F30-AD68-CBD0FAB23DA2}" presName="connectorText" presStyleLbl="sibTrans2D1" presStyleIdx="2" presStyleCnt="10"/>
      <dgm:spPr/>
    </dgm:pt>
    <dgm:pt modelId="{84FEC66E-0344-4A4C-9F69-E7ED0DB6BF3D}" type="pres">
      <dgm:prSet presAssocID="{36D1E52C-406F-43ED-9F8B-231D8BBDB8A6}" presName="node" presStyleLbl="node1" presStyleIdx="3" presStyleCnt="11">
        <dgm:presLayoutVars>
          <dgm:bulletEnabled val="1"/>
        </dgm:presLayoutVars>
      </dgm:prSet>
      <dgm:spPr/>
    </dgm:pt>
    <dgm:pt modelId="{FEB0D232-F481-4A58-AF79-C7B48628092C}" type="pres">
      <dgm:prSet presAssocID="{73BC8FAB-4FBB-4D81-9804-82CD6181C510}" presName="sibTrans" presStyleLbl="sibTrans2D1" presStyleIdx="3" presStyleCnt="10"/>
      <dgm:spPr/>
    </dgm:pt>
    <dgm:pt modelId="{E65E8605-8888-463F-A4E9-306FDBBC9A9C}" type="pres">
      <dgm:prSet presAssocID="{73BC8FAB-4FBB-4D81-9804-82CD6181C510}" presName="connectorText" presStyleLbl="sibTrans2D1" presStyleIdx="3" presStyleCnt="10"/>
      <dgm:spPr/>
    </dgm:pt>
    <dgm:pt modelId="{EFD76490-3863-4846-B746-9CE066A0FF05}" type="pres">
      <dgm:prSet presAssocID="{A63C7A1D-B70F-40BC-B8F1-A1FFDEA90602}" presName="node" presStyleLbl="node1" presStyleIdx="4" presStyleCnt="11">
        <dgm:presLayoutVars>
          <dgm:bulletEnabled val="1"/>
        </dgm:presLayoutVars>
      </dgm:prSet>
      <dgm:spPr/>
    </dgm:pt>
    <dgm:pt modelId="{D0113504-3B6A-42E0-A195-C7FEC5033817}" type="pres">
      <dgm:prSet presAssocID="{A74B915E-116D-40CC-971E-A65C806DB2AE}" presName="sibTrans" presStyleLbl="sibTrans2D1" presStyleIdx="4" presStyleCnt="10"/>
      <dgm:spPr/>
    </dgm:pt>
    <dgm:pt modelId="{73767604-283D-41E0-86C7-C303D9FF6F8E}" type="pres">
      <dgm:prSet presAssocID="{A74B915E-116D-40CC-971E-A65C806DB2AE}" presName="connectorText" presStyleLbl="sibTrans2D1" presStyleIdx="4" presStyleCnt="10"/>
      <dgm:spPr/>
    </dgm:pt>
    <dgm:pt modelId="{8729982E-1654-4751-9012-D1FFDD24A641}" type="pres">
      <dgm:prSet presAssocID="{FFC4BA3C-F1C9-4884-80A7-DD2E5559ABED}" presName="node" presStyleLbl="node1" presStyleIdx="5" presStyleCnt="11">
        <dgm:presLayoutVars>
          <dgm:bulletEnabled val="1"/>
        </dgm:presLayoutVars>
      </dgm:prSet>
      <dgm:spPr/>
    </dgm:pt>
    <dgm:pt modelId="{BE74483D-7255-4854-857F-54236899E04F}" type="pres">
      <dgm:prSet presAssocID="{87D1F5F9-824D-4DE5-9616-763D441A1ACC}" presName="sibTrans" presStyleLbl="sibTrans2D1" presStyleIdx="5" presStyleCnt="10"/>
      <dgm:spPr/>
    </dgm:pt>
    <dgm:pt modelId="{E70C2325-2461-4022-B4B4-3D8194E7CFC2}" type="pres">
      <dgm:prSet presAssocID="{87D1F5F9-824D-4DE5-9616-763D441A1ACC}" presName="connectorText" presStyleLbl="sibTrans2D1" presStyleIdx="5" presStyleCnt="10"/>
      <dgm:spPr/>
    </dgm:pt>
    <dgm:pt modelId="{6C67723A-BF90-4E1A-B66F-4345A8E58529}" type="pres">
      <dgm:prSet presAssocID="{FAA70673-016C-4DF2-938B-F75364E2C543}" presName="node" presStyleLbl="node1" presStyleIdx="6" presStyleCnt="11">
        <dgm:presLayoutVars>
          <dgm:bulletEnabled val="1"/>
        </dgm:presLayoutVars>
      </dgm:prSet>
      <dgm:spPr/>
    </dgm:pt>
    <dgm:pt modelId="{EE58E790-2268-49BA-9F95-1C5CF4AF2BA7}" type="pres">
      <dgm:prSet presAssocID="{C6938CC7-5D0F-4F7A-9205-93DA77EB87B5}" presName="sibTrans" presStyleLbl="sibTrans2D1" presStyleIdx="6" presStyleCnt="10"/>
      <dgm:spPr/>
    </dgm:pt>
    <dgm:pt modelId="{55362FC5-1FFC-4C7C-A58E-0801164808C7}" type="pres">
      <dgm:prSet presAssocID="{C6938CC7-5D0F-4F7A-9205-93DA77EB87B5}" presName="connectorText" presStyleLbl="sibTrans2D1" presStyleIdx="6" presStyleCnt="10"/>
      <dgm:spPr/>
    </dgm:pt>
    <dgm:pt modelId="{1AFCE974-D0EE-4D6E-9FB2-47E959760C9B}" type="pres">
      <dgm:prSet presAssocID="{78C7EA55-4B56-4AC2-AD9C-EA327B7DB799}" presName="node" presStyleLbl="node1" presStyleIdx="7" presStyleCnt="11">
        <dgm:presLayoutVars>
          <dgm:bulletEnabled val="1"/>
        </dgm:presLayoutVars>
      </dgm:prSet>
      <dgm:spPr/>
    </dgm:pt>
    <dgm:pt modelId="{5176C387-D148-46BF-9D68-1525E5DAC895}" type="pres">
      <dgm:prSet presAssocID="{08BB01D1-3199-4B86-AE40-07E96B057717}" presName="sibTrans" presStyleLbl="sibTrans2D1" presStyleIdx="7" presStyleCnt="10"/>
      <dgm:spPr/>
    </dgm:pt>
    <dgm:pt modelId="{0C711783-57DA-4465-9333-914219C8FD30}" type="pres">
      <dgm:prSet presAssocID="{08BB01D1-3199-4B86-AE40-07E96B057717}" presName="connectorText" presStyleLbl="sibTrans2D1" presStyleIdx="7" presStyleCnt="10"/>
      <dgm:spPr/>
    </dgm:pt>
    <dgm:pt modelId="{175EF7DE-7C1C-4233-BED1-8B59D61172C5}" type="pres">
      <dgm:prSet presAssocID="{D78BFD07-EBFB-45EB-90F3-4C83862E70C7}" presName="node" presStyleLbl="node1" presStyleIdx="8" presStyleCnt="11" custScaleX="146004">
        <dgm:presLayoutVars>
          <dgm:bulletEnabled val="1"/>
        </dgm:presLayoutVars>
      </dgm:prSet>
      <dgm:spPr/>
    </dgm:pt>
    <dgm:pt modelId="{09AC471C-93DE-460D-A6A7-6E09E92090B2}" type="pres">
      <dgm:prSet presAssocID="{BDA3AEBD-0C22-49FC-B50C-B6D80B67EB76}" presName="sibTrans" presStyleLbl="sibTrans2D1" presStyleIdx="8" presStyleCnt="10"/>
      <dgm:spPr/>
    </dgm:pt>
    <dgm:pt modelId="{FDFB2CCD-6B85-4AF8-8EFD-EB84CFDA4480}" type="pres">
      <dgm:prSet presAssocID="{BDA3AEBD-0C22-49FC-B50C-B6D80B67EB76}" presName="connectorText" presStyleLbl="sibTrans2D1" presStyleIdx="8" presStyleCnt="10"/>
      <dgm:spPr/>
    </dgm:pt>
    <dgm:pt modelId="{CB95E4CD-FA6F-4789-AF47-F28AB18003B6}" type="pres">
      <dgm:prSet presAssocID="{E7CBF5FA-A639-4008-9EAA-885DBE7DD332}" presName="node" presStyleLbl="node1" presStyleIdx="9" presStyleCnt="11">
        <dgm:presLayoutVars>
          <dgm:bulletEnabled val="1"/>
        </dgm:presLayoutVars>
      </dgm:prSet>
      <dgm:spPr/>
    </dgm:pt>
    <dgm:pt modelId="{CD5B566C-4764-4689-AEA2-BB53F1BEC814}" type="pres">
      <dgm:prSet presAssocID="{6B490E58-3607-4419-92EF-A91C7C8D61BF}" presName="sibTrans" presStyleLbl="sibTrans2D1" presStyleIdx="9" presStyleCnt="10"/>
      <dgm:spPr/>
    </dgm:pt>
    <dgm:pt modelId="{E7386F14-0C2A-4A48-9445-0BA53D5A02C9}" type="pres">
      <dgm:prSet presAssocID="{6B490E58-3607-4419-92EF-A91C7C8D61BF}" presName="connectorText" presStyleLbl="sibTrans2D1" presStyleIdx="9" presStyleCnt="10"/>
      <dgm:spPr/>
    </dgm:pt>
    <dgm:pt modelId="{51AB207A-17DD-49B1-8E67-99F642D298B3}" type="pres">
      <dgm:prSet presAssocID="{F391C66D-A1EC-4D25-BAB9-844931F4DF45}" presName="node" presStyleLbl="node1" presStyleIdx="10" presStyleCnt="11" custScaleX="126316">
        <dgm:presLayoutVars>
          <dgm:bulletEnabled val="1"/>
        </dgm:presLayoutVars>
      </dgm:prSet>
      <dgm:spPr/>
    </dgm:pt>
  </dgm:ptLst>
  <dgm:cxnLst>
    <dgm:cxn modelId="{23149703-1092-47ED-9715-4238BEEA8526}" type="presOf" srcId="{FAA70673-016C-4DF2-938B-F75364E2C543}" destId="{6C67723A-BF90-4E1A-B66F-4345A8E58529}" srcOrd="0" destOrd="0" presId="urn:microsoft.com/office/officeart/2005/8/layout/process5"/>
    <dgm:cxn modelId="{B7FFC705-0607-4D4C-AE2E-82A857AFDFD3}" type="presOf" srcId="{278B108E-F5CA-4F30-AD68-CBD0FAB23DA2}" destId="{FC8CDE1F-CBC7-4425-B64C-507EA71B436A}" srcOrd="0" destOrd="0" presId="urn:microsoft.com/office/officeart/2005/8/layout/process5"/>
    <dgm:cxn modelId="{2B1BC02D-1661-43F1-ADAA-DC4CB8E1968D}" srcId="{4EB24558-3D59-44AC-8A11-5509C9916E4B}" destId="{0148C6B8-62A7-4759-925B-E9EF48195EEC}" srcOrd="0" destOrd="0" parTransId="{AFFB05CC-26AC-4A2B-9277-2481EFCDC842}" sibTransId="{253D0B7C-50CC-4D7A-A445-223F7B9D531E}"/>
    <dgm:cxn modelId="{1001F25E-8474-4ED4-BED3-4022678A13F4}" srcId="{4EB24558-3D59-44AC-8A11-5509C9916E4B}" destId="{FFC4BA3C-F1C9-4884-80A7-DD2E5559ABED}" srcOrd="5" destOrd="0" parTransId="{AE71DD24-7B3F-44F6-A215-03228CC53C60}" sibTransId="{87D1F5F9-824D-4DE5-9616-763D441A1ACC}"/>
    <dgm:cxn modelId="{FECA7A5F-DF08-4D73-ADDF-EAB55357B472}" type="presOf" srcId="{36D1E52C-406F-43ED-9F8B-231D8BBDB8A6}" destId="{84FEC66E-0344-4A4C-9F69-E7ED0DB6BF3D}" srcOrd="0" destOrd="0" presId="urn:microsoft.com/office/officeart/2005/8/layout/process5"/>
    <dgm:cxn modelId="{BDF62341-F39A-47FC-9616-5598DBDBCBC5}" type="presOf" srcId="{AA9BF4CE-B868-4E15-9D13-2C210F426758}" destId="{14A720F4-381A-474F-BEF5-FE5AAB6A826E}" srcOrd="0" destOrd="0" presId="urn:microsoft.com/office/officeart/2005/8/layout/process5"/>
    <dgm:cxn modelId="{99392B61-12EE-442E-840E-DAFCE099EFD7}" srcId="{4EB24558-3D59-44AC-8A11-5509C9916E4B}" destId="{F391C66D-A1EC-4D25-BAB9-844931F4DF45}" srcOrd="10" destOrd="0" parTransId="{D9783CB3-3703-4D04-BA57-63FF7727EAFE}" sibTransId="{D7886FA4-1049-437F-AB03-F0AB16B8EC2B}"/>
    <dgm:cxn modelId="{7C3A5343-B12C-4CC1-97A4-FC4E49FAC3AF}" type="presOf" srcId="{278B108E-F5CA-4F30-AD68-CBD0FAB23DA2}" destId="{757E06EE-751A-4898-BA81-30E69A13FA0F}" srcOrd="1" destOrd="0" presId="urn:microsoft.com/office/officeart/2005/8/layout/process5"/>
    <dgm:cxn modelId="{D69DCF45-78DA-4819-88D1-9D4ED7B6CD25}" type="presOf" srcId="{E7CBF5FA-A639-4008-9EAA-885DBE7DD332}" destId="{CB95E4CD-FA6F-4789-AF47-F28AB18003B6}" srcOrd="0" destOrd="0" presId="urn:microsoft.com/office/officeart/2005/8/layout/process5"/>
    <dgm:cxn modelId="{C6DB1F46-AF55-4E9B-9F61-BE145B766CA9}" type="presOf" srcId="{08BB01D1-3199-4B86-AE40-07E96B057717}" destId="{0C711783-57DA-4465-9333-914219C8FD30}" srcOrd="1" destOrd="0" presId="urn:microsoft.com/office/officeart/2005/8/layout/process5"/>
    <dgm:cxn modelId="{8A5D1048-9951-42D2-B489-CCB9E78A5310}" type="presOf" srcId="{BDA3AEBD-0C22-49FC-B50C-B6D80B67EB76}" destId="{FDFB2CCD-6B85-4AF8-8EFD-EB84CFDA4480}" srcOrd="1" destOrd="0" presId="urn:microsoft.com/office/officeart/2005/8/layout/process5"/>
    <dgm:cxn modelId="{3E86E349-886C-4A2B-A8E9-94EF294E2BC1}" srcId="{4EB24558-3D59-44AC-8A11-5509C9916E4B}" destId="{FAA70673-016C-4DF2-938B-F75364E2C543}" srcOrd="6" destOrd="0" parTransId="{87F40682-53E0-437D-8E5A-A5BB1F0D49E7}" sibTransId="{C6938CC7-5D0F-4F7A-9205-93DA77EB87B5}"/>
    <dgm:cxn modelId="{7CC3756B-CDB7-46A1-A7A5-2071AB69D3A4}" srcId="{4EB24558-3D59-44AC-8A11-5509C9916E4B}" destId="{DAFEB22D-25BB-479F-BBD5-5EF9A70CE26C}" srcOrd="2" destOrd="0" parTransId="{E293A3AC-0484-4767-BB1E-483C3E999896}" sibTransId="{278B108E-F5CA-4F30-AD68-CBD0FAB23DA2}"/>
    <dgm:cxn modelId="{73F94A52-B1FA-4BF5-80F6-253F98613A86}" srcId="{4EB24558-3D59-44AC-8A11-5509C9916E4B}" destId="{D78BFD07-EBFB-45EB-90F3-4C83862E70C7}" srcOrd="8" destOrd="0" parTransId="{2778E2E6-D964-4B7F-87EE-6936DA50D462}" sibTransId="{BDA3AEBD-0C22-49FC-B50C-B6D80B67EB76}"/>
    <dgm:cxn modelId="{2ACD4C75-27AD-498C-AEAD-50277BA76A8A}" type="presOf" srcId="{78C7EA55-4B56-4AC2-AD9C-EA327B7DB799}" destId="{1AFCE974-D0EE-4D6E-9FB2-47E959760C9B}" srcOrd="0" destOrd="0" presId="urn:microsoft.com/office/officeart/2005/8/layout/process5"/>
    <dgm:cxn modelId="{9E349559-948C-4EF1-B8A8-AB376E095327}" type="presOf" srcId="{D78BFD07-EBFB-45EB-90F3-4C83862E70C7}" destId="{175EF7DE-7C1C-4233-BED1-8B59D61172C5}" srcOrd="0" destOrd="0" presId="urn:microsoft.com/office/officeart/2005/8/layout/process5"/>
    <dgm:cxn modelId="{9628C691-D839-4B18-AB58-1A52092A1398}" type="presOf" srcId="{08BB01D1-3199-4B86-AE40-07E96B057717}" destId="{5176C387-D148-46BF-9D68-1525E5DAC895}" srcOrd="0" destOrd="0" presId="urn:microsoft.com/office/officeart/2005/8/layout/process5"/>
    <dgm:cxn modelId="{CF94AC93-58C1-482A-A9A9-58A93CAC4FD7}" type="presOf" srcId="{253D0B7C-50CC-4D7A-A445-223F7B9D531E}" destId="{6B9211F2-FEAB-4E6B-8658-24703B582162}" srcOrd="1" destOrd="0" presId="urn:microsoft.com/office/officeart/2005/8/layout/process5"/>
    <dgm:cxn modelId="{4D76F094-550B-4C4F-8662-DC9ACA3C4D32}" type="presOf" srcId="{C6938CC7-5D0F-4F7A-9205-93DA77EB87B5}" destId="{EE58E790-2268-49BA-9F95-1C5CF4AF2BA7}" srcOrd="0" destOrd="0" presId="urn:microsoft.com/office/officeart/2005/8/layout/process5"/>
    <dgm:cxn modelId="{685AC29D-5F9B-44E0-B139-863E51E3AAA8}" type="presOf" srcId="{A74B915E-116D-40CC-971E-A65C806DB2AE}" destId="{73767604-283D-41E0-86C7-C303D9FF6F8E}" srcOrd="1" destOrd="0" presId="urn:microsoft.com/office/officeart/2005/8/layout/process5"/>
    <dgm:cxn modelId="{091EAFAF-EAF3-4E31-A554-5D27D7D8D4AA}" srcId="{4EB24558-3D59-44AC-8A11-5509C9916E4B}" destId="{36D1E52C-406F-43ED-9F8B-231D8BBDB8A6}" srcOrd="3" destOrd="0" parTransId="{C85D3281-2C8A-4F00-B84E-CD0CDBCD4F95}" sibTransId="{73BC8FAB-4FBB-4D81-9804-82CD6181C510}"/>
    <dgm:cxn modelId="{C77B0AB0-65D3-42AD-856F-5AA1EEF2FD7C}" type="presOf" srcId="{87D1F5F9-824D-4DE5-9616-763D441A1ACC}" destId="{E70C2325-2461-4022-B4B4-3D8194E7CFC2}" srcOrd="1" destOrd="0" presId="urn:microsoft.com/office/officeart/2005/8/layout/process5"/>
    <dgm:cxn modelId="{C7701AB0-AEA8-4038-9793-0F8AEC314FEF}" type="presOf" srcId="{4EB24558-3D59-44AC-8A11-5509C9916E4B}" destId="{EA93BAA4-81B0-4A15-855A-53867C2EBD41}" srcOrd="0" destOrd="0" presId="urn:microsoft.com/office/officeart/2005/8/layout/process5"/>
    <dgm:cxn modelId="{27BD10B2-0BC8-4326-9798-C1A16C3B3994}" type="presOf" srcId="{0148C6B8-62A7-4759-925B-E9EF48195EEC}" destId="{7B10F15E-28F5-4B47-AD16-4E5742402450}" srcOrd="0" destOrd="0" presId="urn:microsoft.com/office/officeart/2005/8/layout/process5"/>
    <dgm:cxn modelId="{555CDEB7-A981-4F57-9FAA-F52501163403}" type="presOf" srcId="{8D2B6B8C-3343-4071-901D-D2A6ABAEDF23}" destId="{E80A6563-1AF7-48A0-9618-40F9148C41E1}" srcOrd="1" destOrd="0" presId="urn:microsoft.com/office/officeart/2005/8/layout/process5"/>
    <dgm:cxn modelId="{51CE7BBB-EC43-46DC-90E0-87AA440405FD}" type="presOf" srcId="{F391C66D-A1EC-4D25-BAB9-844931F4DF45}" destId="{51AB207A-17DD-49B1-8E67-99F642D298B3}" srcOrd="0" destOrd="0" presId="urn:microsoft.com/office/officeart/2005/8/layout/process5"/>
    <dgm:cxn modelId="{A5EF1CBD-E121-4FC6-B205-6703B47237FC}" type="presOf" srcId="{73BC8FAB-4FBB-4D81-9804-82CD6181C510}" destId="{FEB0D232-F481-4A58-AF79-C7B48628092C}" srcOrd="0" destOrd="0" presId="urn:microsoft.com/office/officeart/2005/8/layout/process5"/>
    <dgm:cxn modelId="{42A354BD-7F91-48DF-A922-0EB6E25BDFB2}" srcId="{4EB24558-3D59-44AC-8A11-5509C9916E4B}" destId="{AA9BF4CE-B868-4E15-9D13-2C210F426758}" srcOrd="1" destOrd="0" parTransId="{5ABB728C-DFAB-47E6-AE3F-AFC591DA0651}" sibTransId="{8D2B6B8C-3343-4071-901D-D2A6ABAEDF23}"/>
    <dgm:cxn modelId="{0B5089BF-1958-4C09-AF0F-290F80A7D811}" type="presOf" srcId="{6B490E58-3607-4419-92EF-A91C7C8D61BF}" destId="{CD5B566C-4764-4689-AEA2-BB53F1BEC814}" srcOrd="0" destOrd="0" presId="urn:microsoft.com/office/officeart/2005/8/layout/process5"/>
    <dgm:cxn modelId="{8A06A5C2-ECB2-445A-8C78-21553AF62C14}" srcId="{4EB24558-3D59-44AC-8A11-5509C9916E4B}" destId="{A63C7A1D-B70F-40BC-B8F1-A1FFDEA90602}" srcOrd="4" destOrd="0" parTransId="{E1399D3B-57FA-4214-895C-4883B640EC3F}" sibTransId="{A74B915E-116D-40CC-971E-A65C806DB2AE}"/>
    <dgm:cxn modelId="{701369C6-1097-4F11-8367-6C1FF973CA79}" srcId="{4EB24558-3D59-44AC-8A11-5509C9916E4B}" destId="{E7CBF5FA-A639-4008-9EAA-885DBE7DD332}" srcOrd="9" destOrd="0" parTransId="{6E100A0D-8D84-4532-A2C1-6E346D23C649}" sibTransId="{6B490E58-3607-4419-92EF-A91C7C8D61BF}"/>
    <dgm:cxn modelId="{B47D89C8-136E-494E-922D-187EE3A379CA}" type="presOf" srcId="{FFC4BA3C-F1C9-4884-80A7-DD2E5559ABED}" destId="{8729982E-1654-4751-9012-D1FFDD24A641}" srcOrd="0" destOrd="0" presId="urn:microsoft.com/office/officeart/2005/8/layout/process5"/>
    <dgm:cxn modelId="{1BEAC1CB-23AA-4650-83EA-E7B7095BB9E9}" type="presOf" srcId="{6B490E58-3607-4419-92EF-A91C7C8D61BF}" destId="{E7386F14-0C2A-4A48-9445-0BA53D5A02C9}" srcOrd="1" destOrd="0" presId="urn:microsoft.com/office/officeart/2005/8/layout/process5"/>
    <dgm:cxn modelId="{D94DE1CB-9EF0-49CA-AFD1-368ECAECD2AC}" type="presOf" srcId="{87D1F5F9-824D-4DE5-9616-763D441A1ACC}" destId="{BE74483D-7255-4854-857F-54236899E04F}" srcOrd="0" destOrd="0" presId="urn:microsoft.com/office/officeart/2005/8/layout/process5"/>
    <dgm:cxn modelId="{F700D6CD-1A3F-4BFD-A224-7700A2C3373B}" srcId="{4EB24558-3D59-44AC-8A11-5509C9916E4B}" destId="{78C7EA55-4B56-4AC2-AD9C-EA327B7DB799}" srcOrd="7" destOrd="0" parTransId="{DB011B1D-2099-465C-B59D-A805E354AB42}" sibTransId="{08BB01D1-3199-4B86-AE40-07E96B057717}"/>
    <dgm:cxn modelId="{656F86D3-8638-4848-9FCB-2AE2C9035345}" type="presOf" srcId="{A74B915E-116D-40CC-971E-A65C806DB2AE}" destId="{D0113504-3B6A-42E0-A195-C7FEC5033817}" srcOrd="0" destOrd="0" presId="urn:microsoft.com/office/officeart/2005/8/layout/process5"/>
    <dgm:cxn modelId="{E6A97FDB-1971-485E-887D-AFD106AF8590}" type="presOf" srcId="{BDA3AEBD-0C22-49FC-B50C-B6D80B67EB76}" destId="{09AC471C-93DE-460D-A6A7-6E09E92090B2}" srcOrd="0" destOrd="0" presId="urn:microsoft.com/office/officeart/2005/8/layout/process5"/>
    <dgm:cxn modelId="{9302E9E0-3D96-4570-B42F-2546937EED27}" type="presOf" srcId="{DAFEB22D-25BB-479F-BBD5-5EF9A70CE26C}" destId="{B12BDBB3-33B2-41C7-8BDF-7E916084A776}" srcOrd="0" destOrd="0" presId="urn:microsoft.com/office/officeart/2005/8/layout/process5"/>
    <dgm:cxn modelId="{B46FA4E6-7DBF-4A4F-AC22-1F1E0B2D9175}" type="presOf" srcId="{C6938CC7-5D0F-4F7A-9205-93DA77EB87B5}" destId="{55362FC5-1FFC-4C7C-A58E-0801164808C7}" srcOrd="1" destOrd="0" presId="urn:microsoft.com/office/officeart/2005/8/layout/process5"/>
    <dgm:cxn modelId="{FE75DCE6-423E-4C4B-924B-D72146F71246}" type="presOf" srcId="{8D2B6B8C-3343-4071-901D-D2A6ABAEDF23}" destId="{FB1B04CD-DB89-4983-B8AD-7886D98853FF}" srcOrd="0" destOrd="0" presId="urn:microsoft.com/office/officeart/2005/8/layout/process5"/>
    <dgm:cxn modelId="{8EA443F0-FC1E-4E76-BA79-48C410E5E032}" type="presOf" srcId="{73BC8FAB-4FBB-4D81-9804-82CD6181C510}" destId="{E65E8605-8888-463F-A4E9-306FDBBC9A9C}" srcOrd="1" destOrd="0" presId="urn:microsoft.com/office/officeart/2005/8/layout/process5"/>
    <dgm:cxn modelId="{0144C5F4-4F35-4CCD-B2A2-AB77F490196D}" type="presOf" srcId="{253D0B7C-50CC-4D7A-A445-223F7B9D531E}" destId="{EC2AEB41-F334-4699-B7DC-CE1296E82842}" srcOrd="0" destOrd="0" presId="urn:microsoft.com/office/officeart/2005/8/layout/process5"/>
    <dgm:cxn modelId="{FF6942F9-CA9F-496F-B8B4-5F1A0EA5D568}" type="presOf" srcId="{A63C7A1D-B70F-40BC-B8F1-A1FFDEA90602}" destId="{EFD76490-3863-4846-B746-9CE066A0FF05}" srcOrd="0" destOrd="0" presId="urn:microsoft.com/office/officeart/2005/8/layout/process5"/>
    <dgm:cxn modelId="{88C79D42-EEAC-4B44-BD84-F024CEDE3C3F}" type="presParOf" srcId="{EA93BAA4-81B0-4A15-855A-53867C2EBD41}" destId="{7B10F15E-28F5-4B47-AD16-4E5742402450}" srcOrd="0" destOrd="0" presId="urn:microsoft.com/office/officeart/2005/8/layout/process5"/>
    <dgm:cxn modelId="{6ED3EE38-7F0F-49AD-B36B-6EB4CF0BD20E}" type="presParOf" srcId="{EA93BAA4-81B0-4A15-855A-53867C2EBD41}" destId="{EC2AEB41-F334-4699-B7DC-CE1296E82842}" srcOrd="1" destOrd="0" presId="urn:microsoft.com/office/officeart/2005/8/layout/process5"/>
    <dgm:cxn modelId="{EC80DBC2-528D-467F-BB6A-ECE37C84F435}" type="presParOf" srcId="{EC2AEB41-F334-4699-B7DC-CE1296E82842}" destId="{6B9211F2-FEAB-4E6B-8658-24703B582162}" srcOrd="0" destOrd="0" presId="urn:microsoft.com/office/officeart/2005/8/layout/process5"/>
    <dgm:cxn modelId="{ED132071-D38F-4D0B-9D99-E3BF0E4949F4}" type="presParOf" srcId="{EA93BAA4-81B0-4A15-855A-53867C2EBD41}" destId="{14A720F4-381A-474F-BEF5-FE5AAB6A826E}" srcOrd="2" destOrd="0" presId="urn:microsoft.com/office/officeart/2005/8/layout/process5"/>
    <dgm:cxn modelId="{77A5D5E2-308C-4AD0-B3AC-E3EC58E3F6EE}" type="presParOf" srcId="{EA93BAA4-81B0-4A15-855A-53867C2EBD41}" destId="{FB1B04CD-DB89-4983-B8AD-7886D98853FF}" srcOrd="3" destOrd="0" presId="urn:microsoft.com/office/officeart/2005/8/layout/process5"/>
    <dgm:cxn modelId="{26127398-B941-45F8-B3CA-033CD23D1D63}" type="presParOf" srcId="{FB1B04CD-DB89-4983-B8AD-7886D98853FF}" destId="{E80A6563-1AF7-48A0-9618-40F9148C41E1}" srcOrd="0" destOrd="0" presId="urn:microsoft.com/office/officeart/2005/8/layout/process5"/>
    <dgm:cxn modelId="{C94B5F96-956F-4262-A190-7DFAAFACDF05}" type="presParOf" srcId="{EA93BAA4-81B0-4A15-855A-53867C2EBD41}" destId="{B12BDBB3-33B2-41C7-8BDF-7E916084A776}" srcOrd="4" destOrd="0" presId="urn:microsoft.com/office/officeart/2005/8/layout/process5"/>
    <dgm:cxn modelId="{3B310694-87D2-4EFF-AFAE-635FFE328ABE}" type="presParOf" srcId="{EA93BAA4-81B0-4A15-855A-53867C2EBD41}" destId="{FC8CDE1F-CBC7-4425-B64C-507EA71B436A}" srcOrd="5" destOrd="0" presId="urn:microsoft.com/office/officeart/2005/8/layout/process5"/>
    <dgm:cxn modelId="{02CC72E6-599D-496C-A1EB-0DD0652574A1}" type="presParOf" srcId="{FC8CDE1F-CBC7-4425-B64C-507EA71B436A}" destId="{757E06EE-751A-4898-BA81-30E69A13FA0F}" srcOrd="0" destOrd="0" presId="urn:microsoft.com/office/officeart/2005/8/layout/process5"/>
    <dgm:cxn modelId="{2A0A4A4E-391C-4E50-B1A9-AC44266553F7}" type="presParOf" srcId="{EA93BAA4-81B0-4A15-855A-53867C2EBD41}" destId="{84FEC66E-0344-4A4C-9F69-E7ED0DB6BF3D}" srcOrd="6" destOrd="0" presId="urn:microsoft.com/office/officeart/2005/8/layout/process5"/>
    <dgm:cxn modelId="{7BE88B83-FC4E-4894-A648-475BCD1ABE05}" type="presParOf" srcId="{EA93BAA4-81B0-4A15-855A-53867C2EBD41}" destId="{FEB0D232-F481-4A58-AF79-C7B48628092C}" srcOrd="7" destOrd="0" presId="urn:microsoft.com/office/officeart/2005/8/layout/process5"/>
    <dgm:cxn modelId="{89F41170-13A3-4F22-9BAA-DB66495928BF}" type="presParOf" srcId="{FEB0D232-F481-4A58-AF79-C7B48628092C}" destId="{E65E8605-8888-463F-A4E9-306FDBBC9A9C}" srcOrd="0" destOrd="0" presId="urn:microsoft.com/office/officeart/2005/8/layout/process5"/>
    <dgm:cxn modelId="{D90003C4-5E75-4837-9B5D-03A3F974AC75}" type="presParOf" srcId="{EA93BAA4-81B0-4A15-855A-53867C2EBD41}" destId="{EFD76490-3863-4846-B746-9CE066A0FF05}" srcOrd="8" destOrd="0" presId="urn:microsoft.com/office/officeart/2005/8/layout/process5"/>
    <dgm:cxn modelId="{A776A33C-E7BC-4BCB-AB5C-C9FA7D9C0F95}" type="presParOf" srcId="{EA93BAA4-81B0-4A15-855A-53867C2EBD41}" destId="{D0113504-3B6A-42E0-A195-C7FEC5033817}" srcOrd="9" destOrd="0" presId="urn:microsoft.com/office/officeart/2005/8/layout/process5"/>
    <dgm:cxn modelId="{BB254895-E103-4156-A11A-E40B31C4D657}" type="presParOf" srcId="{D0113504-3B6A-42E0-A195-C7FEC5033817}" destId="{73767604-283D-41E0-86C7-C303D9FF6F8E}" srcOrd="0" destOrd="0" presId="urn:microsoft.com/office/officeart/2005/8/layout/process5"/>
    <dgm:cxn modelId="{A0FD543E-C887-4084-8E83-6B656AC11231}" type="presParOf" srcId="{EA93BAA4-81B0-4A15-855A-53867C2EBD41}" destId="{8729982E-1654-4751-9012-D1FFDD24A641}" srcOrd="10" destOrd="0" presId="urn:microsoft.com/office/officeart/2005/8/layout/process5"/>
    <dgm:cxn modelId="{94B14C0E-2484-4710-8837-54A85860CD0D}" type="presParOf" srcId="{EA93BAA4-81B0-4A15-855A-53867C2EBD41}" destId="{BE74483D-7255-4854-857F-54236899E04F}" srcOrd="11" destOrd="0" presId="urn:microsoft.com/office/officeart/2005/8/layout/process5"/>
    <dgm:cxn modelId="{F591D4B8-E492-41DC-A484-0C63E5B28DB4}" type="presParOf" srcId="{BE74483D-7255-4854-857F-54236899E04F}" destId="{E70C2325-2461-4022-B4B4-3D8194E7CFC2}" srcOrd="0" destOrd="0" presId="urn:microsoft.com/office/officeart/2005/8/layout/process5"/>
    <dgm:cxn modelId="{21589BD9-314B-4450-B163-2EA8105AE7DB}" type="presParOf" srcId="{EA93BAA4-81B0-4A15-855A-53867C2EBD41}" destId="{6C67723A-BF90-4E1A-B66F-4345A8E58529}" srcOrd="12" destOrd="0" presId="urn:microsoft.com/office/officeart/2005/8/layout/process5"/>
    <dgm:cxn modelId="{0EEE95D9-A92F-44CF-BA16-EF81C8A4130E}" type="presParOf" srcId="{EA93BAA4-81B0-4A15-855A-53867C2EBD41}" destId="{EE58E790-2268-49BA-9F95-1C5CF4AF2BA7}" srcOrd="13" destOrd="0" presId="urn:microsoft.com/office/officeart/2005/8/layout/process5"/>
    <dgm:cxn modelId="{332237B2-B859-48D3-AEF0-77668A62E8C1}" type="presParOf" srcId="{EE58E790-2268-49BA-9F95-1C5CF4AF2BA7}" destId="{55362FC5-1FFC-4C7C-A58E-0801164808C7}" srcOrd="0" destOrd="0" presId="urn:microsoft.com/office/officeart/2005/8/layout/process5"/>
    <dgm:cxn modelId="{F2088C23-DDF7-4794-AC85-0504B9EA436F}" type="presParOf" srcId="{EA93BAA4-81B0-4A15-855A-53867C2EBD41}" destId="{1AFCE974-D0EE-4D6E-9FB2-47E959760C9B}" srcOrd="14" destOrd="0" presId="urn:microsoft.com/office/officeart/2005/8/layout/process5"/>
    <dgm:cxn modelId="{B9F7566B-ADA3-47E3-AA14-0121854578C2}" type="presParOf" srcId="{EA93BAA4-81B0-4A15-855A-53867C2EBD41}" destId="{5176C387-D148-46BF-9D68-1525E5DAC895}" srcOrd="15" destOrd="0" presId="urn:microsoft.com/office/officeart/2005/8/layout/process5"/>
    <dgm:cxn modelId="{8500F6FF-0213-4C68-9759-29FBA738464F}" type="presParOf" srcId="{5176C387-D148-46BF-9D68-1525E5DAC895}" destId="{0C711783-57DA-4465-9333-914219C8FD30}" srcOrd="0" destOrd="0" presId="urn:microsoft.com/office/officeart/2005/8/layout/process5"/>
    <dgm:cxn modelId="{8058F994-9D76-474C-B718-E56033C56A44}" type="presParOf" srcId="{EA93BAA4-81B0-4A15-855A-53867C2EBD41}" destId="{175EF7DE-7C1C-4233-BED1-8B59D61172C5}" srcOrd="16" destOrd="0" presId="urn:microsoft.com/office/officeart/2005/8/layout/process5"/>
    <dgm:cxn modelId="{FE9D22B9-F0CC-4A4C-BD73-B989301A1715}" type="presParOf" srcId="{EA93BAA4-81B0-4A15-855A-53867C2EBD41}" destId="{09AC471C-93DE-460D-A6A7-6E09E92090B2}" srcOrd="17" destOrd="0" presId="urn:microsoft.com/office/officeart/2005/8/layout/process5"/>
    <dgm:cxn modelId="{DEA8280F-101B-46CF-9D57-D89585BF24F5}" type="presParOf" srcId="{09AC471C-93DE-460D-A6A7-6E09E92090B2}" destId="{FDFB2CCD-6B85-4AF8-8EFD-EB84CFDA4480}" srcOrd="0" destOrd="0" presId="urn:microsoft.com/office/officeart/2005/8/layout/process5"/>
    <dgm:cxn modelId="{AD47E604-511E-4F98-A105-31B6EF164399}" type="presParOf" srcId="{EA93BAA4-81B0-4A15-855A-53867C2EBD41}" destId="{CB95E4CD-FA6F-4789-AF47-F28AB18003B6}" srcOrd="18" destOrd="0" presId="urn:microsoft.com/office/officeart/2005/8/layout/process5"/>
    <dgm:cxn modelId="{D1024D3E-F042-4B2C-B107-5C46D62BC992}" type="presParOf" srcId="{EA93BAA4-81B0-4A15-855A-53867C2EBD41}" destId="{CD5B566C-4764-4689-AEA2-BB53F1BEC814}" srcOrd="19" destOrd="0" presId="urn:microsoft.com/office/officeart/2005/8/layout/process5"/>
    <dgm:cxn modelId="{3155CE82-904E-4E93-8B8F-D6BDB3AFD873}" type="presParOf" srcId="{CD5B566C-4764-4689-AEA2-BB53F1BEC814}" destId="{E7386F14-0C2A-4A48-9445-0BA53D5A02C9}" srcOrd="0" destOrd="0" presId="urn:microsoft.com/office/officeart/2005/8/layout/process5"/>
    <dgm:cxn modelId="{C45DD5D7-BA2D-4CB8-AE70-4D4D776E79FB}" type="presParOf" srcId="{EA93BAA4-81B0-4A15-855A-53867C2EBD41}" destId="{51AB207A-17DD-49B1-8E67-99F642D298B3}" srcOrd="2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187F4-1C24-4B3E-914E-3F699C4ACAFA}">
      <dsp:nvSpPr>
        <dsp:cNvPr id="0" name=""/>
        <dsp:cNvSpPr/>
      </dsp:nvSpPr>
      <dsp:spPr>
        <a:xfrm>
          <a:off x="2141719" y="877444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6FF4BA-3AD5-4C02-9946-19AB87955B5D}">
      <dsp:nvSpPr>
        <dsp:cNvPr id="0" name=""/>
        <dsp:cNvSpPr/>
      </dsp:nvSpPr>
      <dsp:spPr>
        <a:xfrm>
          <a:off x="3030218" y="2896558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6DE82-1246-4775-84F7-3377E25C9545}">
      <dsp:nvSpPr>
        <dsp:cNvPr id="0" name=""/>
        <dsp:cNvSpPr/>
      </dsp:nvSpPr>
      <dsp:spPr>
        <a:xfrm>
          <a:off x="2585969" y="2896558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A4E02A-DEFB-4DBF-A23F-48DC6EEFF04E}">
      <dsp:nvSpPr>
        <dsp:cNvPr id="0" name=""/>
        <dsp:cNvSpPr/>
      </dsp:nvSpPr>
      <dsp:spPr>
        <a:xfrm>
          <a:off x="2585969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A3B9CF-CBCF-4D58-AA44-6EF7AE757728}">
      <dsp:nvSpPr>
        <dsp:cNvPr id="0" name=""/>
        <dsp:cNvSpPr/>
      </dsp:nvSpPr>
      <dsp:spPr>
        <a:xfrm>
          <a:off x="2141719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A9B0E-90D8-4BED-8CD2-C0CA55B2323E}">
      <dsp:nvSpPr>
        <dsp:cNvPr id="0" name=""/>
        <dsp:cNvSpPr/>
      </dsp:nvSpPr>
      <dsp:spPr>
        <a:xfrm>
          <a:off x="1697469" y="1550482"/>
          <a:ext cx="88849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888499" y="144078"/>
              </a:lnTo>
              <a:lnTo>
                <a:pt x="88849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95BC3E-DAEB-47C1-BB24-8C6CC6E76080}">
      <dsp:nvSpPr>
        <dsp:cNvPr id="0" name=""/>
        <dsp:cNvSpPr/>
      </dsp:nvSpPr>
      <dsp:spPr>
        <a:xfrm>
          <a:off x="1651749" y="1550482"/>
          <a:ext cx="91440" cy="21142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D5A47F-A428-4EE0-AA9E-8EADA2D455E1}">
      <dsp:nvSpPr>
        <dsp:cNvPr id="0" name=""/>
        <dsp:cNvSpPr/>
      </dsp:nvSpPr>
      <dsp:spPr>
        <a:xfrm>
          <a:off x="808970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29214-FC9A-4A57-A239-046B12C034A7}">
      <dsp:nvSpPr>
        <dsp:cNvPr id="0" name=""/>
        <dsp:cNvSpPr/>
      </dsp:nvSpPr>
      <dsp:spPr>
        <a:xfrm>
          <a:off x="364721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C3B909-15F8-4B89-A105-2D7BA6115BA8}">
      <dsp:nvSpPr>
        <dsp:cNvPr id="0" name=""/>
        <dsp:cNvSpPr/>
      </dsp:nvSpPr>
      <dsp:spPr>
        <a:xfrm>
          <a:off x="808970" y="1550482"/>
          <a:ext cx="888499" cy="211422"/>
        </a:xfrm>
        <a:custGeom>
          <a:avLst/>
          <a:gdLst/>
          <a:ahLst/>
          <a:cxnLst/>
          <a:rect l="0" t="0" r="0" b="0"/>
          <a:pathLst>
            <a:path>
              <a:moveTo>
                <a:pt x="888499" y="0"/>
              </a:moveTo>
              <a:lnTo>
                <a:pt x="88849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27340D-4E49-45E0-91A8-E1DDAB6F21D8}">
      <dsp:nvSpPr>
        <dsp:cNvPr id="0" name=""/>
        <dsp:cNvSpPr/>
      </dsp:nvSpPr>
      <dsp:spPr>
        <a:xfrm>
          <a:off x="1697469" y="877444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75016-3B2B-4819-A79A-3FD622A18C6A}">
      <dsp:nvSpPr>
        <dsp:cNvPr id="0" name=""/>
        <dsp:cNvSpPr/>
      </dsp:nvSpPr>
      <dsp:spPr>
        <a:xfrm>
          <a:off x="1778242" y="415828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0D7D3-647B-4FBB-9C31-AC25CF2F21BF}">
      <dsp:nvSpPr>
        <dsp:cNvPr id="0" name=""/>
        <dsp:cNvSpPr/>
      </dsp:nvSpPr>
      <dsp:spPr>
        <a:xfrm>
          <a:off x="1859015" y="492562"/>
          <a:ext cx="726953" cy="461615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Raíz</a:t>
          </a:r>
          <a:endParaRPr lang="es-AR" sz="1000" b="1" kern="1200" dirty="0"/>
        </a:p>
      </dsp:txBody>
      <dsp:txXfrm>
        <a:off x="1872535" y="506082"/>
        <a:ext cx="699913" cy="434575"/>
      </dsp:txXfrm>
    </dsp:sp>
    <dsp:sp modelId="{0330B9E3-7EA6-4B30-817B-2BB21ED3176F}">
      <dsp:nvSpPr>
        <dsp:cNvPr id="0" name=""/>
        <dsp:cNvSpPr/>
      </dsp:nvSpPr>
      <dsp:spPr>
        <a:xfrm>
          <a:off x="1333992" y="1088866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E700D-E91E-427D-870E-8544098C19BE}">
      <dsp:nvSpPr>
        <dsp:cNvPr id="0" name=""/>
        <dsp:cNvSpPr/>
      </dsp:nvSpPr>
      <dsp:spPr>
        <a:xfrm>
          <a:off x="1414765" y="1165601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1428285" y="1179121"/>
        <a:ext cx="699913" cy="434575"/>
      </dsp:txXfrm>
    </dsp:sp>
    <dsp:sp modelId="{A29C9BA6-4C65-4142-A6DC-5F37A0C983F6}">
      <dsp:nvSpPr>
        <dsp:cNvPr id="0" name=""/>
        <dsp:cNvSpPr/>
      </dsp:nvSpPr>
      <dsp:spPr>
        <a:xfrm>
          <a:off x="445493" y="1761905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A3D29-30B7-4A38-8275-587E9EC6549E}">
      <dsp:nvSpPr>
        <dsp:cNvPr id="0" name=""/>
        <dsp:cNvSpPr/>
      </dsp:nvSpPr>
      <dsp:spPr>
        <a:xfrm>
          <a:off x="526266" y="1838639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539786" y="1852159"/>
        <a:ext cx="699913" cy="434575"/>
      </dsp:txXfrm>
    </dsp:sp>
    <dsp:sp modelId="{F0F387AD-D2F3-44BE-BF06-C27AEDD07648}">
      <dsp:nvSpPr>
        <dsp:cNvPr id="0" name=""/>
        <dsp:cNvSpPr/>
      </dsp:nvSpPr>
      <dsp:spPr>
        <a:xfrm>
          <a:off x="1244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B480A-AFEB-435C-BF6F-D49701986C94}">
      <dsp:nvSpPr>
        <dsp:cNvPr id="0" name=""/>
        <dsp:cNvSpPr/>
      </dsp:nvSpPr>
      <dsp:spPr>
        <a:xfrm>
          <a:off x="82016" y="2511677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95536" y="2525197"/>
        <a:ext cx="699913" cy="434575"/>
      </dsp:txXfrm>
    </dsp:sp>
    <dsp:sp modelId="{C8AA5EFA-A769-4787-BF1B-867AEDF7719C}">
      <dsp:nvSpPr>
        <dsp:cNvPr id="0" name=""/>
        <dsp:cNvSpPr/>
      </dsp:nvSpPr>
      <dsp:spPr>
        <a:xfrm>
          <a:off x="889743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28FF3-3DF0-4531-9817-EE11BBD26CFD}">
      <dsp:nvSpPr>
        <dsp:cNvPr id="0" name=""/>
        <dsp:cNvSpPr/>
      </dsp:nvSpPr>
      <dsp:spPr>
        <a:xfrm>
          <a:off x="970515" y="2511677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984035" y="2525197"/>
        <a:ext cx="699913" cy="434575"/>
      </dsp:txXfrm>
    </dsp:sp>
    <dsp:sp modelId="{C86260EC-EB22-4F25-8FD5-B5806DCA930D}">
      <dsp:nvSpPr>
        <dsp:cNvPr id="0" name=""/>
        <dsp:cNvSpPr/>
      </dsp:nvSpPr>
      <dsp:spPr>
        <a:xfrm>
          <a:off x="1333992" y="1761905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936E3-6678-43FF-9977-6679F79E936F}">
      <dsp:nvSpPr>
        <dsp:cNvPr id="0" name=""/>
        <dsp:cNvSpPr/>
      </dsp:nvSpPr>
      <dsp:spPr>
        <a:xfrm>
          <a:off x="1414765" y="1838639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1428285" y="1852159"/>
        <a:ext cx="699913" cy="434575"/>
      </dsp:txXfrm>
    </dsp:sp>
    <dsp:sp modelId="{F04F5620-C9DC-4E67-A93C-A77EFAC80F4E}">
      <dsp:nvSpPr>
        <dsp:cNvPr id="0" name=""/>
        <dsp:cNvSpPr/>
      </dsp:nvSpPr>
      <dsp:spPr>
        <a:xfrm>
          <a:off x="2222492" y="1761905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BD365-0A35-4271-8939-EDC54AEB481A}">
      <dsp:nvSpPr>
        <dsp:cNvPr id="0" name=""/>
        <dsp:cNvSpPr/>
      </dsp:nvSpPr>
      <dsp:spPr>
        <a:xfrm>
          <a:off x="2303264" y="1838639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2316784" y="1852159"/>
        <a:ext cx="699913" cy="434575"/>
      </dsp:txXfrm>
    </dsp:sp>
    <dsp:sp modelId="{B527B8FC-D5DB-439F-B37F-AF9D265BB87D}">
      <dsp:nvSpPr>
        <dsp:cNvPr id="0" name=""/>
        <dsp:cNvSpPr/>
      </dsp:nvSpPr>
      <dsp:spPr>
        <a:xfrm>
          <a:off x="1778242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8AB52-42FC-450B-B41E-CEC438FD1C90}">
      <dsp:nvSpPr>
        <dsp:cNvPr id="0" name=""/>
        <dsp:cNvSpPr/>
      </dsp:nvSpPr>
      <dsp:spPr>
        <a:xfrm>
          <a:off x="1859015" y="2511677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1872535" y="2525197"/>
        <a:ext cx="699913" cy="434575"/>
      </dsp:txXfrm>
    </dsp:sp>
    <dsp:sp modelId="{9B3A9A52-E0E6-488A-B59D-CD6DF7665DB7}">
      <dsp:nvSpPr>
        <dsp:cNvPr id="0" name=""/>
        <dsp:cNvSpPr/>
      </dsp:nvSpPr>
      <dsp:spPr>
        <a:xfrm>
          <a:off x="2666741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364CC-BF29-4625-933F-62AE369AD053}">
      <dsp:nvSpPr>
        <dsp:cNvPr id="0" name=""/>
        <dsp:cNvSpPr/>
      </dsp:nvSpPr>
      <dsp:spPr>
        <a:xfrm>
          <a:off x="2747514" y="2511677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2761034" y="2525197"/>
        <a:ext cx="699913" cy="434575"/>
      </dsp:txXfrm>
    </dsp:sp>
    <dsp:sp modelId="{0C7F8E1E-23A0-458D-A07B-1CA549F8A69A}">
      <dsp:nvSpPr>
        <dsp:cNvPr id="0" name=""/>
        <dsp:cNvSpPr/>
      </dsp:nvSpPr>
      <dsp:spPr>
        <a:xfrm>
          <a:off x="2222492" y="3107981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5A87A-F08D-4A9E-91BA-E4C18488303F}">
      <dsp:nvSpPr>
        <dsp:cNvPr id="0" name=""/>
        <dsp:cNvSpPr/>
      </dsp:nvSpPr>
      <dsp:spPr>
        <a:xfrm>
          <a:off x="2303264" y="3184715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2316784" y="3198235"/>
        <a:ext cx="699913" cy="434575"/>
      </dsp:txXfrm>
    </dsp:sp>
    <dsp:sp modelId="{B5D7BD94-9619-43F7-A61C-402E3737E0A4}">
      <dsp:nvSpPr>
        <dsp:cNvPr id="0" name=""/>
        <dsp:cNvSpPr/>
      </dsp:nvSpPr>
      <dsp:spPr>
        <a:xfrm>
          <a:off x="3110991" y="3107981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D35B0-0F50-49D1-86F3-36B76CC55444}">
      <dsp:nvSpPr>
        <dsp:cNvPr id="0" name=""/>
        <dsp:cNvSpPr/>
      </dsp:nvSpPr>
      <dsp:spPr>
        <a:xfrm>
          <a:off x="3191763" y="3184715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3205283" y="3198235"/>
        <a:ext cx="699913" cy="434575"/>
      </dsp:txXfrm>
    </dsp:sp>
    <dsp:sp modelId="{7F76644A-BB96-483E-8E6C-E45F9974F0A4}">
      <dsp:nvSpPr>
        <dsp:cNvPr id="0" name=""/>
        <dsp:cNvSpPr/>
      </dsp:nvSpPr>
      <dsp:spPr>
        <a:xfrm>
          <a:off x="2222492" y="1088866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5D02F-EABA-4804-AD3A-D9E63A034C7C}">
      <dsp:nvSpPr>
        <dsp:cNvPr id="0" name=""/>
        <dsp:cNvSpPr/>
      </dsp:nvSpPr>
      <dsp:spPr>
        <a:xfrm>
          <a:off x="2303264" y="1165601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2316784" y="1179121"/>
        <a:ext cx="699913" cy="4345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089E1-A71B-4FD9-ACD3-DE339D5EEA4E}">
      <dsp:nvSpPr>
        <dsp:cNvPr id="0" name=""/>
        <dsp:cNvSpPr/>
      </dsp:nvSpPr>
      <dsp:spPr>
        <a:xfrm>
          <a:off x="-4759914" y="-746914"/>
          <a:ext cx="5704951" cy="5704951"/>
        </a:xfrm>
        <a:prstGeom prst="blockArc">
          <a:avLst>
            <a:gd name="adj1" fmla="val 18900000"/>
            <a:gd name="adj2" fmla="val 2700000"/>
            <a:gd name="adj3" fmla="val 379"/>
          </a:avLst>
        </a:pr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272929-7CB5-4DA9-88B6-FFEC3FC35806}">
      <dsp:nvSpPr>
        <dsp:cNvPr id="0" name=""/>
        <dsp:cNvSpPr/>
      </dsp:nvSpPr>
      <dsp:spPr>
        <a:xfrm>
          <a:off x="325685" y="179802"/>
          <a:ext cx="8157773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>
              <a:solidFill>
                <a:schemeClr val="bg1"/>
              </a:solidFill>
            </a:rPr>
            <a:t>Se selecciona la característica “más predictivo”</a:t>
          </a:r>
          <a:endParaRPr lang="es-AR" sz="1800" b="1" kern="1200" dirty="0">
            <a:solidFill>
              <a:schemeClr val="bg1"/>
            </a:solidFill>
          </a:endParaRPr>
        </a:p>
      </dsp:txBody>
      <dsp:txXfrm>
        <a:off x="325685" y="179802"/>
        <a:ext cx="8157773" cy="385033"/>
      </dsp:txXfrm>
    </dsp:sp>
    <dsp:sp modelId="{BFC84B35-D21A-4A0C-B445-8DCE4BF8037B}">
      <dsp:nvSpPr>
        <dsp:cNvPr id="0" name=""/>
        <dsp:cNvSpPr/>
      </dsp:nvSpPr>
      <dsp:spPr>
        <a:xfrm>
          <a:off x="85039" y="131673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AE1BE0-06B4-4240-8C20-33BB63569C7D}">
      <dsp:nvSpPr>
        <dsp:cNvPr id="0" name=""/>
        <dsp:cNvSpPr/>
      </dsp:nvSpPr>
      <dsp:spPr>
        <a:xfrm>
          <a:off x="674367" y="757691"/>
          <a:ext cx="7809091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14998"/>
                <a:satOff val="-2801"/>
                <a:lumOff val="122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14998"/>
                <a:satOff val="-2801"/>
                <a:lumOff val="122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14998"/>
                <a:satOff val="-2801"/>
                <a:lumOff val="122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>
              <a:solidFill>
                <a:schemeClr val="accent6">
                  <a:lumMod val="50000"/>
                </a:schemeClr>
              </a:solidFill>
            </a:rPr>
            <a:t>Se calculan las “impurezas” de los nodos mediante la “entropía”</a:t>
          </a:r>
          <a:endParaRPr lang="es-AR" sz="18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74367" y="757691"/>
        <a:ext cx="7809091" cy="385033"/>
      </dsp:txXfrm>
    </dsp:sp>
    <dsp:sp modelId="{8EF65C8B-C8F2-44C4-83AC-F0F1055BA518}">
      <dsp:nvSpPr>
        <dsp:cNvPr id="0" name=""/>
        <dsp:cNvSpPr/>
      </dsp:nvSpPr>
      <dsp:spPr>
        <a:xfrm>
          <a:off x="433721" y="709562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114998"/>
              <a:satOff val="-2801"/>
              <a:lumOff val="122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F27628-96C2-41E4-9E42-83E41DF31A3C}">
      <dsp:nvSpPr>
        <dsp:cNvPr id="0" name=""/>
        <dsp:cNvSpPr/>
      </dsp:nvSpPr>
      <dsp:spPr>
        <a:xfrm>
          <a:off x="865443" y="1234441"/>
          <a:ext cx="7618015" cy="58646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29996"/>
                <a:satOff val="-5601"/>
                <a:lumOff val="245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29996"/>
                <a:satOff val="-5601"/>
                <a:lumOff val="245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29996"/>
                <a:satOff val="-5601"/>
                <a:lumOff val="245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𝑬𝒏𝒕𝒓𝒐𝒑</m:t>
              </m:r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í</m:t>
              </m:r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𝒂</m:t>
              </m:r>
              <m:d>
                <m:dPr>
                  <m:ctrl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𝑺</m:t>
                  </m:r>
                </m:e>
              </m:d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=</m:t>
              </m:r>
              <m:nary>
                <m:naryPr>
                  <m:chr m:val="∑"/>
                  <m:ctrl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naryPr>
                <m:sub>
                  <m:r>
                    <m:rPr>
                      <m:brk m:alnAt="23"/>
                    </m:r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𝒊</m:t>
                  </m:r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𝟏</m:t>
                  </m:r>
                </m:sub>
                <m:sup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𝒏</m:t>
                  </m:r>
                </m:sup>
                <m:e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e>
                    <m:sub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 .</m:t>
                  </m:r>
                  <m:func>
                    <m:funcPr>
                      <m:ctrlP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funcPr>
                    <m:fName>
                      <m:sSub>
                        <m:sSubPr>
                          <m:ctrlP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US" sz="1800" b="1" i="0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</m:e>
                        <m:sub>
                          <m: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fName>
                    <m:e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func>
                </m:e>
              </m:nary>
            </m:oMath>
          </a14:m>
          <a:r>
            <a:rPr lang="es-AR" sz="1800" b="1" kern="1200" dirty="0">
              <a:solidFill>
                <a:schemeClr val="accent6">
                  <a:lumMod val="50000"/>
                </a:schemeClr>
              </a:solidFill>
            </a:rPr>
            <a:t> donde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𝒑</m:t>
                  </m:r>
                </m:e>
                <m:sub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AR" sz="1800" b="1" kern="1200" dirty="0">
              <a:solidFill>
                <a:schemeClr val="accent6">
                  <a:lumMod val="50000"/>
                </a:schemeClr>
              </a:solidFill>
            </a:rPr>
            <a:t> es la proporción de una categoría</a:t>
          </a:r>
        </a:p>
      </dsp:txBody>
      <dsp:txXfrm>
        <a:off x="865443" y="1234441"/>
        <a:ext cx="7618015" cy="586463"/>
      </dsp:txXfrm>
    </dsp:sp>
    <dsp:sp modelId="{1351842C-CF00-42C9-BBDA-41F601706ADC}">
      <dsp:nvSpPr>
        <dsp:cNvPr id="0" name=""/>
        <dsp:cNvSpPr/>
      </dsp:nvSpPr>
      <dsp:spPr>
        <a:xfrm>
          <a:off x="624797" y="1287027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229996"/>
              <a:satOff val="-5601"/>
              <a:lumOff val="2451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7B3837-AF25-43DF-A990-7F844FBFBC80}">
      <dsp:nvSpPr>
        <dsp:cNvPr id="0" name=""/>
        <dsp:cNvSpPr/>
      </dsp:nvSpPr>
      <dsp:spPr>
        <a:xfrm>
          <a:off x="926452" y="1913044"/>
          <a:ext cx="7557006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44994"/>
                <a:satOff val="-8402"/>
                <a:lumOff val="367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44994"/>
                <a:satOff val="-8402"/>
                <a:lumOff val="367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44994"/>
                <a:satOff val="-8402"/>
                <a:lumOff val="367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>
              <a:solidFill>
                <a:schemeClr val="accent6">
                  <a:lumMod val="50000"/>
                </a:schemeClr>
              </a:solidFill>
            </a:rPr>
            <a:t>Se calcula la entropía de las características</a:t>
          </a:r>
          <a:endParaRPr lang="es-US" sz="18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926452" y="1913044"/>
        <a:ext cx="7557006" cy="385033"/>
      </dsp:txXfrm>
    </dsp:sp>
    <dsp:sp modelId="{E5F44496-0E61-4E1A-9E29-C6210C7A4A94}">
      <dsp:nvSpPr>
        <dsp:cNvPr id="0" name=""/>
        <dsp:cNvSpPr/>
      </dsp:nvSpPr>
      <dsp:spPr>
        <a:xfrm>
          <a:off x="685806" y="1864915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344994"/>
              <a:satOff val="-8402"/>
              <a:lumOff val="3676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EC29AA5-016F-467E-9FC7-8F50BC5092A4}">
      <dsp:nvSpPr>
        <dsp:cNvPr id="0" name=""/>
        <dsp:cNvSpPr/>
      </dsp:nvSpPr>
      <dsp:spPr>
        <a:xfrm>
          <a:off x="865443" y="2490933"/>
          <a:ext cx="7618015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44994"/>
                <a:satOff val="-8402"/>
                <a:lumOff val="367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44994"/>
                <a:satOff val="-8402"/>
                <a:lumOff val="367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44994"/>
                <a:satOff val="-8402"/>
                <a:lumOff val="367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solidFill>
                <a:schemeClr val="accent6">
                  <a:lumMod val="50000"/>
                </a:schemeClr>
              </a:solidFill>
            </a:rPr>
            <a:t>Se compara la entropía del nodo actual con todas las entropías posibles siguientes y se selecciona la de mayor diferencia</a:t>
          </a:r>
          <a:endParaRPr lang="es-US" sz="16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865443" y="2490933"/>
        <a:ext cx="7618015" cy="385033"/>
      </dsp:txXfrm>
    </dsp:sp>
    <dsp:sp modelId="{DC5C8FDD-648C-4876-890F-B26ACDAB954C}">
      <dsp:nvSpPr>
        <dsp:cNvPr id="0" name=""/>
        <dsp:cNvSpPr/>
      </dsp:nvSpPr>
      <dsp:spPr>
        <a:xfrm>
          <a:off x="624797" y="2442804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344994"/>
              <a:satOff val="-8402"/>
              <a:lumOff val="3676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558D391-A161-4B6D-9704-8FBC3932D524}">
      <dsp:nvSpPr>
        <dsp:cNvPr id="0" name=""/>
        <dsp:cNvSpPr/>
      </dsp:nvSpPr>
      <dsp:spPr>
        <a:xfrm>
          <a:off x="674367" y="3082767"/>
          <a:ext cx="7809091" cy="3562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29996"/>
                <a:satOff val="-5601"/>
                <a:lumOff val="245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29996"/>
                <a:satOff val="-5601"/>
                <a:lumOff val="245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29996"/>
                <a:satOff val="-5601"/>
                <a:lumOff val="245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Repetir con cada nodo hijo.</a:t>
          </a:r>
          <a:endParaRPr lang="es-US" sz="18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74367" y="3082767"/>
        <a:ext cx="7809091" cy="356294"/>
      </dsp:txXfrm>
    </dsp:sp>
    <dsp:sp modelId="{D3E5292C-6CA3-441C-966D-01E4BFDB3463}">
      <dsp:nvSpPr>
        <dsp:cNvPr id="0" name=""/>
        <dsp:cNvSpPr/>
      </dsp:nvSpPr>
      <dsp:spPr>
        <a:xfrm>
          <a:off x="433721" y="3020269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229996"/>
              <a:satOff val="-5601"/>
              <a:lumOff val="2451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7E0A3B7-A718-4515-B8A8-B42F34D9C983}">
      <dsp:nvSpPr>
        <dsp:cNvPr id="0" name=""/>
        <dsp:cNvSpPr/>
      </dsp:nvSpPr>
      <dsp:spPr>
        <a:xfrm>
          <a:off x="325685" y="3515262"/>
          <a:ext cx="8157773" cy="64708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14998"/>
                <a:satOff val="-2801"/>
                <a:lumOff val="122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14998"/>
                <a:satOff val="-2801"/>
                <a:lumOff val="122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14998"/>
                <a:satOff val="-2801"/>
                <a:lumOff val="122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0640" rIns="40640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El algoritmo se detiene si:</a:t>
          </a:r>
          <a:endParaRPr lang="es-US" sz="1600" b="1" kern="1200" dirty="0">
            <a:solidFill>
              <a:schemeClr val="accent6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ejemplos del subconjunto son de la misma clase. </a:t>
          </a:r>
          <a:endParaRPr lang="es-US" sz="1100" b="1" kern="1200" dirty="0">
            <a:solidFill>
              <a:schemeClr val="accent6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elementos del subconjunto son constantes con respecto al atributo/s de interés del nodo actual.</a:t>
          </a:r>
          <a:endParaRPr lang="es-US" sz="11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325685" y="3515262"/>
        <a:ext cx="8157773" cy="647082"/>
      </dsp:txXfrm>
    </dsp:sp>
    <dsp:sp modelId="{55A2B8BA-9EA9-42AE-A14B-5C0A5823784A}">
      <dsp:nvSpPr>
        <dsp:cNvPr id="0" name=""/>
        <dsp:cNvSpPr/>
      </dsp:nvSpPr>
      <dsp:spPr>
        <a:xfrm>
          <a:off x="28080" y="3541199"/>
          <a:ext cx="595208" cy="5952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114998"/>
              <a:satOff val="-2801"/>
              <a:lumOff val="122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2825F-E26F-4A13-9EE2-C5F6BD7BC09F}">
      <dsp:nvSpPr>
        <dsp:cNvPr id="0" name=""/>
        <dsp:cNvSpPr/>
      </dsp:nvSpPr>
      <dsp:spPr>
        <a:xfrm rot="5400000">
          <a:off x="-31958" y="189674"/>
          <a:ext cx="1285288" cy="121439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400"/>
            <a:buFont typeface="Arial" panose="020B0604020202020204" pitchFamily="34" charset="0"/>
            <a:buNone/>
          </a:pPr>
          <a:r>
            <a:rPr lang="es-AR" sz="18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Information Gain:</a:t>
          </a:r>
          <a:endParaRPr lang="es-AR" sz="1800" kern="1200" dirty="0">
            <a:solidFill>
              <a:schemeClr val="bg2">
                <a:lumMod val="10000"/>
              </a:schemeClr>
            </a:solidFill>
          </a:endParaRPr>
        </a:p>
      </dsp:txBody>
      <dsp:txXfrm rot="-5400000">
        <a:off x="3491" y="761420"/>
        <a:ext cx="1214390" cy="70898"/>
      </dsp:txXfrm>
    </dsp:sp>
    <dsp:sp modelId="{1E954D8F-29CA-4683-A052-6B120110A570}">
      <dsp:nvSpPr>
        <dsp:cNvPr id="0" name=""/>
        <dsp:cNvSpPr/>
      </dsp:nvSpPr>
      <dsp:spPr>
        <a:xfrm rot="5400000">
          <a:off x="2567921" y="-1290612"/>
          <a:ext cx="1079560" cy="37255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400"/>
            <a:buFont typeface="Arial" panose="020B0604020202020204" pitchFamily="34" charset="0"/>
            <a:buNone/>
          </a:pPr>
          <a:r>
            <a:rPr lang="es-AR" sz="1600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calcula la diferencia entre la entropía del conjunto antes de dividirse y la entropía media luego de dividir el conjunto de datos, para cada atributo.</a:t>
          </a:r>
          <a:endParaRPr lang="es-AR" sz="1600" kern="1200" dirty="0">
            <a:solidFill>
              <a:schemeClr val="bg2">
                <a:lumMod val="10000"/>
              </a:schemeClr>
            </a:solidFill>
          </a:endParaRPr>
        </a:p>
      </dsp:txBody>
      <dsp:txXfrm rot="-5400000">
        <a:off x="1244925" y="85084"/>
        <a:ext cx="3672852" cy="974160"/>
      </dsp:txXfrm>
    </dsp:sp>
    <dsp:sp modelId="{60D316C7-0378-4C8A-B230-5EA5B48D7321}">
      <dsp:nvSpPr>
        <dsp:cNvPr id="0" name=""/>
        <dsp:cNvSpPr/>
      </dsp:nvSpPr>
      <dsp:spPr>
        <a:xfrm rot="5400000">
          <a:off x="-31958" y="1440787"/>
          <a:ext cx="1285288" cy="1214390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Gini Index</a:t>
          </a:r>
          <a:endParaRPr lang="es-AR" sz="18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491" y="2012533"/>
        <a:ext cx="1214390" cy="70898"/>
      </dsp:txXfrm>
    </dsp:sp>
    <dsp:sp modelId="{987CB698-8AF1-4D9C-A8EE-EEF019C27DED}">
      <dsp:nvSpPr>
        <dsp:cNvPr id="0" name=""/>
        <dsp:cNvSpPr/>
      </dsp:nvSpPr>
      <dsp:spPr>
        <a:xfrm rot="5400000">
          <a:off x="2550911" y="-59781"/>
          <a:ext cx="1113579" cy="37656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AR" sz="1600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una métrica que mide cuánto un elemento del subconjunto elegido al azar sería identificado incorrectamente. Busca los atributos que tienen menor índice de Gini.</a:t>
          </a:r>
          <a:endParaRPr lang="es-AR" sz="16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224862" y="1320628"/>
        <a:ext cx="3711317" cy="1004859"/>
      </dsp:txXfrm>
    </dsp:sp>
    <dsp:sp modelId="{6B9C5FA3-FD61-48E6-B112-A33A17C7F7F8}">
      <dsp:nvSpPr>
        <dsp:cNvPr id="0" name=""/>
        <dsp:cNvSpPr/>
      </dsp:nvSpPr>
      <dsp:spPr>
        <a:xfrm rot="5400000">
          <a:off x="-31958" y="2691900"/>
          <a:ext cx="1285288" cy="1214390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Mean </a:t>
          </a:r>
          <a:r>
            <a:rPr lang="es-AR" sz="1800" b="1" kern="1200" dirty="0" err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Squared</a:t>
          </a:r>
          <a:r>
            <a:rPr lang="es-AR" sz="1800" b="1" kern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Error</a:t>
          </a:r>
          <a:endParaRPr lang="es-AR" sz="18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491" y="3263646"/>
        <a:ext cx="1214390" cy="70898"/>
      </dsp:txXfrm>
    </dsp:sp>
    <dsp:sp modelId="{E57792FF-62DA-439C-9971-B19F0305CF0B}">
      <dsp:nvSpPr>
        <dsp:cNvPr id="0" name=""/>
        <dsp:cNvSpPr/>
      </dsp:nvSpPr>
      <dsp:spPr>
        <a:xfrm rot="5400000">
          <a:off x="2550911" y="1191331"/>
          <a:ext cx="1113579" cy="37656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AR" sz="1600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Este método sirve para casos de regresión (en lugar de clasificación). Busca minimizar el error cuadrático medio en los nodos hijos a la hora de particionar los datos.</a:t>
          </a:r>
          <a:endParaRPr lang="es-AR" sz="16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224862" y="2571740"/>
        <a:ext cx="3711317" cy="10048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2074D-0BC4-4B4A-9E3F-7A651DBDFF19}">
      <dsp:nvSpPr>
        <dsp:cNvPr id="0" name=""/>
        <dsp:cNvSpPr/>
      </dsp:nvSpPr>
      <dsp:spPr>
        <a:xfrm>
          <a:off x="-4360017" y="-668785"/>
          <a:ext cx="5194462" cy="5194462"/>
        </a:xfrm>
        <a:prstGeom prst="blockArc">
          <a:avLst>
            <a:gd name="adj1" fmla="val 18900000"/>
            <a:gd name="adj2" fmla="val 2700000"/>
            <a:gd name="adj3" fmla="val 416"/>
          </a:avLst>
        </a:prstGeom>
        <a:noFill/>
        <a:ln w="12700" cap="flat" cmpd="sng" algn="ctr">
          <a:solidFill>
            <a:schemeClr val="accent6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DC260-6916-41EB-8874-E4D9B74CC410}">
      <dsp:nvSpPr>
        <dsp:cNvPr id="0" name=""/>
        <dsp:cNvSpPr/>
      </dsp:nvSpPr>
      <dsp:spPr>
        <a:xfrm>
          <a:off x="437138" y="296517"/>
          <a:ext cx="7024583" cy="593344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 basan en la idea de que el trabajo en conjunto debería dar mejores resultados.</a:t>
          </a:r>
          <a:endParaRPr lang="es-AR" sz="2000" b="1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437138" y="296517"/>
        <a:ext cx="7024583" cy="593344"/>
      </dsp:txXfrm>
    </dsp:sp>
    <dsp:sp modelId="{ABBF03BC-46A5-4CCF-BA57-DFB52FF343B2}">
      <dsp:nvSpPr>
        <dsp:cNvPr id="0" name=""/>
        <dsp:cNvSpPr/>
      </dsp:nvSpPr>
      <dsp:spPr>
        <a:xfrm>
          <a:off x="66298" y="222349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A41CC-1D30-4D41-8BA6-094B302E45FA}">
      <dsp:nvSpPr>
        <dsp:cNvPr id="0" name=""/>
        <dsp:cNvSpPr/>
      </dsp:nvSpPr>
      <dsp:spPr>
        <a:xfrm>
          <a:off x="777316" y="1186688"/>
          <a:ext cx="6684405" cy="593344"/>
        </a:xfrm>
        <a:prstGeom prst="rect">
          <a:avLst/>
        </a:prstGeom>
        <a:solidFill>
          <a:schemeClr val="accent6">
            <a:shade val="80000"/>
            <a:hueOff val="107093"/>
            <a:satOff val="-4303"/>
            <a:lumOff val="9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 tal forma, un conjunto de modelos, al combinarse, deberían tener mejor performance.</a:t>
          </a:r>
          <a:endParaRPr lang="es-AR" sz="20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7316" y="1186688"/>
        <a:ext cx="6684405" cy="593344"/>
      </dsp:txXfrm>
    </dsp:sp>
    <dsp:sp modelId="{721C5C45-562E-47BA-B704-1D3F8592CA56}">
      <dsp:nvSpPr>
        <dsp:cNvPr id="0" name=""/>
        <dsp:cNvSpPr/>
      </dsp:nvSpPr>
      <dsp:spPr>
        <a:xfrm>
          <a:off x="406476" y="1112520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107093"/>
              <a:satOff val="-4303"/>
              <a:lumOff val="9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154A1-DDA5-41F7-86E2-48509440CF22}">
      <dsp:nvSpPr>
        <dsp:cNvPr id="0" name=""/>
        <dsp:cNvSpPr/>
      </dsp:nvSpPr>
      <dsp:spPr>
        <a:xfrm>
          <a:off x="777316" y="2076859"/>
          <a:ext cx="6684405" cy="593344"/>
        </a:xfrm>
        <a:prstGeom prst="rect">
          <a:avLst/>
        </a:prstGeom>
        <a:solidFill>
          <a:schemeClr val="accent6">
            <a:shade val="80000"/>
            <a:hueOff val="214187"/>
            <a:satOff val="-8606"/>
            <a:lumOff val="184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Consideremos el caso de tres modelos: M1, M2 y M3:</a:t>
          </a:r>
          <a:endParaRPr lang="es-AR" sz="20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7316" y="2076859"/>
        <a:ext cx="6684405" cy="593344"/>
      </dsp:txXfrm>
    </dsp:sp>
    <dsp:sp modelId="{2F972938-1107-4772-BEE6-C191F2BC1C62}">
      <dsp:nvSpPr>
        <dsp:cNvPr id="0" name=""/>
        <dsp:cNvSpPr/>
      </dsp:nvSpPr>
      <dsp:spPr>
        <a:xfrm>
          <a:off x="406476" y="2002691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214187"/>
              <a:satOff val="-8606"/>
              <a:lumOff val="184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41113-3EA6-4B03-93FF-22A80295BF61}">
      <dsp:nvSpPr>
        <dsp:cNvPr id="0" name=""/>
        <dsp:cNvSpPr/>
      </dsp:nvSpPr>
      <dsp:spPr>
        <a:xfrm>
          <a:off x="437138" y="2967029"/>
          <a:ext cx="7024583" cy="593344"/>
        </a:xfrm>
        <a:prstGeom prst="rect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Cuando las predicciones son iguales, es sencillo definir cómo predecir; qué hacemos en el caso en que difieran?</a:t>
          </a:r>
          <a:endParaRPr lang="es-AR" sz="20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 creemos al mejor de los modelos?</a:t>
          </a:r>
          <a:endParaRPr lang="es-AR" sz="14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Votamos por mayoría?</a:t>
          </a:r>
          <a:endParaRPr lang="es-AR" sz="14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7138" y="2967029"/>
        <a:ext cx="7024583" cy="593344"/>
      </dsp:txXfrm>
    </dsp:sp>
    <dsp:sp modelId="{E42E2AA8-5222-4D33-BC39-475741D4FB1F}">
      <dsp:nvSpPr>
        <dsp:cNvPr id="0" name=""/>
        <dsp:cNvSpPr/>
      </dsp:nvSpPr>
      <dsp:spPr>
        <a:xfrm>
          <a:off x="66298" y="2892861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321280"/>
              <a:satOff val="-12909"/>
              <a:lumOff val="27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A11569-DAA6-46E0-8687-7657BB215B4F}">
      <dsp:nvSpPr>
        <dsp:cNvPr id="0" name=""/>
        <dsp:cNvSpPr/>
      </dsp:nvSpPr>
      <dsp:spPr>
        <a:xfrm>
          <a:off x="0" y="386049"/>
          <a:ext cx="819443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BE90C-295E-491E-82C8-7DE2913C83BE}">
      <dsp:nvSpPr>
        <dsp:cNvPr id="0" name=""/>
        <dsp:cNvSpPr/>
      </dsp:nvSpPr>
      <dsp:spPr>
        <a:xfrm>
          <a:off x="409721" y="31809"/>
          <a:ext cx="5736101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11" tIns="0" rIns="21681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Asumimos que tenemos un modelo M, formado por n modelos: M</a:t>
          </a:r>
          <a:r>
            <a:rPr lang="es-AR" sz="1600" b="1" kern="1200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kern="1200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kern="1200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kern="1200" dirty="0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44306" y="66394"/>
        <a:ext cx="5666931" cy="639310"/>
      </dsp:txXfrm>
    </dsp:sp>
    <dsp:sp modelId="{EBACA5A2-96A0-4755-BC50-5EB73851A124}">
      <dsp:nvSpPr>
        <dsp:cNvPr id="0" name=""/>
        <dsp:cNvSpPr/>
      </dsp:nvSpPr>
      <dsp:spPr>
        <a:xfrm>
          <a:off x="0" y="1474689"/>
          <a:ext cx="819443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F9D33-1E02-4A68-89A9-E56FCEA7546A}">
      <dsp:nvSpPr>
        <dsp:cNvPr id="0" name=""/>
        <dsp:cNvSpPr/>
      </dsp:nvSpPr>
      <dsp:spPr>
        <a:xfrm>
          <a:off x="409721" y="1120449"/>
          <a:ext cx="5736101" cy="70848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11" tIns="0" rIns="21681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Cuando un modelo recibe un dato </a:t>
          </a:r>
          <a:r>
            <a:rPr lang="es-AR" sz="1600" b="1" i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el modelo predice M(</a:t>
          </a:r>
          <a:r>
            <a:rPr lang="es-AR" sz="1600" b="1" i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 a partir de las predicciones M</a:t>
          </a:r>
          <a:r>
            <a:rPr lang="es-AR" sz="1600" b="1" kern="1200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s-AR" sz="1600" b="1" i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), a partir de votación (clase más votada).</a:t>
          </a:r>
        </a:p>
      </dsp:txBody>
      <dsp:txXfrm>
        <a:off x="444306" y="1155034"/>
        <a:ext cx="5666931" cy="639310"/>
      </dsp:txXfrm>
    </dsp:sp>
    <dsp:sp modelId="{C2D9617B-551E-4124-BF49-1A19A7633BB3}">
      <dsp:nvSpPr>
        <dsp:cNvPr id="0" name=""/>
        <dsp:cNvSpPr/>
      </dsp:nvSpPr>
      <dsp:spPr>
        <a:xfrm>
          <a:off x="0" y="2563329"/>
          <a:ext cx="819443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79" tIns="499872" rIns="635979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Todos los clasificadores M</a:t>
          </a:r>
          <a:r>
            <a:rPr lang="es-AR" sz="1600" b="1" kern="1200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kern="1200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kern="1200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son igualmente precisos (precisión p)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Los errores en la clasificación hecha por cada clasificador son independientes: </a:t>
          </a:r>
          <a:b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P(</a:t>
          </a:r>
          <a:r>
            <a:rPr lang="es-AR" sz="1600" b="1" kern="12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kern="1200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 | </a:t>
          </a:r>
          <a:r>
            <a:rPr lang="es-AR" sz="1600" b="1" kern="12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kern="1200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 = P(</a:t>
          </a:r>
          <a:r>
            <a:rPr lang="es-AR" sz="1600" b="1" kern="12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kern="1200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</a:t>
          </a:r>
        </a:p>
      </dsp:txBody>
      <dsp:txXfrm>
        <a:off x="0" y="2563329"/>
        <a:ext cx="8194430" cy="1285200"/>
      </dsp:txXfrm>
    </dsp:sp>
    <dsp:sp modelId="{D2518070-69FE-4197-9AB8-30C79427A232}">
      <dsp:nvSpPr>
        <dsp:cNvPr id="0" name=""/>
        <dsp:cNvSpPr/>
      </dsp:nvSpPr>
      <dsp:spPr>
        <a:xfrm>
          <a:off x="409721" y="2209089"/>
          <a:ext cx="5736101" cy="7084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11" tIns="0" rIns="21681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¿Cómo determinamos cuán bien funciona el modelo?</a:t>
          </a:r>
        </a:p>
      </dsp:txBody>
      <dsp:txXfrm>
        <a:off x="444306" y="2243674"/>
        <a:ext cx="5666931" cy="639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4B1732-54EE-4279-AF30-41EBFAE74ACA}">
      <dsp:nvSpPr>
        <dsp:cNvPr id="0" name=""/>
        <dsp:cNvSpPr/>
      </dsp:nvSpPr>
      <dsp:spPr>
        <a:xfrm>
          <a:off x="0" y="315696"/>
          <a:ext cx="80772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B89F5-35DA-4BC9-BF77-C8CD38860FA6}">
      <dsp:nvSpPr>
        <dsp:cNvPr id="0" name=""/>
        <dsp:cNvSpPr/>
      </dsp:nvSpPr>
      <dsp:spPr>
        <a:xfrm>
          <a:off x="384534" y="79536"/>
          <a:ext cx="769068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un método para hacer aprendizaje por "ensemble".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07591" y="102593"/>
        <a:ext cx="7644571" cy="426206"/>
      </dsp:txXfrm>
    </dsp:sp>
    <dsp:sp modelId="{D2F71283-3D59-48CB-A9EB-E7D48288F59A}">
      <dsp:nvSpPr>
        <dsp:cNvPr id="0" name=""/>
        <dsp:cNvSpPr/>
      </dsp:nvSpPr>
      <dsp:spPr>
        <a:xfrm>
          <a:off x="0" y="1222297"/>
          <a:ext cx="80772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DD45B-751A-4FB9-82DE-2A697EC2665D}">
      <dsp:nvSpPr>
        <dsp:cNvPr id="0" name=""/>
        <dsp:cNvSpPr/>
      </dsp:nvSpPr>
      <dsp:spPr>
        <a:xfrm>
          <a:off x="384534" y="805296"/>
          <a:ext cx="7690685" cy="653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usamos el mismo modelo sobre los mismos datos, obtendremos los mismos resultados (</a:t>
          </a:r>
          <a:r>
            <a:rPr lang="es-AR" sz="1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salvo inicializaciones aleatorias</a:t>
          </a:r>
          <a:r>
            <a:rPr lang="es-AR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). Entonces, de cierta forma, debemos introducir variaciones en los datos:</a:t>
          </a:r>
        </a:p>
      </dsp:txBody>
      <dsp:txXfrm>
        <a:off x="416419" y="837181"/>
        <a:ext cx="7626915" cy="589391"/>
      </dsp:txXfrm>
    </dsp:sp>
    <dsp:sp modelId="{05DC2D97-43D7-4E5E-9396-4480FE18867D}">
      <dsp:nvSpPr>
        <dsp:cNvPr id="0" name=""/>
        <dsp:cNvSpPr/>
      </dsp:nvSpPr>
      <dsp:spPr>
        <a:xfrm>
          <a:off x="0" y="1948057"/>
          <a:ext cx="80772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880" tIns="333248" rIns="62688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Generar D</a:t>
          </a:r>
          <a:r>
            <a:rPr lang="es-AR" sz="14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las entradas de D, seleccionando aleatoriamente y con reposición |D| instancias de D.</a:t>
          </a:r>
          <a:endParaRPr lang="es-A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Entrenamos el modelo M</a:t>
          </a:r>
          <a:r>
            <a:rPr lang="es-AR" sz="14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D</a:t>
          </a:r>
          <a:r>
            <a:rPr lang="es-AR" sz="14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948057"/>
        <a:ext cx="8077200" cy="1033200"/>
      </dsp:txXfrm>
    </dsp:sp>
    <dsp:sp modelId="{FC3BB70C-5F4A-491E-8868-1E6935D51566}">
      <dsp:nvSpPr>
        <dsp:cNvPr id="0" name=""/>
        <dsp:cNvSpPr/>
      </dsp:nvSpPr>
      <dsp:spPr>
        <a:xfrm>
          <a:off x="384534" y="1711897"/>
          <a:ext cx="769068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D es el dataset inicial; repetimos k veces lo siguiente: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7591" y="1734954"/>
        <a:ext cx="7644571" cy="426206"/>
      </dsp:txXfrm>
    </dsp:sp>
    <dsp:sp modelId="{1FC86920-B12E-4195-A9C9-6E43A9D8E3A5}">
      <dsp:nvSpPr>
        <dsp:cNvPr id="0" name=""/>
        <dsp:cNvSpPr/>
      </dsp:nvSpPr>
      <dsp:spPr>
        <a:xfrm>
          <a:off x="0" y="3303817"/>
          <a:ext cx="80772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742FB-EB58-4421-AB86-711CA90DF17A}">
      <dsp:nvSpPr>
        <dsp:cNvPr id="0" name=""/>
        <dsp:cNvSpPr/>
      </dsp:nvSpPr>
      <dsp:spPr>
        <a:xfrm>
          <a:off x="384534" y="3067657"/>
          <a:ext cx="769068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Nuestro modelo M selecciona las predicciones más frecuentes de {M</a:t>
          </a:r>
          <a:r>
            <a:rPr lang="es-AR" sz="16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}</a:t>
          </a:r>
          <a:r>
            <a:rPr lang="es-AR" sz="16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7591" y="3090714"/>
        <a:ext cx="7644571" cy="4262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AC247-4F78-48EE-9FBA-A204B301BFD1}">
      <dsp:nvSpPr>
        <dsp:cNvPr id="0" name=""/>
        <dsp:cNvSpPr/>
      </dsp:nvSpPr>
      <dsp:spPr>
        <a:xfrm>
          <a:off x="0" y="394406"/>
          <a:ext cx="7513637" cy="1122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142" tIns="520700" rIns="58314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 algoritmo es inestable si pequeñas variaciones en el </a:t>
          </a:r>
          <a:r>
            <a:rPr lang="es-AR" sz="1800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r>
            <a:rPr lang="es-AR" sz="18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pueden generar modelos muy diferentes</a:t>
          </a:r>
          <a:r>
            <a:rPr lang="es-A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0" y="394406"/>
        <a:ext cx="7513637" cy="1122187"/>
      </dsp:txXfrm>
    </dsp:sp>
    <dsp:sp modelId="{F5EABEDB-2CDE-4115-BFAF-14A097FCD483}">
      <dsp:nvSpPr>
        <dsp:cNvPr id="0" name=""/>
        <dsp:cNvSpPr/>
      </dsp:nvSpPr>
      <dsp:spPr>
        <a:xfrm>
          <a:off x="375681" y="25406"/>
          <a:ext cx="705031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798" tIns="0" rIns="1987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Bagging generalmente funciona bien para algoritmos "inestables":</a:t>
          </a:r>
          <a:endParaRPr lang="es-AR" sz="1800" kern="1200" dirty="0"/>
        </a:p>
      </dsp:txBody>
      <dsp:txXfrm>
        <a:off x="411707" y="61432"/>
        <a:ext cx="6978264" cy="665948"/>
      </dsp:txXfrm>
    </dsp:sp>
    <dsp:sp modelId="{53A7F5D3-D7CA-49F6-9241-841F245E41DF}">
      <dsp:nvSpPr>
        <dsp:cNvPr id="0" name=""/>
        <dsp:cNvSpPr/>
      </dsp:nvSpPr>
      <dsp:spPr>
        <a:xfrm>
          <a:off x="0" y="2020593"/>
          <a:ext cx="751363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D2619-C760-4798-B884-88D0F98D8B99}">
      <dsp:nvSpPr>
        <dsp:cNvPr id="0" name=""/>
        <dsp:cNvSpPr/>
      </dsp:nvSpPr>
      <dsp:spPr>
        <a:xfrm>
          <a:off x="375681" y="1651593"/>
          <a:ext cx="705031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798" tIns="0" rIns="1987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Resulta que los árboles de decisión son inestables.</a:t>
          </a:r>
          <a:endParaRPr lang="es-A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1707" y="1687619"/>
        <a:ext cx="6978264" cy="665948"/>
      </dsp:txXfrm>
    </dsp:sp>
    <dsp:sp modelId="{482AAC52-D7CD-422F-8A83-A157B23E7D00}">
      <dsp:nvSpPr>
        <dsp:cNvPr id="0" name=""/>
        <dsp:cNvSpPr/>
      </dsp:nvSpPr>
      <dsp:spPr>
        <a:xfrm>
          <a:off x="0" y="3154593"/>
          <a:ext cx="751363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18C59-BE51-4BE4-9854-182FDB3A80F7}">
      <dsp:nvSpPr>
        <dsp:cNvPr id="0" name=""/>
        <dsp:cNvSpPr/>
      </dsp:nvSpPr>
      <dsp:spPr>
        <a:xfrm>
          <a:off x="375681" y="2785593"/>
          <a:ext cx="705031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798" tIns="0" rIns="1987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 bien lo anterior incentiva al uso de </a:t>
          </a:r>
          <a:r>
            <a:rPr lang="es-AR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bagging</a:t>
          </a:r>
          <a:r>
            <a:rPr lang="es-A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para árboles de decisión, tenemos una desventaja </a:t>
          </a: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importante: entrenar </a:t>
          </a:r>
          <a:r>
            <a:rPr lang="es-AR" sz="1800" b="1" i="1" kern="1200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 árboles es </a:t>
          </a:r>
          <a:r>
            <a:rPr lang="es-AR" sz="1800" b="1" i="1" kern="1200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 veces más caro que entrenar uno solo.</a:t>
          </a:r>
          <a:endParaRPr lang="es-A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1707" y="2821619"/>
        <a:ext cx="6978264" cy="665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810C4-4FD3-4851-BCA3-A96D327A6E85}">
      <dsp:nvSpPr>
        <dsp:cNvPr id="0" name=""/>
        <dsp:cNvSpPr/>
      </dsp:nvSpPr>
      <dsp:spPr>
        <a:xfrm>
          <a:off x="0" y="345519"/>
          <a:ext cx="748447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B90FD-158F-4075-8451-8883E8896F3B}">
      <dsp:nvSpPr>
        <dsp:cNvPr id="0" name=""/>
        <dsp:cNvSpPr/>
      </dsp:nvSpPr>
      <dsp:spPr>
        <a:xfrm>
          <a:off x="374223" y="20799"/>
          <a:ext cx="6654794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27" tIns="0" rIns="1980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800"/>
            <a:buFont typeface="Arial" panose="020B0604020202020204" pitchFamily="34" charset="0"/>
            <a:buNone/>
          </a:pPr>
          <a:r>
            <a:rPr lang="es-MX" sz="1600" b="1" kern="1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Como vimos antes, cuando se crean los árboles (cuando se entrenan), todas las características son consideradas o evaluadas al crear cada nodo.</a:t>
          </a:r>
          <a:endParaRPr lang="es-AR" sz="16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405926" y="52502"/>
        <a:ext cx="6591388" cy="586034"/>
      </dsp:txXfrm>
    </dsp:sp>
    <dsp:sp modelId="{B72D2B90-9404-4FE8-9234-D8CDE9463C81}">
      <dsp:nvSpPr>
        <dsp:cNvPr id="0" name=""/>
        <dsp:cNvSpPr/>
      </dsp:nvSpPr>
      <dsp:spPr>
        <a:xfrm>
          <a:off x="0" y="1343439"/>
          <a:ext cx="748447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102FB-C2BE-40F9-A4EC-92C1FB8BC797}">
      <dsp:nvSpPr>
        <dsp:cNvPr id="0" name=""/>
        <dsp:cNvSpPr/>
      </dsp:nvSpPr>
      <dsp:spPr>
        <a:xfrm>
          <a:off x="374223" y="1018719"/>
          <a:ext cx="6654794" cy="64944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27" tIns="0" rIns="1980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Para los Random Forests, en cada nodo se consideran sólo M atributos elegidos aleatoriamente (parámetro </a:t>
          </a:r>
          <a:r>
            <a:rPr lang="es-MX" sz="1600" b="1" i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max_features</a:t>
          </a: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en sklearn).</a:t>
          </a:r>
          <a:endParaRPr lang="es-MX" sz="1600" b="1" kern="1200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5926" y="1050422"/>
        <a:ext cx="6591388" cy="586034"/>
      </dsp:txXfrm>
    </dsp:sp>
    <dsp:sp modelId="{903F36B7-028A-4F47-9497-B0BF9050E924}">
      <dsp:nvSpPr>
        <dsp:cNvPr id="0" name=""/>
        <dsp:cNvSpPr/>
      </dsp:nvSpPr>
      <dsp:spPr>
        <a:xfrm>
          <a:off x="0" y="2341359"/>
          <a:ext cx="7484470" cy="779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878" tIns="458216" rIns="58087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MX" sz="1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𝑀</m:t>
              </m:r>
              <m:r>
                <a:rPr lang="es-MX" sz="1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=</m:t>
              </m:r>
              <m:rad>
                <m:radPr>
                  <m:degHide m:val="on"/>
                  <m:ctrlPr>
                    <a:rPr lang="ar-AE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radPr>
                <m:deg/>
                <m:e>
                  <m:r>
                    <a:rPr lang="ar-AE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𝑛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ú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𝑚𝑒𝑟𝑜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𝑑𝑒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𝑎𝑡𝑟𝑖𝑏𝑢𝑡𝑜𝑠</m:t>
                  </m:r>
                </m:e>
              </m:rad>
            </m:oMath>
          </a14:m>
          <a:endParaRPr lang="ar-AE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341359"/>
        <a:ext cx="7484470" cy="779625"/>
      </dsp:txXfrm>
    </dsp:sp>
    <dsp:sp modelId="{D82A3B4E-FA3F-4F6B-B8B7-9B72C521EA99}">
      <dsp:nvSpPr>
        <dsp:cNvPr id="0" name=""/>
        <dsp:cNvSpPr/>
      </dsp:nvSpPr>
      <dsp:spPr>
        <a:xfrm>
          <a:off x="374223" y="2016639"/>
          <a:ext cx="6654794" cy="6494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27" tIns="0" rIns="1980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Usualmente, se toma:</a:t>
          </a:r>
          <a:endParaRPr lang="es-MX" sz="1600" b="1" kern="1200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5926" y="2048342"/>
        <a:ext cx="6591388" cy="5860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EC403-1A3F-41A2-992E-AEA410938392}">
      <dsp:nvSpPr>
        <dsp:cNvPr id="0" name=""/>
        <dsp:cNvSpPr/>
      </dsp:nvSpPr>
      <dsp:spPr>
        <a:xfrm>
          <a:off x="-4263859" y="-654166"/>
          <a:ext cx="5080233" cy="5080233"/>
        </a:xfrm>
        <a:prstGeom prst="blockArc">
          <a:avLst>
            <a:gd name="adj1" fmla="val 18900000"/>
            <a:gd name="adj2" fmla="val 2700000"/>
            <a:gd name="adj3" fmla="val 425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5BCB9D-B145-468D-9FB8-9D90D6423870}">
      <dsp:nvSpPr>
        <dsp:cNvPr id="0" name=""/>
        <dsp:cNvSpPr/>
      </dsp:nvSpPr>
      <dsp:spPr>
        <a:xfrm>
          <a:off x="525018" y="377190"/>
          <a:ext cx="6938045" cy="7543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78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"Los Random Forests son uno de los métodos de aprendizaje más eficientes y precisos a la fecha" (2008): Caruana: </a:t>
          </a:r>
          <a:r>
            <a:rPr lang="es-MX" sz="1800" i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An empirical evaluation of supervised learning in high dimensions. ICML 2008.</a:t>
          </a:r>
          <a:endParaRPr lang="es-AR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5018" y="377190"/>
        <a:ext cx="6938045" cy="754380"/>
      </dsp:txXfrm>
    </dsp:sp>
    <dsp:sp modelId="{C54DE228-A25C-4676-A363-0E7402B16756}">
      <dsp:nvSpPr>
        <dsp:cNvPr id="0" name=""/>
        <dsp:cNvSpPr/>
      </dsp:nvSpPr>
      <dsp:spPr>
        <a:xfrm>
          <a:off x="53531" y="282892"/>
          <a:ext cx="942975" cy="9429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C40CD-E02B-4BCF-A498-7EAC0CD6179D}">
      <dsp:nvSpPr>
        <dsp:cNvPr id="0" name=""/>
        <dsp:cNvSpPr/>
      </dsp:nvSpPr>
      <dsp:spPr>
        <a:xfrm>
          <a:off x="799235" y="1508760"/>
          <a:ext cx="6663827" cy="7543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78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El algoritmo es sencillo, fácil de implementar, fácil de usar y requiere de poco ajuste de parámetros.</a:t>
          </a:r>
          <a:endParaRPr lang="es-MX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9235" y="1508760"/>
        <a:ext cx="6663827" cy="754380"/>
      </dsp:txXfrm>
    </dsp:sp>
    <dsp:sp modelId="{922D9D4C-1136-489C-8AA3-9A375C9A41E4}">
      <dsp:nvSpPr>
        <dsp:cNvPr id="0" name=""/>
        <dsp:cNvSpPr/>
      </dsp:nvSpPr>
      <dsp:spPr>
        <a:xfrm>
          <a:off x="327748" y="1414462"/>
          <a:ext cx="942975" cy="9429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5F8AC-79FF-4366-A4C4-E9EE6FB9D68F}">
      <dsp:nvSpPr>
        <dsp:cNvPr id="0" name=""/>
        <dsp:cNvSpPr/>
      </dsp:nvSpPr>
      <dsp:spPr>
        <a:xfrm>
          <a:off x="525018" y="2640330"/>
          <a:ext cx="6938045" cy="75438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78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relativamente sencillo debuggear los Random Forests; aunque comparado con los Árboles de Decisión, pueda resultar menos interpretable.</a:t>
          </a:r>
          <a:endParaRPr lang="es-MX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018" y="2640330"/>
        <a:ext cx="6938045" cy="754380"/>
      </dsp:txXfrm>
    </dsp:sp>
    <dsp:sp modelId="{0FB295BB-827B-4188-93D2-E939785407C9}">
      <dsp:nvSpPr>
        <dsp:cNvPr id="0" name=""/>
        <dsp:cNvSpPr/>
      </dsp:nvSpPr>
      <dsp:spPr>
        <a:xfrm>
          <a:off x="53531" y="2546032"/>
          <a:ext cx="942975" cy="9429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B76F5-34E7-4E49-931D-9284CF92781B}">
      <dsp:nvSpPr>
        <dsp:cNvPr id="0" name=""/>
        <dsp:cNvSpPr/>
      </dsp:nvSpPr>
      <dsp:spPr>
        <a:xfrm>
          <a:off x="-4384554" y="-672515"/>
          <a:ext cx="5223611" cy="5223611"/>
        </a:xfrm>
        <a:prstGeom prst="blockArc">
          <a:avLst>
            <a:gd name="adj1" fmla="val 18900000"/>
            <a:gd name="adj2" fmla="val 2700000"/>
            <a:gd name="adj3" fmla="val 414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81039A-F059-49D9-9001-90B102DE2529}">
      <dsp:nvSpPr>
        <dsp:cNvPr id="0" name=""/>
        <dsp:cNvSpPr/>
      </dsp:nvSpPr>
      <dsp:spPr>
        <a:xfrm>
          <a:off x="313492" y="204246"/>
          <a:ext cx="7406331" cy="40833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Método para hacer aprendizaje por "ensemble".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3492" y="204246"/>
        <a:ext cx="7406331" cy="408336"/>
      </dsp:txXfrm>
    </dsp:sp>
    <dsp:sp modelId="{AD730D18-51FF-4DCA-B317-C9CB6313DBFF}">
      <dsp:nvSpPr>
        <dsp:cNvPr id="0" name=""/>
        <dsp:cNvSpPr/>
      </dsp:nvSpPr>
      <dsp:spPr>
        <a:xfrm>
          <a:off x="58281" y="153203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923072D-7D2F-481A-98A1-71923965A9C7}">
      <dsp:nvSpPr>
        <dsp:cNvPr id="0" name=""/>
        <dsp:cNvSpPr/>
      </dsp:nvSpPr>
      <dsp:spPr>
        <a:xfrm>
          <a:off x="649377" y="816673"/>
          <a:ext cx="7070446" cy="4083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En 1989 Vilian y Kerns plantean un algoritmo al que estimulan “boost” mediante el análisis de los errores cometidos.</a:t>
          </a:r>
          <a:endParaRPr lang="en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649377" y="816673"/>
        <a:ext cx="7070446" cy="408336"/>
      </dsp:txXfrm>
    </dsp:sp>
    <dsp:sp modelId="{A1EBAAD6-AE5F-4B11-B903-E7C681FAE39A}">
      <dsp:nvSpPr>
        <dsp:cNvPr id="0" name=""/>
        <dsp:cNvSpPr/>
      </dsp:nvSpPr>
      <dsp:spPr>
        <a:xfrm>
          <a:off x="394166" y="765631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6AC2A103-A491-4601-A994-88BCE0B9A1E9}">
      <dsp:nvSpPr>
        <dsp:cNvPr id="0" name=""/>
        <dsp:cNvSpPr/>
      </dsp:nvSpPr>
      <dsp:spPr>
        <a:xfrm>
          <a:off x="802968" y="1429101"/>
          <a:ext cx="6916855" cy="40833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Combina un conjunto de clasificadores débiles para obtener un clasificador más poderoso.</a:t>
          </a:r>
          <a:endParaRPr lang="es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802968" y="1429101"/>
        <a:ext cx="6916855" cy="408336"/>
      </dsp:txXfrm>
    </dsp:sp>
    <dsp:sp modelId="{72147DB3-355C-44E7-A327-6508F8977B3D}">
      <dsp:nvSpPr>
        <dsp:cNvPr id="0" name=""/>
        <dsp:cNvSpPr/>
      </dsp:nvSpPr>
      <dsp:spPr>
        <a:xfrm>
          <a:off x="547758" y="1378059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2EAEA9E-447F-413E-8007-6A0265DAFFF1}">
      <dsp:nvSpPr>
        <dsp:cNvPr id="0" name=""/>
        <dsp:cNvSpPr/>
      </dsp:nvSpPr>
      <dsp:spPr>
        <a:xfrm>
          <a:off x="802968" y="2041141"/>
          <a:ext cx="6916855" cy="40833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Los datos se siguen eligiendo en forma aleatoria.</a:t>
          </a:r>
          <a:endParaRPr lang="es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802968" y="2041141"/>
        <a:ext cx="6916855" cy="408336"/>
      </dsp:txXfrm>
    </dsp:sp>
    <dsp:sp modelId="{70ACF57A-5DB5-4F08-BE88-DDCE994F7603}">
      <dsp:nvSpPr>
        <dsp:cNvPr id="0" name=""/>
        <dsp:cNvSpPr/>
      </dsp:nvSpPr>
      <dsp:spPr>
        <a:xfrm>
          <a:off x="547758" y="1990099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0341CAC-D983-4B93-B3F9-FD9ADFF103CD}">
      <dsp:nvSpPr>
        <dsp:cNvPr id="0" name=""/>
        <dsp:cNvSpPr/>
      </dsp:nvSpPr>
      <dsp:spPr>
        <a:xfrm>
          <a:off x="649377" y="2653569"/>
          <a:ext cx="7070446" cy="40833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Es un método iterativo.</a:t>
          </a:r>
          <a:endParaRPr lang="es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649377" y="2653569"/>
        <a:ext cx="7070446" cy="408336"/>
      </dsp:txXfrm>
    </dsp:sp>
    <dsp:sp modelId="{06B75BC4-1F6E-4FA3-AF7A-F3CAF3AC3D32}">
      <dsp:nvSpPr>
        <dsp:cNvPr id="0" name=""/>
        <dsp:cNvSpPr/>
      </dsp:nvSpPr>
      <dsp:spPr>
        <a:xfrm>
          <a:off x="394166" y="2602527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2F16A29-015C-407C-ADCD-23C7C99E154C}">
      <dsp:nvSpPr>
        <dsp:cNvPr id="0" name=""/>
        <dsp:cNvSpPr/>
      </dsp:nvSpPr>
      <dsp:spPr>
        <a:xfrm>
          <a:off x="313492" y="3265997"/>
          <a:ext cx="7406331" cy="40833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Una vez obtenidos todos los resultados, se establece una jerarquía basada en el nivel de error, teniendo más peso el resultado del árbol que cometió el menor error.</a:t>
          </a:r>
        </a:p>
      </dsp:txBody>
      <dsp:txXfrm>
        <a:off x="313492" y="3265997"/>
        <a:ext cx="7406331" cy="408336"/>
      </dsp:txXfrm>
    </dsp:sp>
    <dsp:sp modelId="{88417CBE-F26A-444B-AD1A-85BB4F96FC14}">
      <dsp:nvSpPr>
        <dsp:cNvPr id="0" name=""/>
        <dsp:cNvSpPr/>
      </dsp:nvSpPr>
      <dsp:spPr>
        <a:xfrm>
          <a:off x="58281" y="3214954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0F15E-28F5-4B47-AD16-4E5742402450}">
      <dsp:nvSpPr>
        <dsp:cNvPr id="0" name=""/>
        <dsp:cNvSpPr/>
      </dsp:nvSpPr>
      <dsp:spPr>
        <a:xfrm>
          <a:off x="3208" y="137724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Se definen las entradas, determinando cada una de las variables implicadas: </a:t>
          </a:r>
          <a:br>
            <a:rPr lang="es-US" sz="1000" b="1" kern="1200" dirty="0"/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s-US" sz="1000" b="1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US" sz="1000" b="1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e>
                </m:d>
              </m:oMath>
            </m:oMathPara>
          </a14:m>
          <a:endParaRPr lang="es-AR" sz="1000" b="1" kern="1200" dirty="0"/>
        </a:p>
      </dsp:txBody>
      <dsp:txXfrm>
        <a:off x="29776" y="164292"/>
        <a:ext cx="1458706" cy="853969"/>
      </dsp:txXfrm>
    </dsp:sp>
    <dsp:sp modelId="{EC2AEB41-F334-4699-B7DC-CE1296E82842}">
      <dsp:nvSpPr>
        <dsp:cNvPr id="0" name=""/>
        <dsp:cNvSpPr/>
      </dsp:nvSpPr>
      <dsp:spPr>
        <a:xfrm>
          <a:off x="1648093" y="403808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>
        <a:off x="1648093" y="478795"/>
        <a:ext cx="224357" cy="224962"/>
      </dsp:txXfrm>
    </dsp:sp>
    <dsp:sp modelId="{14A720F4-381A-474F-BEF5-FE5AAB6A826E}">
      <dsp:nvSpPr>
        <dsp:cNvPr id="0" name=""/>
        <dsp:cNvSpPr/>
      </dsp:nvSpPr>
      <dsp:spPr>
        <a:xfrm>
          <a:off x="2119788" y="137724"/>
          <a:ext cx="1911543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5536"/>
                <a:satOff val="-8393"/>
                <a:lumOff val="86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"/>
                <a:satOff val="-8393"/>
                <a:lumOff val="86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"/>
                <a:satOff val="-8393"/>
                <a:lumOff val="86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Donde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 smtClean="0">
                      <a:latin typeface="Cambria Math" panose="02040503050406030204" pitchFamily="18" charset="0"/>
                    </a:rPr>
                    <m:t>𝒙</m:t>
                  </m:r>
                </m:e>
                <m:sub>
                  <m:r>
                    <a:rPr lang="es-US" sz="1000" b="1" i="1" kern="1200" smtClean="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kern="1200" dirty="0"/>
            <a:t> son el conjunto de datos del árbol </a:t>
          </a:r>
          <a:r>
            <a:rPr lang="es-US" sz="1000" b="1" i="1" kern="1200" dirty="0"/>
            <a:t>i</a:t>
          </a:r>
          <a:r>
            <a:rPr lang="es-US" sz="1000" b="1" kern="1200" dirty="0"/>
            <a:t> y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>
                      <a:latin typeface="Cambria Math" panose="02040503050406030204" pitchFamily="18" charset="0"/>
                    </a:rPr>
                    <m:t>𝒚</m:t>
                  </m:r>
                </m:e>
                <m:sub>
                  <m:r>
                    <a:rPr lang="es-US" sz="1000" b="1" i="1" kern="120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i="1" kern="1200" dirty="0"/>
            <a:t> </a:t>
          </a:r>
          <a:r>
            <a:rPr lang="es-US" sz="1000" b="1" kern="1200" dirty="0"/>
            <a:t>su clasificación, tal que </a:t>
          </a:r>
          <a:br>
            <a:rPr lang="es-US" sz="1000" b="1" kern="1200" dirty="0"/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𝒚</m:t>
                    </m:r>
                  </m:e>
                  <m:sub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𝒊</m:t>
                    </m:r>
                  </m:sub>
                </m:sSub>
                <m:r>
                  <a:rPr lang="es-US" sz="1000" b="1" i="1" kern="1200" smtClean="0">
                    <a:latin typeface="Cambria Math" panose="02040503050406030204" pitchFamily="18" charset="0"/>
                  </a:rPr>
                  <m:t>∈ </m:t>
                </m:r>
                <m:f>
                  <m:fPr>
                    <m:type m:val="lin"/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𝒀</m:t>
                    </m:r>
                  </m:num>
                  <m:den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𝒀</m:t>
                    </m:r>
                  </m:den>
                </m:f>
                <m:r>
                  <a:rPr lang="es-US" sz="1000" b="1" i="1" kern="1200" smtClean="0">
                    <a:latin typeface="Cambria Math" panose="02040503050406030204" pitchFamily="18" charset="0"/>
                  </a:rPr>
                  <m:t>=</m:t>
                </m:r>
                <m:d>
                  <m:dPr>
                    <m:begChr m:val="{"/>
                    <m:endChr m:val="}"/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</m:e>
                </m:d>
                <m:r>
                  <a:rPr lang="es-US" sz="1000" b="1" i="1" kern="120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≈</m:t>
                </m:r>
                <m:r>
                  <a:rPr lang="es-U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{</m:t>
                </m:r>
                <m:r>
                  <m:rPr>
                    <m:nor/>
                  </m:rPr>
                  <a:rPr lang="es-US" sz="1000" b="1" i="0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Error</m:t>
                </m:r>
                <m:r>
                  <a:rPr lang="es-U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, </m:t>
                </m:r>
                <m:r>
                  <m:rPr>
                    <m:nor/>
                  </m:rPr>
                  <a:rPr lang="es-US" sz="1000" b="1" i="0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Acierto</m:t>
                </m:r>
                <m:r>
                  <a:rPr lang="es-U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}</m:t>
                </m:r>
              </m:oMath>
            </m:oMathPara>
          </a14:m>
          <a:endParaRPr lang="es-US" sz="1000" b="1" kern="1200" dirty="0"/>
        </a:p>
      </dsp:txBody>
      <dsp:txXfrm>
        <a:off x="2146356" y="164292"/>
        <a:ext cx="1858407" cy="853969"/>
      </dsp:txXfrm>
    </dsp:sp>
    <dsp:sp modelId="{FB1B04CD-DB89-4983-B8AD-7886D98853FF}">
      <dsp:nvSpPr>
        <dsp:cNvPr id="0" name=""/>
        <dsp:cNvSpPr/>
      </dsp:nvSpPr>
      <dsp:spPr>
        <a:xfrm>
          <a:off x="4164374" y="403808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61707"/>
                <a:satOff val="-9325"/>
                <a:lumOff val="95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61707"/>
                <a:satOff val="-9325"/>
                <a:lumOff val="95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61707"/>
                <a:satOff val="-9325"/>
                <a:lumOff val="95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>
        <a:off x="4164374" y="478795"/>
        <a:ext cx="224357" cy="224962"/>
      </dsp:txXfrm>
    </dsp:sp>
    <dsp:sp modelId="{B12BDBB3-33B2-41C7-8BDF-7E916084A776}">
      <dsp:nvSpPr>
        <dsp:cNvPr id="0" name=""/>
        <dsp:cNvSpPr/>
      </dsp:nvSpPr>
      <dsp:spPr>
        <a:xfrm>
          <a:off x="4636068" y="137724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Se inicializa de forma uniforme, de tal manera que: </a:t>
          </a:r>
          <a:br>
            <a:rPr lang="es-US" sz="1000" b="1" kern="1200" dirty="0"/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𝑫</m:t>
                    </m:r>
                  </m:e>
                  <m:sub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𝒊</m:t>
                    </m:r>
                  </m:sub>
                </m:sSub>
                <m:r>
                  <a:rPr lang="es-US" sz="1000" b="1" i="1" kern="1200" smtClean="0"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</m:num>
                  <m:den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𝒎</m:t>
                    </m:r>
                  </m:den>
                </m:f>
                <m:r>
                  <a:rPr lang="es-US" sz="1000" b="1" i="1" kern="1200" smtClean="0">
                    <a:latin typeface="Cambria Math" panose="02040503050406030204" pitchFamily="18" charset="0"/>
                  </a:rPr>
                  <m:t> ∀ 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𝒊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=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𝟏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,…,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𝒎</m:t>
                </m:r>
              </m:oMath>
            </m:oMathPara>
          </a14:m>
          <a:endParaRPr lang="es-US" sz="1000" b="1" kern="1200" dirty="0"/>
        </a:p>
      </dsp:txBody>
      <dsp:txXfrm>
        <a:off x="4662636" y="164292"/>
        <a:ext cx="1458706" cy="853969"/>
      </dsp:txXfrm>
    </dsp:sp>
    <dsp:sp modelId="{FC8CDE1F-CBC7-4425-B64C-507EA71B436A}">
      <dsp:nvSpPr>
        <dsp:cNvPr id="0" name=""/>
        <dsp:cNvSpPr/>
      </dsp:nvSpPr>
      <dsp:spPr>
        <a:xfrm>
          <a:off x="6280953" y="403808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323414"/>
                <a:satOff val="-18651"/>
                <a:lumOff val="191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323414"/>
                <a:satOff val="-18651"/>
                <a:lumOff val="191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323414"/>
                <a:satOff val="-18651"/>
                <a:lumOff val="191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>
        <a:off x="6280953" y="478795"/>
        <a:ext cx="224357" cy="224962"/>
      </dsp:txXfrm>
    </dsp:sp>
    <dsp:sp modelId="{84FEC66E-0344-4A4C-9F69-E7ED0DB6BF3D}">
      <dsp:nvSpPr>
        <dsp:cNvPr id="0" name=""/>
        <dsp:cNvSpPr/>
      </dsp:nvSpPr>
      <dsp:spPr>
        <a:xfrm>
          <a:off x="6752648" y="137724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36609"/>
                <a:satOff val="-25178"/>
                <a:lumOff val="258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36609"/>
                <a:satOff val="-25178"/>
                <a:lumOff val="258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36609"/>
                <a:satOff val="-25178"/>
                <a:lumOff val="258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Durante la primera iteración se entrena el clasificador “débil”, utilizando el conjunto de pesos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>
                      <a:latin typeface="Cambria Math" panose="02040503050406030204" pitchFamily="18" charset="0"/>
                    </a:rPr>
                    <m:t>𝑫</m:t>
                  </m:r>
                </m:e>
                <m:sub>
                  <m:r>
                    <a:rPr lang="es-US" sz="1000" b="1" i="1" kern="120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kern="1200" dirty="0"/>
            <a:t>.</a:t>
          </a:r>
        </a:p>
      </dsp:txBody>
      <dsp:txXfrm>
        <a:off x="6779216" y="164292"/>
        <a:ext cx="1458706" cy="853969"/>
      </dsp:txXfrm>
    </dsp:sp>
    <dsp:sp modelId="{FEB0D232-F481-4A58-AF79-C7B48628092C}">
      <dsp:nvSpPr>
        <dsp:cNvPr id="0" name=""/>
        <dsp:cNvSpPr/>
      </dsp:nvSpPr>
      <dsp:spPr>
        <a:xfrm rot="5400000">
          <a:off x="7348314" y="1150659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-5400000">
        <a:off x="7396089" y="1177872"/>
        <a:ext cx="224962" cy="224357"/>
      </dsp:txXfrm>
    </dsp:sp>
    <dsp:sp modelId="{EFD76490-3863-4846-B746-9CE066A0FF05}">
      <dsp:nvSpPr>
        <dsp:cNvPr id="0" name=""/>
        <dsp:cNvSpPr/>
      </dsp:nvSpPr>
      <dsp:spPr>
        <a:xfrm>
          <a:off x="6752648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Se obtiene la primera hipótesis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𝒉</m:t>
                  </m:r>
                </m:e>
                <m:sub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𝒕</m:t>
                  </m:r>
                </m:sub>
              </m:sSub>
              <m:r>
                <a:rPr lang="es-ES" sz="1000" b="1" i="1" kern="1200" smtClean="0">
                  <a:latin typeface="Cambria Math" panose="02040503050406030204" pitchFamily="18" charset="0"/>
                </a:rPr>
                <m:t>:</m:t>
              </m:r>
              <m:r>
                <a:rPr lang="es-ES" sz="1000" b="1" i="1" kern="1200" smtClean="0">
                  <a:latin typeface="Cambria Math" panose="02040503050406030204" pitchFamily="18" charset="0"/>
                </a:rPr>
                <m:t>𝒀</m:t>
              </m:r>
            </m:oMath>
          </a14:m>
          <a:r>
            <a:rPr lang="es-US" sz="1000" b="1" kern="1200" dirty="0"/>
            <a:t>. Se pretende obtener un error bajo de predicción</a:t>
          </a:r>
        </a:p>
      </dsp:txBody>
      <dsp:txXfrm>
        <a:off x="6779216" y="1676135"/>
        <a:ext cx="1458706" cy="853969"/>
      </dsp:txXfrm>
    </dsp:sp>
    <dsp:sp modelId="{D0113504-3B6A-42E0-A195-C7FEC5033817}">
      <dsp:nvSpPr>
        <dsp:cNvPr id="0" name=""/>
        <dsp:cNvSpPr/>
      </dsp:nvSpPr>
      <dsp:spPr>
        <a:xfrm rot="10800000">
          <a:off x="6299095" y="1915651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646828"/>
                <a:satOff val="-37301"/>
                <a:lumOff val="383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646828"/>
                <a:satOff val="-37301"/>
                <a:lumOff val="383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646828"/>
                <a:satOff val="-37301"/>
                <a:lumOff val="383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10800000">
        <a:off x="6395248" y="1990638"/>
        <a:ext cx="224357" cy="224962"/>
      </dsp:txXfrm>
    </dsp:sp>
    <dsp:sp modelId="{8729982E-1654-4751-9012-D1FFDD24A641}">
      <dsp:nvSpPr>
        <dsp:cNvPr id="0" name=""/>
        <dsp:cNvSpPr/>
      </dsp:nvSpPr>
      <dsp:spPr>
        <a:xfrm>
          <a:off x="4636068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e>
                  <m:sub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sub>
                </m:sSub>
                <m:r>
                  <a:rPr lang="es-E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𝑷𝒓</m:t>
                    </m:r>
                  </m:e>
                  <m:sub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sub>
                </m:sSub>
                <m:d>
                  <m:dPr>
                    <m:begChr m:val="["/>
                    <m:endChr m:val="]"/>
                    <m:ctrlP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e>
                </m:d>
              </m:oMath>
            </m:oMathPara>
          </a14:m>
          <a:endParaRPr lang="es-US" sz="1000" b="1" kern="1200" dirty="0"/>
        </a:p>
      </dsp:txBody>
      <dsp:txXfrm>
        <a:off x="4662636" y="1676135"/>
        <a:ext cx="1458706" cy="853969"/>
      </dsp:txXfrm>
    </dsp:sp>
    <dsp:sp modelId="{BE74483D-7255-4854-857F-54236899E04F}">
      <dsp:nvSpPr>
        <dsp:cNvPr id="0" name=""/>
        <dsp:cNvSpPr/>
      </dsp:nvSpPr>
      <dsp:spPr>
        <a:xfrm rot="10800000">
          <a:off x="4182516" y="1915651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808535"/>
                <a:satOff val="-46627"/>
                <a:lumOff val="479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808535"/>
                <a:satOff val="-46627"/>
                <a:lumOff val="479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808535"/>
                <a:satOff val="-46627"/>
                <a:lumOff val="479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10800000">
        <a:off x="4278669" y="1990638"/>
        <a:ext cx="224357" cy="224962"/>
      </dsp:txXfrm>
    </dsp:sp>
    <dsp:sp modelId="{6C67723A-BF90-4E1A-B66F-4345A8E58529}">
      <dsp:nvSpPr>
        <dsp:cNvPr id="0" name=""/>
        <dsp:cNvSpPr/>
      </dsp:nvSpPr>
      <dsp:spPr>
        <a:xfrm>
          <a:off x="2519489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Con los errores obtenidos se actualizan los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>
                      <a:latin typeface="Cambria Math" panose="02040503050406030204" pitchFamily="18" charset="0"/>
                    </a:rPr>
                    <m:t>𝑫</m:t>
                  </m:r>
                </m:e>
                <m:sub>
                  <m:r>
                    <a:rPr lang="es-US" sz="1000" b="1" i="1" kern="120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kern="1200" dirty="0"/>
            <a:t> según lo siguiente:</a:t>
          </a:r>
        </a:p>
      </dsp:txBody>
      <dsp:txXfrm>
        <a:off x="2546057" y="1676135"/>
        <a:ext cx="1458706" cy="853969"/>
      </dsp:txXfrm>
    </dsp:sp>
    <dsp:sp modelId="{EE58E790-2268-49BA-9F95-1C5CF4AF2BA7}">
      <dsp:nvSpPr>
        <dsp:cNvPr id="0" name=""/>
        <dsp:cNvSpPr/>
      </dsp:nvSpPr>
      <dsp:spPr>
        <a:xfrm rot="10800000">
          <a:off x="2065936" y="1915651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10800000">
        <a:off x="2162089" y="1990638"/>
        <a:ext cx="224357" cy="224962"/>
      </dsp:txXfrm>
    </dsp:sp>
    <dsp:sp modelId="{1AFCE974-D0EE-4D6E-9FB2-47E959760C9B}">
      <dsp:nvSpPr>
        <dsp:cNvPr id="0" name=""/>
        <dsp:cNvSpPr/>
      </dsp:nvSpPr>
      <dsp:spPr>
        <a:xfrm>
          <a:off x="402909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18754"/>
                <a:satOff val="-58750"/>
                <a:lumOff val="604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018754"/>
                <a:satOff val="-58750"/>
                <a:lumOff val="604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018754"/>
                <a:satOff val="-58750"/>
                <a:lumOff val="604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𝜶</m:t>
                  </m:r>
                </m:e>
                <m:sub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𝒕</m:t>
                  </m:r>
                </m:sub>
              </m:sSub>
              <m:r>
                <a:rPr lang="es-ES" sz="1000" b="1" i="1" kern="1200" smtClean="0">
                  <a:latin typeface="Cambria Math" panose="02040503050406030204" pitchFamily="18" charset="0"/>
                </a:rPr>
                <m:t>=</m:t>
              </m:r>
              <m:f>
                <m:f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fPr>
                <m:num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𝟏</m:t>
                  </m:r>
                </m:num>
                <m:den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𝟐</m:t>
                  </m:r>
                </m:den>
              </m:f>
              <m:func>
                <m:func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funcPr>
                <m:fName>
                  <m:r>
                    <a:rPr lang="es-ES" sz="1000" b="1" i="0" kern="1200" smtClean="0">
                      <a:latin typeface="Cambria Math" panose="02040503050406030204" pitchFamily="18" charset="0"/>
                    </a:rPr>
                    <m:t>𝐥𝐧</m:t>
                  </m:r>
                </m:fName>
                <m:e>
                  <m:d>
                    <m:dPr>
                      <m:ctrlPr>
                        <a:rPr lang="es-ES" sz="1000" b="1" i="1" kern="120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lang="es-ES" sz="1000" b="1" i="1" kern="1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000" b="1" i="1" kern="120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000" b="1" i="1" kern="120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000" b="1" i="1" kern="12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000" b="1" i="1" kern="1200" smtClean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s-ES" sz="1000" b="1" i="1" kern="1200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000" b="1" i="1" kern="1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000" b="1" i="1" kern="120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s-ES" sz="1000" b="1" i="1" kern="120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</m:e>
                  </m:d>
                </m:e>
              </m:func>
            </m:oMath>
          </a14:m>
          <a:r>
            <a:rPr lang="es-US" sz="1000" b="1" kern="1200" dirty="0"/>
            <a:t> </a:t>
          </a:r>
        </a:p>
      </dsp:txBody>
      <dsp:txXfrm>
        <a:off x="429477" y="1676135"/>
        <a:ext cx="1458706" cy="853969"/>
      </dsp:txXfrm>
    </dsp:sp>
    <dsp:sp modelId="{5176C387-D148-46BF-9D68-1525E5DAC895}">
      <dsp:nvSpPr>
        <dsp:cNvPr id="0" name=""/>
        <dsp:cNvSpPr/>
      </dsp:nvSpPr>
      <dsp:spPr>
        <a:xfrm rot="4622769">
          <a:off x="1166181" y="2662501"/>
          <a:ext cx="32888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131949"/>
                <a:satOff val="-65277"/>
                <a:lumOff val="671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131949"/>
                <a:satOff val="-65277"/>
                <a:lumOff val="671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131949"/>
                <a:satOff val="-65277"/>
                <a:lumOff val="671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/>
        </a:p>
      </dsp:txBody>
      <dsp:txXfrm rot="-5400000">
        <a:off x="1207081" y="2686784"/>
        <a:ext cx="224962" cy="230216"/>
      </dsp:txXfrm>
    </dsp:sp>
    <dsp:sp modelId="{175EF7DE-7C1C-4233-BED1-8B59D61172C5}">
      <dsp:nvSpPr>
        <dsp:cNvPr id="0" name=""/>
        <dsp:cNvSpPr/>
      </dsp:nvSpPr>
      <dsp:spPr>
        <a:xfrm>
          <a:off x="402909" y="3161409"/>
          <a:ext cx="2207350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𝑫</m:t>
                    </m:r>
                  </m:e>
                  <m:sub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</m:sub>
                </m:sSub>
                <m:d>
                  <m:d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𝒊</m:t>
                    </m:r>
                  </m:e>
                </m:d>
                <m:r>
                  <a:rPr lang="es-ES" sz="1000" b="1" i="1" kern="1200" smtClean="0"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func>
                      <m:func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ES" sz="1000" b="1" i="0" kern="1200" smtClean="0">
                            <a:latin typeface="Cambria Math" panose="02040503050406030204" pitchFamily="18" charset="0"/>
                          </a:rPr>
                          <m:t>𝐞𝐱𝐩</m:t>
                        </m:r>
                      </m:fName>
                      <m:e>
                        <m:d>
                          <m:d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000" b="1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kern="1200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s-ES" sz="1000" b="1" i="1" kern="1200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num>
                  <m:den>
                    <m:sSub>
                      <m:sSubPr>
                        <m:ctrlPr>
                          <a:rPr lang="es-ES" sz="10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s-ES" sz="1000" b="1" i="1" kern="120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den>
                </m:f>
              </m:oMath>
            </m:oMathPara>
          </a14:m>
          <a:endParaRPr lang="es-US" sz="1000" b="1" kern="1200" dirty="0"/>
        </a:p>
      </dsp:txBody>
      <dsp:txXfrm>
        <a:off x="429477" y="3187977"/>
        <a:ext cx="2154214" cy="853969"/>
      </dsp:txXfrm>
    </dsp:sp>
    <dsp:sp modelId="{09AC471C-93DE-460D-A6A7-6E09E92090B2}">
      <dsp:nvSpPr>
        <dsp:cNvPr id="0" name=""/>
        <dsp:cNvSpPr/>
      </dsp:nvSpPr>
      <dsp:spPr>
        <a:xfrm>
          <a:off x="2743302" y="3427494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293656"/>
                <a:satOff val="-74603"/>
                <a:lumOff val="766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293656"/>
                <a:satOff val="-74603"/>
                <a:lumOff val="766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293656"/>
                <a:satOff val="-74603"/>
                <a:lumOff val="766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/>
        </a:p>
      </dsp:txBody>
      <dsp:txXfrm>
        <a:off x="2743302" y="3502481"/>
        <a:ext cx="224357" cy="224962"/>
      </dsp:txXfrm>
    </dsp:sp>
    <dsp:sp modelId="{CB95E4CD-FA6F-4789-AF47-F28AB18003B6}">
      <dsp:nvSpPr>
        <dsp:cNvPr id="0" name=""/>
        <dsp:cNvSpPr/>
      </dsp:nvSpPr>
      <dsp:spPr>
        <a:xfrm>
          <a:off x="3214997" y="3161409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309827"/>
                <a:satOff val="-75535"/>
                <a:lumOff val="7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309827"/>
                <a:satOff val="-75535"/>
                <a:lumOff val="7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309827"/>
                <a:satOff val="-75535"/>
                <a:lumOff val="7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/>
            <a:t>Donde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000" b="1" i="1" kern="1200">
                      <a:latin typeface="Cambria Math" panose="02040503050406030204" pitchFamily="18" charset="0"/>
                    </a:rPr>
                    <m:t>𝒁</m:t>
                  </m:r>
                </m:e>
                <m:sub>
                  <m:r>
                    <a:rPr lang="es-ES" sz="1000" b="1" i="1" kern="1200">
                      <a:latin typeface="Cambria Math" panose="02040503050406030204" pitchFamily="18" charset="0"/>
                    </a:rPr>
                    <m:t>𝒕</m:t>
                  </m:r>
                </m:sub>
              </m:sSub>
            </m:oMath>
          </a14:m>
          <a:r>
            <a:rPr lang="es-US" sz="1000" b="1" kern="1200" dirty="0"/>
            <a:t> es un factor de normalización. </a:t>
          </a:r>
        </a:p>
      </dsp:txBody>
      <dsp:txXfrm>
        <a:off x="3241565" y="3187977"/>
        <a:ext cx="1458706" cy="853969"/>
      </dsp:txXfrm>
    </dsp:sp>
    <dsp:sp modelId="{CD5B566C-4764-4689-AEA2-BB53F1BEC814}">
      <dsp:nvSpPr>
        <dsp:cNvPr id="0" name=""/>
        <dsp:cNvSpPr/>
      </dsp:nvSpPr>
      <dsp:spPr>
        <a:xfrm>
          <a:off x="4859882" y="3427494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/>
        </a:p>
      </dsp:txBody>
      <dsp:txXfrm>
        <a:off x="4859882" y="3502481"/>
        <a:ext cx="224357" cy="224962"/>
      </dsp:txXfrm>
    </dsp:sp>
    <dsp:sp modelId="{51AB207A-17DD-49B1-8E67-99F642D298B3}">
      <dsp:nvSpPr>
        <dsp:cNvPr id="0" name=""/>
        <dsp:cNvSpPr/>
      </dsp:nvSpPr>
      <dsp:spPr>
        <a:xfrm>
          <a:off x="5331577" y="3161409"/>
          <a:ext cx="1909699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La hipótesis final quedaría como: </a:t>
          </a:r>
          <a:br>
            <a:rPr lang="es-US" sz="1000" b="1" i="1" kern="1200" dirty="0">
              <a:latin typeface="Cambria Math" panose="02040503050406030204" pitchFamily="18" charset="0"/>
            </a:rPr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ES" sz="1000" b="1" i="1" kern="1200" smtClean="0">
                    <a:latin typeface="Cambria Math" panose="02040503050406030204" pitchFamily="18" charset="0"/>
                  </a:rPr>
                  <m:t>𝑯</m:t>
                </m:r>
                <m:d>
                  <m:d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𝒚</m:t>
                    </m:r>
                  </m:e>
                </m:d>
                <m:r>
                  <a:rPr lang="es-ES" sz="1000" b="1" i="1" kern="1200" smtClean="0">
                    <a:latin typeface="Cambria Math" panose="02040503050406030204" pitchFamily="18" charset="0"/>
                  </a:rPr>
                  <m:t>=</m:t>
                </m:r>
                <m:r>
                  <a:rPr lang="es-ES" sz="1000" b="1" i="1" kern="1200" smtClean="0">
                    <a:latin typeface="Cambria Math" panose="02040503050406030204" pitchFamily="18" charset="0"/>
                  </a:rPr>
                  <m:t>𝒔𝒊𝒈𝒏𝒐</m:t>
                </m:r>
                <m:d>
                  <m:d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nary>
                      <m:naryPr>
                        <m:chr m:val="∑"/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sSub>
                          <m:sSub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d>
                          <m:d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e>
                </m:d>
              </m:oMath>
            </m:oMathPara>
          </a14:m>
          <a:endParaRPr lang="es-US" sz="1000" b="1" kern="1200" dirty="0"/>
        </a:p>
      </dsp:txBody>
      <dsp:txXfrm>
        <a:off x="5358145" y="3187977"/>
        <a:ext cx="1856563" cy="8539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C7F2F-3F23-4BAB-8BAA-4BEF8149E9D0}">
      <dsp:nvSpPr>
        <dsp:cNvPr id="0" name=""/>
        <dsp:cNvSpPr/>
      </dsp:nvSpPr>
      <dsp:spPr>
        <a:xfrm>
          <a:off x="3465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Datos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30095" y="445513"/>
        <a:ext cx="1462080" cy="855944"/>
      </dsp:txXfrm>
    </dsp:sp>
    <dsp:sp modelId="{DDE60065-BE46-4C54-9FEC-EEBFC1B89F35}">
      <dsp:nvSpPr>
        <dsp:cNvPr id="0" name=""/>
        <dsp:cNvSpPr/>
      </dsp:nvSpPr>
      <dsp:spPr>
        <a:xfrm>
          <a:off x="1652155" y="68558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>
        <a:off x="1652155" y="760744"/>
        <a:ext cx="224876" cy="225482"/>
      </dsp:txXfrm>
    </dsp:sp>
    <dsp:sp modelId="{2FF14415-BF8A-4757-B313-A08484467BE0}">
      <dsp:nvSpPr>
        <dsp:cNvPr id="0" name=""/>
        <dsp:cNvSpPr/>
      </dsp:nvSpPr>
      <dsp:spPr>
        <a:xfrm>
          <a:off x="2124941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Pesos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6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6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𝑫</m:t>
                  </m:r>
                </m:e>
                <m:sub>
                  <m:r>
                    <a:rPr lang="es-ES" sz="16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endParaRPr lang="es-AR" sz="1600" b="1" i="1" kern="1200" dirty="0">
            <a:solidFill>
              <a:schemeClr val="tx1"/>
            </a:solidFill>
          </a:endParaRPr>
        </a:p>
      </dsp:txBody>
      <dsp:txXfrm>
        <a:off x="2151571" y="445513"/>
        <a:ext cx="1462080" cy="855944"/>
      </dsp:txXfrm>
    </dsp:sp>
    <dsp:sp modelId="{E36105C6-6CFE-4969-8C9B-9F20A6B6E8D9}">
      <dsp:nvSpPr>
        <dsp:cNvPr id="0" name=""/>
        <dsp:cNvSpPr/>
      </dsp:nvSpPr>
      <dsp:spPr>
        <a:xfrm>
          <a:off x="3773631" y="68558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>
        <a:off x="3773631" y="760744"/>
        <a:ext cx="224876" cy="225482"/>
      </dsp:txXfrm>
    </dsp:sp>
    <dsp:sp modelId="{E9D47305-499F-45F9-A536-59CC6C21FED5}">
      <dsp:nvSpPr>
        <dsp:cNvPr id="0" name=""/>
        <dsp:cNvSpPr/>
      </dsp:nvSpPr>
      <dsp:spPr>
        <a:xfrm>
          <a:off x="4246418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Conjunto de entrenamiento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4273048" y="445513"/>
        <a:ext cx="1462080" cy="855944"/>
      </dsp:txXfrm>
    </dsp:sp>
    <dsp:sp modelId="{A2759323-8EE2-49A4-838F-D88460586683}">
      <dsp:nvSpPr>
        <dsp:cNvPr id="0" name=""/>
        <dsp:cNvSpPr/>
      </dsp:nvSpPr>
      <dsp:spPr>
        <a:xfrm>
          <a:off x="5895108" y="68558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>
        <a:off x="5895108" y="760744"/>
        <a:ext cx="224876" cy="225482"/>
      </dsp:txXfrm>
    </dsp:sp>
    <dsp:sp modelId="{75E3D9D5-527E-49A5-9A17-923B6CB73C17}">
      <dsp:nvSpPr>
        <dsp:cNvPr id="0" name=""/>
        <dsp:cNvSpPr/>
      </dsp:nvSpPr>
      <dsp:spPr>
        <a:xfrm>
          <a:off x="6367894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Aprendizaje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6394524" y="445513"/>
        <a:ext cx="1462080" cy="855944"/>
      </dsp:txXfrm>
    </dsp:sp>
    <dsp:sp modelId="{5814FDFF-7743-48B4-88DC-6FD19D87E199}">
      <dsp:nvSpPr>
        <dsp:cNvPr id="0" name=""/>
        <dsp:cNvSpPr/>
      </dsp:nvSpPr>
      <dsp:spPr>
        <a:xfrm rot="5400000">
          <a:off x="6964938" y="1434161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 rot="-5400000">
        <a:off x="7012823" y="1461437"/>
        <a:ext cx="225482" cy="224876"/>
      </dsp:txXfrm>
    </dsp:sp>
    <dsp:sp modelId="{D255D38D-D579-419F-B067-B25BDAEA8FA8}">
      <dsp:nvSpPr>
        <dsp:cNvPr id="0" name=""/>
        <dsp:cNvSpPr/>
      </dsp:nvSpPr>
      <dsp:spPr>
        <a:xfrm>
          <a:off x="6367894" y="1934224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Resultado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6394524" y="1960854"/>
        <a:ext cx="1462080" cy="855944"/>
      </dsp:txXfrm>
    </dsp:sp>
    <dsp:sp modelId="{69244801-2DCD-45FF-9B0A-6B03DC06DBFF}">
      <dsp:nvSpPr>
        <dsp:cNvPr id="0" name=""/>
        <dsp:cNvSpPr/>
      </dsp:nvSpPr>
      <dsp:spPr>
        <a:xfrm rot="10800000">
          <a:off x="5913292" y="220092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 rot="10800000">
        <a:off x="6009668" y="2276084"/>
        <a:ext cx="224876" cy="225482"/>
      </dsp:txXfrm>
    </dsp:sp>
    <dsp:sp modelId="{2BD1A281-8B8D-4B9B-9A82-F34627976AF2}">
      <dsp:nvSpPr>
        <dsp:cNvPr id="0" name=""/>
        <dsp:cNvSpPr/>
      </dsp:nvSpPr>
      <dsp:spPr>
        <a:xfrm>
          <a:off x="4246418" y="1934224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Combinación de predicciones.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4273048" y="1960854"/>
        <a:ext cx="1462080" cy="855944"/>
      </dsp:txXfrm>
    </dsp:sp>
    <dsp:sp modelId="{BF92FECB-3301-43E8-BFFE-EE0DD5A4DEBC}">
      <dsp:nvSpPr>
        <dsp:cNvPr id="0" name=""/>
        <dsp:cNvSpPr/>
      </dsp:nvSpPr>
      <dsp:spPr>
        <a:xfrm rot="10800000">
          <a:off x="3791815" y="220092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 rot="10800000">
        <a:off x="3888191" y="2276084"/>
        <a:ext cx="224876" cy="225482"/>
      </dsp:txXfrm>
    </dsp:sp>
    <dsp:sp modelId="{A250BC37-F7FB-4325-8C97-FF661ED86A47}">
      <dsp:nvSpPr>
        <dsp:cNvPr id="0" name=""/>
        <dsp:cNvSpPr/>
      </dsp:nvSpPr>
      <dsp:spPr>
        <a:xfrm>
          <a:off x="2124941" y="1934224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Predicción final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2151571" y="1960854"/>
        <a:ext cx="1462080" cy="85594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EC576-4171-4CC3-BF1B-953B2FA22700}">
      <dsp:nvSpPr>
        <dsp:cNvPr id="0" name=""/>
        <dsp:cNvSpPr/>
      </dsp:nvSpPr>
      <dsp:spPr>
        <a:xfrm>
          <a:off x="-4852252" y="-743618"/>
          <a:ext cx="5779202" cy="5779202"/>
        </a:xfrm>
        <a:prstGeom prst="blockArc">
          <a:avLst>
            <a:gd name="adj1" fmla="val 18900000"/>
            <a:gd name="adj2" fmla="val 2700000"/>
            <a:gd name="adj3" fmla="val 374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855433-5A8D-4483-A759-30931340F3D5}">
      <dsp:nvSpPr>
        <dsp:cNvPr id="0" name=""/>
        <dsp:cNvSpPr/>
      </dsp:nvSpPr>
      <dsp:spPr>
        <a:xfrm>
          <a:off x="405603" y="268162"/>
          <a:ext cx="4050703" cy="5366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>
              <a:solidFill>
                <a:schemeClr val="tx1"/>
              </a:solidFill>
            </a:rPr>
            <a:t>Tiene sus variantes, pero en forma general el Boosting tiene los siguientes pasos: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405603" y="268162"/>
        <a:ext cx="4050703" cy="536667"/>
      </dsp:txXfrm>
    </dsp:sp>
    <dsp:sp modelId="{8AC6C111-2D37-4447-9734-48F4E83F3335}">
      <dsp:nvSpPr>
        <dsp:cNvPr id="0" name=""/>
        <dsp:cNvSpPr/>
      </dsp:nvSpPr>
      <dsp:spPr>
        <a:xfrm>
          <a:off x="70186" y="201078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24CF3-E2F5-4373-A94E-97A8602C77F8}">
      <dsp:nvSpPr>
        <dsp:cNvPr id="0" name=""/>
        <dsp:cNvSpPr/>
      </dsp:nvSpPr>
      <dsp:spPr>
        <a:xfrm>
          <a:off x="790163" y="1072905"/>
          <a:ext cx="3666143" cy="5366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>
              <a:solidFill>
                <a:schemeClr val="tx1"/>
              </a:solidFill>
            </a:rPr>
            <a:t>Se entrenan varios árboles de decisión con conjuntos aleatorios de datos. De forma individual.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790163" y="1072905"/>
        <a:ext cx="3666143" cy="536667"/>
      </dsp:txXfrm>
    </dsp:sp>
    <dsp:sp modelId="{334DBF4F-D853-462C-A4DC-97900D405298}">
      <dsp:nvSpPr>
        <dsp:cNvPr id="0" name=""/>
        <dsp:cNvSpPr/>
      </dsp:nvSpPr>
      <dsp:spPr>
        <a:xfrm>
          <a:off x="454746" y="1005822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76D0D-B992-42B5-8C05-5792E209AB77}">
      <dsp:nvSpPr>
        <dsp:cNvPr id="0" name=""/>
        <dsp:cNvSpPr/>
      </dsp:nvSpPr>
      <dsp:spPr>
        <a:xfrm>
          <a:off x="908192" y="1790698"/>
          <a:ext cx="3548114" cy="7105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>
              <a:solidFill>
                <a:schemeClr val="tx1"/>
              </a:solidFill>
            </a:rPr>
            <a:t>Se le asigna la misma ponderación a cada set de datos de entrenamiento y se aplica al primer modelo de ML, llamado “Modelo Base”.</a:t>
          </a:r>
        </a:p>
      </dsp:txBody>
      <dsp:txXfrm>
        <a:off x="908192" y="1790698"/>
        <a:ext cx="3548114" cy="710569"/>
      </dsp:txXfrm>
    </dsp:sp>
    <dsp:sp modelId="{F2DDF3BC-8BFE-42D3-8DD0-C86FEA9977DB}">
      <dsp:nvSpPr>
        <dsp:cNvPr id="0" name=""/>
        <dsp:cNvSpPr/>
      </dsp:nvSpPr>
      <dsp:spPr>
        <a:xfrm>
          <a:off x="572775" y="1810565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C6FAF-C790-44AB-B961-A6DFB61D201A}">
      <dsp:nvSpPr>
        <dsp:cNvPr id="0" name=""/>
        <dsp:cNvSpPr/>
      </dsp:nvSpPr>
      <dsp:spPr>
        <a:xfrm>
          <a:off x="790163" y="2682392"/>
          <a:ext cx="3666143" cy="5366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>
              <a:solidFill>
                <a:schemeClr val="tx1"/>
              </a:solidFill>
            </a:rPr>
            <a:t>El modelo hace predicciones a cada conjunto de datos.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790163" y="2682392"/>
        <a:ext cx="3666143" cy="536667"/>
      </dsp:txXfrm>
    </dsp:sp>
    <dsp:sp modelId="{5617DC7E-7F96-4C2B-BC8C-903DF0360FA4}">
      <dsp:nvSpPr>
        <dsp:cNvPr id="0" name=""/>
        <dsp:cNvSpPr/>
      </dsp:nvSpPr>
      <dsp:spPr>
        <a:xfrm>
          <a:off x="454746" y="2615309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BA743-6265-4756-A9A1-DE4E880CCC3B}">
      <dsp:nvSpPr>
        <dsp:cNvPr id="0" name=""/>
        <dsp:cNvSpPr/>
      </dsp:nvSpPr>
      <dsp:spPr>
        <a:xfrm>
          <a:off x="405603" y="3487136"/>
          <a:ext cx="4050703" cy="53666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>
              <a:solidFill>
                <a:schemeClr val="tx1"/>
              </a:solidFill>
            </a:rPr>
            <a:t>El algoritmo de Boosting evalúa las predicciones y aumenta la ponderación de las muestras que presenten un error más significativo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405603" y="3487136"/>
        <a:ext cx="4050703" cy="536667"/>
      </dsp:txXfrm>
    </dsp:sp>
    <dsp:sp modelId="{EC34FEA7-60A6-4D3E-91BB-18558254F49B}">
      <dsp:nvSpPr>
        <dsp:cNvPr id="0" name=""/>
        <dsp:cNvSpPr/>
      </dsp:nvSpPr>
      <dsp:spPr>
        <a:xfrm>
          <a:off x="70186" y="3420053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CB7B9-E638-4F35-8A59-16B8F4501F8B}">
      <dsp:nvSpPr>
        <dsp:cNvPr id="0" name=""/>
        <dsp:cNvSpPr/>
      </dsp:nvSpPr>
      <dsp:spPr>
        <a:xfrm>
          <a:off x="-4339490" y="-665664"/>
          <a:ext cx="5170078" cy="5170078"/>
        </a:xfrm>
        <a:prstGeom prst="blockArc">
          <a:avLst>
            <a:gd name="adj1" fmla="val 18900000"/>
            <a:gd name="adj2" fmla="val 2700000"/>
            <a:gd name="adj3" fmla="val 418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EC1370-D3F5-47C4-A711-C5D0996BDE46}">
      <dsp:nvSpPr>
        <dsp:cNvPr id="0" name=""/>
        <dsp:cNvSpPr/>
      </dsp:nvSpPr>
      <dsp:spPr>
        <a:xfrm>
          <a:off x="435124" y="295123"/>
          <a:ext cx="3467403" cy="5905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400" b="1" kern="1200" dirty="0">
              <a:solidFill>
                <a:schemeClr val="tx1"/>
              </a:solidFill>
            </a:rPr>
            <a:t>También asigna una ponderación basada en el rendimiento del modelo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435124" y="295123"/>
        <a:ext cx="3467403" cy="590553"/>
      </dsp:txXfrm>
    </dsp:sp>
    <dsp:sp modelId="{F51EA144-DF25-43F0-84B9-A52795F0184C}">
      <dsp:nvSpPr>
        <dsp:cNvPr id="0" name=""/>
        <dsp:cNvSpPr/>
      </dsp:nvSpPr>
      <dsp:spPr>
        <a:xfrm>
          <a:off x="66028" y="221303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7F7E5-E1BB-4B0A-B0D1-D21809EDD64B}">
      <dsp:nvSpPr>
        <dsp:cNvPr id="0" name=""/>
        <dsp:cNvSpPr/>
      </dsp:nvSpPr>
      <dsp:spPr>
        <a:xfrm>
          <a:off x="773702" y="1181106"/>
          <a:ext cx="3128825" cy="5905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Un modelo con pocos o ningún error tendrá una ponderación mucho más alta que los demás</a:t>
          </a:r>
        </a:p>
      </dsp:txBody>
      <dsp:txXfrm>
        <a:off x="773702" y="1181106"/>
        <a:ext cx="3128825" cy="590553"/>
      </dsp:txXfrm>
    </dsp:sp>
    <dsp:sp modelId="{DAA9BEEB-4657-436C-B6F1-273E697E5044}">
      <dsp:nvSpPr>
        <dsp:cNvPr id="0" name=""/>
        <dsp:cNvSpPr/>
      </dsp:nvSpPr>
      <dsp:spPr>
        <a:xfrm>
          <a:off x="404606" y="1107287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57DE67-65D6-4523-AA63-C9B542ACFF51}">
      <dsp:nvSpPr>
        <dsp:cNvPr id="0" name=""/>
        <dsp:cNvSpPr/>
      </dsp:nvSpPr>
      <dsp:spPr>
        <a:xfrm>
          <a:off x="773702" y="2067089"/>
          <a:ext cx="3128825" cy="5905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solidFill>
                <a:schemeClr val="tx1"/>
              </a:solidFill>
            </a:rPr>
            <a:t>El algoritmo pasa los datos ponderados al siguiente árbol de decisión</a:t>
          </a:r>
          <a:endParaRPr lang="es-ES" sz="1400" b="1" kern="1200" dirty="0">
            <a:solidFill>
              <a:schemeClr val="tx1"/>
            </a:solidFill>
          </a:endParaRPr>
        </a:p>
      </dsp:txBody>
      <dsp:txXfrm>
        <a:off x="773702" y="2067089"/>
        <a:ext cx="3128825" cy="590553"/>
      </dsp:txXfrm>
    </dsp:sp>
    <dsp:sp modelId="{81B19D78-0D19-4C45-8CC9-69FAF00B6AD7}">
      <dsp:nvSpPr>
        <dsp:cNvPr id="0" name=""/>
        <dsp:cNvSpPr/>
      </dsp:nvSpPr>
      <dsp:spPr>
        <a:xfrm>
          <a:off x="404606" y="1993270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77433-2CA2-4FB5-B4B5-3FE4239218C3}">
      <dsp:nvSpPr>
        <dsp:cNvPr id="0" name=""/>
        <dsp:cNvSpPr/>
      </dsp:nvSpPr>
      <dsp:spPr>
        <a:xfrm>
          <a:off x="435124" y="2953072"/>
          <a:ext cx="3467403" cy="5905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solidFill>
                <a:schemeClr val="tx1"/>
              </a:solidFill>
            </a:rPr>
            <a:t>El algoritmo repite los pasos del 4 al 7 hasta que el error de entrenamiento esté por debajo de lo aceptado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435124" y="2953072"/>
        <a:ext cx="3467403" cy="590553"/>
      </dsp:txXfrm>
    </dsp:sp>
    <dsp:sp modelId="{932E6561-4B00-49E4-8744-35509C7B87DC}">
      <dsp:nvSpPr>
        <dsp:cNvPr id="0" name=""/>
        <dsp:cNvSpPr/>
      </dsp:nvSpPr>
      <dsp:spPr>
        <a:xfrm>
          <a:off x="66028" y="2879253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B49D9-F3E7-49BC-BD46-C9FB7448F11B}">
      <dsp:nvSpPr>
        <dsp:cNvPr id="0" name=""/>
        <dsp:cNvSpPr/>
      </dsp:nvSpPr>
      <dsp:spPr>
        <a:xfrm>
          <a:off x="446591" y="0"/>
          <a:ext cx="1797895" cy="78790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Ventajas</a:t>
          </a:r>
          <a:r>
            <a:rPr lang="es-ES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s-AR" sz="24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69668" y="23077"/>
        <a:ext cx="1751741" cy="741754"/>
      </dsp:txXfrm>
    </dsp:sp>
    <dsp:sp modelId="{49141FF1-B2E1-4C69-A1AA-7A21904FFE90}">
      <dsp:nvSpPr>
        <dsp:cNvPr id="0" name=""/>
        <dsp:cNvSpPr/>
      </dsp:nvSpPr>
      <dsp:spPr>
        <a:xfrm>
          <a:off x="2495152" y="0"/>
          <a:ext cx="1797895" cy="787908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Desventajas</a:t>
          </a:r>
          <a:endParaRPr lang="es-AR" sz="2400" b="1" i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518229" y="23077"/>
        <a:ext cx="1751741" cy="741754"/>
      </dsp:txXfrm>
    </dsp:sp>
    <dsp:sp modelId="{303F69B0-54A5-4E79-8000-D81C97B74E50}">
      <dsp:nvSpPr>
        <dsp:cNvPr id="0" name=""/>
        <dsp:cNvSpPr/>
      </dsp:nvSpPr>
      <dsp:spPr>
        <a:xfrm>
          <a:off x="2074354" y="3348609"/>
          <a:ext cx="590931" cy="590931"/>
        </a:xfrm>
        <a:prstGeom prst="triangle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8C03E01-8A72-4A98-B48D-6CE43CC10AC1}">
      <dsp:nvSpPr>
        <dsp:cNvPr id="0" name=""/>
        <dsp:cNvSpPr/>
      </dsp:nvSpPr>
      <dsp:spPr>
        <a:xfrm>
          <a:off x="429551" y="3101205"/>
          <a:ext cx="3880537" cy="239524"/>
        </a:xfrm>
        <a:prstGeom prst="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DAE429F-98D3-4161-A4F2-5D8A40BA6663}">
      <dsp:nvSpPr>
        <dsp:cNvPr id="0" name=""/>
        <dsp:cNvSpPr/>
      </dsp:nvSpPr>
      <dsp:spPr>
        <a:xfrm>
          <a:off x="2514000" y="2587489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Vulnerabilidad a datos atípicos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2537693" y="2611182"/>
        <a:ext cx="1712813" cy="437965"/>
      </dsp:txXfrm>
    </dsp:sp>
    <dsp:sp modelId="{21AF3671-ACAE-4282-94F1-337E76CFF537}">
      <dsp:nvSpPr>
        <dsp:cNvPr id="0" name=""/>
        <dsp:cNvSpPr/>
      </dsp:nvSpPr>
      <dsp:spPr>
        <a:xfrm>
          <a:off x="2514000" y="206431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00623"/>
                <a:satOff val="-2451"/>
                <a:lumOff val="107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00623"/>
                <a:satOff val="-2451"/>
                <a:lumOff val="107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00623"/>
                <a:satOff val="-2451"/>
                <a:lumOff val="107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Implementación en tiempo real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2537693" y="2088011"/>
        <a:ext cx="1712813" cy="437965"/>
      </dsp:txXfrm>
    </dsp:sp>
    <dsp:sp modelId="{9D9B1F66-960D-451A-AE81-39D1A545FB01}">
      <dsp:nvSpPr>
        <dsp:cNvPr id="0" name=""/>
        <dsp:cNvSpPr/>
      </dsp:nvSpPr>
      <dsp:spPr>
        <a:xfrm>
          <a:off x="2514000" y="154114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01247"/>
                <a:satOff val="-4901"/>
                <a:lumOff val="214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01247"/>
                <a:satOff val="-4901"/>
                <a:lumOff val="214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01247"/>
                <a:satOff val="-4901"/>
                <a:lumOff val="214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Se necesitan muchos árboles</a:t>
          </a:r>
        </a:p>
      </dsp:txBody>
      <dsp:txXfrm>
        <a:off x="2537693" y="1564841"/>
        <a:ext cx="1712813" cy="437965"/>
      </dsp:txXfrm>
    </dsp:sp>
    <dsp:sp modelId="{32203C8A-8256-45D7-AF31-2B64BB11F99D}">
      <dsp:nvSpPr>
        <dsp:cNvPr id="0" name=""/>
        <dsp:cNvSpPr/>
      </dsp:nvSpPr>
      <dsp:spPr>
        <a:xfrm>
          <a:off x="2514000" y="1008522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01870"/>
                <a:satOff val="-7352"/>
                <a:lumOff val="321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01870"/>
                <a:satOff val="-7352"/>
                <a:lumOff val="321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01870"/>
                <a:satOff val="-7352"/>
                <a:lumOff val="321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No estudia todas las características.</a:t>
          </a:r>
        </a:p>
      </dsp:txBody>
      <dsp:txXfrm>
        <a:off x="2537693" y="1032215"/>
        <a:ext cx="1712813" cy="437965"/>
      </dsp:txXfrm>
    </dsp:sp>
    <dsp:sp modelId="{32366EFF-E19B-4934-AC99-351105168C36}">
      <dsp:nvSpPr>
        <dsp:cNvPr id="0" name=""/>
        <dsp:cNvSpPr/>
      </dsp:nvSpPr>
      <dsp:spPr>
        <a:xfrm>
          <a:off x="465440" y="2587489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402493"/>
                <a:satOff val="-9802"/>
                <a:lumOff val="428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02493"/>
                <a:satOff val="-9802"/>
                <a:lumOff val="428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02493"/>
                <a:satOff val="-9802"/>
                <a:lumOff val="428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Fácil de implementación</a:t>
          </a:r>
        </a:p>
      </dsp:txBody>
      <dsp:txXfrm>
        <a:off x="489133" y="2611182"/>
        <a:ext cx="1712813" cy="437965"/>
      </dsp:txXfrm>
    </dsp:sp>
    <dsp:sp modelId="{E0228D86-6389-493C-A41F-BA0791FA427F}">
      <dsp:nvSpPr>
        <dsp:cNvPr id="0" name=""/>
        <dsp:cNvSpPr/>
      </dsp:nvSpPr>
      <dsp:spPr>
        <a:xfrm>
          <a:off x="465440" y="206431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01870"/>
                <a:satOff val="-7352"/>
                <a:lumOff val="321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01870"/>
                <a:satOff val="-7352"/>
                <a:lumOff val="321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01870"/>
                <a:satOff val="-7352"/>
                <a:lumOff val="321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Sesgo reducido</a:t>
          </a:r>
        </a:p>
      </dsp:txBody>
      <dsp:txXfrm>
        <a:off x="489133" y="2088011"/>
        <a:ext cx="1712813" cy="437965"/>
      </dsp:txXfrm>
    </dsp:sp>
    <dsp:sp modelId="{04F443C5-5AAD-4282-922D-3C9737035C7A}">
      <dsp:nvSpPr>
        <dsp:cNvPr id="0" name=""/>
        <dsp:cNvSpPr/>
      </dsp:nvSpPr>
      <dsp:spPr>
        <a:xfrm>
          <a:off x="465440" y="154114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01247"/>
                <a:satOff val="-4901"/>
                <a:lumOff val="214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01247"/>
                <a:satOff val="-4901"/>
                <a:lumOff val="214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01247"/>
                <a:satOff val="-4901"/>
                <a:lumOff val="214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Eficacia computacional</a:t>
          </a:r>
        </a:p>
      </dsp:txBody>
      <dsp:txXfrm>
        <a:off x="489133" y="1564841"/>
        <a:ext cx="1712813" cy="437965"/>
      </dsp:txXfrm>
    </dsp:sp>
    <dsp:sp modelId="{154A78B5-BEE5-4DC2-8015-472A9F6CC161}">
      <dsp:nvSpPr>
        <dsp:cNvPr id="0" name=""/>
        <dsp:cNvSpPr/>
      </dsp:nvSpPr>
      <dsp:spPr>
        <a:xfrm>
          <a:off x="465440" y="1008522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00623"/>
                <a:satOff val="-2451"/>
                <a:lumOff val="107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00623"/>
                <a:satOff val="-2451"/>
                <a:lumOff val="107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00623"/>
                <a:satOff val="-2451"/>
                <a:lumOff val="107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Poca variabilidad</a:t>
          </a:r>
          <a:endParaRPr lang="es-AR" sz="1100" b="1" kern="1200" dirty="0">
            <a:solidFill>
              <a:schemeClr val="tx1"/>
            </a:solidFill>
          </a:endParaRPr>
        </a:p>
      </dsp:txBody>
      <dsp:txXfrm>
        <a:off x="489133" y="1032215"/>
        <a:ext cx="1712813" cy="43796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2118C-49CC-404E-9970-F8D1981C5ABE}">
      <dsp:nvSpPr>
        <dsp:cNvPr id="0" name=""/>
        <dsp:cNvSpPr/>
      </dsp:nvSpPr>
      <dsp:spPr>
        <a:xfrm>
          <a:off x="-4281101" y="-656788"/>
          <a:ext cx="5100716" cy="5100716"/>
        </a:xfrm>
        <a:prstGeom prst="blockArc">
          <a:avLst>
            <a:gd name="adj1" fmla="val 18900000"/>
            <a:gd name="adj2" fmla="val 2700000"/>
            <a:gd name="adj3" fmla="val 423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C56976-27DF-440A-B51F-3B164895A343}">
      <dsp:nvSpPr>
        <dsp:cNvPr id="0" name=""/>
        <dsp:cNvSpPr/>
      </dsp:nvSpPr>
      <dsp:spPr>
        <a:xfrm>
          <a:off x="429395" y="291155"/>
          <a:ext cx="7033427" cy="5826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AR" sz="1800" b="1" kern="1200" dirty="0"/>
            <a:t>Clasificador compuesto de varios clasificadores.</a:t>
          </a:r>
        </a:p>
      </dsp:txBody>
      <dsp:txXfrm>
        <a:off x="429395" y="291155"/>
        <a:ext cx="7033427" cy="582613"/>
      </dsp:txXfrm>
    </dsp:sp>
    <dsp:sp modelId="{7C102AB7-E5B2-4B28-B091-3596FA017B62}">
      <dsp:nvSpPr>
        <dsp:cNvPr id="0" name=""/>
        <dsp:cNvSpPr/>
      </dsp:nvSpPr>
      <dsp:spPr>
        <a:xfrm>
          <a:off x="65261" y="218328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300293E-14AB-4EC2-92B2-79B8BA2E7B1D}">
      <dsp:nvSpPr>
        <dsp:cNvPr id="0" name=""/>
        <dsp:cNvSpPr/>
      </dsp:nvSpPr>
      <dsp:spPr>
        <a:xfrm>
          <a:off x="763421" y="1165227"/>
          <a:ext cx="6699401" cy="582613"/>
        </a:xfrm>
        <a:prstGeom prst="rect">
          <a:avLst/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Cada clasificador que lo compone se entrena sobre el conjunto de datos.</a:t>
          </a:r>
          <a:endParaRPr lang="es-MX" sz="1800" b="1" kern="1200" dirty="0"/>
        </a:p>
      </dsp:txBody>
      <dsp:txXfrm>
        <a:off x="763421" y="1165227"/>
        <a:ext cx="6699401" cy="582613"/>
      </dsp:txXfrm>
    </dsp:sp>
    <dsp:sp modelId="{DBEE889F-3758-44AC-A723-728D396DD06C}">
      <dsp:nvSpPr>
        <dsp:cNvPr id="0" name=""/>
        <dsp:cNvSpPr/>
      </dsp:nvSpPr>
      <dsp:spPr>
        <a:xfrm>
          <a:off x="399287" y="1092400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903533"/>
              <a:satOff val="33333"/>
              <a:lumOff val="-49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C14B376-604D-49D5-8838-57D32CA0089C}">
      <dsp:nvSpPr>
        <dsp:cNvPr id="0" name=""/>
        <dsp:cNvSpPr/>
      </dsp:nvSpPr>
      <dsp:spPr>
        <a:xfrm>
          <a:off x="763421" y="2039299"/>
          <a:ext cx="6699401" cy="582613"/>
        </a:xfrm>
        <a:prstGeom prst="rect">
          <a:avLst/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El clasificador de “voting” final simplemente elige la clase que tuvo “más votos” de parte de los clasificadores que lo componen.</a:t>
          </a:r>
          <a:endParaRPr lang="es-MX" sz="1800" b="1" kern="1200" dirty="0"/>
        </a:p>
      </dsp:txBody>
      <dsp:txXfrm>
        <a:off x="763421" y="2039299"/>
        <a:ext cx="6699401" cy="582613"/>
      </dsp:txXfrm>
    </dsp:sp>
    <dsp:sp modelId="{1384A7CC-F4F1-44D0-89D7-EFC473062C90}">
      <dsp:nvSpPr>
        <dsp:cNvPr id="0" name=""/>
        <dsp:cNvSpPr/>
      </dsp:nvSpPr>
      <dsp:spPr>
        <a:xfrm>
          <a:off x="399287" y="1966472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1807066"/>
              <a:satOff val="66667"/>
              <a:lumOff val="-98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0E81C4B-B92E-46E3-BC25-A83AB1712589}">
      <dsp:nvSpPr>
        <dsp:cNvPr id="0" name=""/>
        <dsp:cNvSpPr/>
      </dsp:nvSpPr>
      <dsp:spPr>
        <a:xfrm>
          <a:off x="429395" y="2913371"/>
          <a:ext cx="7033427" cy="582613"/>
        </a:xfrm>
        <a:prstGeom prst="rec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La votación puede ser “hard” (simplemente se cuenta la cantidad de votos para una clase) o “soft” (se usa la probabilidad).</a:t>
          </a:r>
          <a:endParaRPr lang="es-MX" sz="1800" b="1" kern="1200" dirty="0"/>
        </a:p>
      </dsp:txBody>
      <dsp:txXfrm>
        <a:off x="429395" y="2913371"/>
        <a:ext cx="7033427" cy="582613"/>
      </dsp:txXfrm>
    </dsp:sp>
    <dsp:sp modelId="{B8112DE9-27DA-4C24-99F4-4631E9904082}">
      <dsp:nvSpPr>
        <dsp:cNvPr id="0" name=""/>
        <dsp:cNvSpPr/>
      </dsp:nvSpPr>
      <dsp:spPr>
        <a:xfrm>
          <a:off x="65261" y="2840544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60452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260452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e3ad8761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e3ad8761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c68f6eefd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c68f6eefd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8a6aaec1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8a6aaec1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8a6aaec1f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8a6aaec1f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a6aaec1f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a6aaec1f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8a6aaec1f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8a6aaec1f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a6aaec1f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a6aaec1f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needs graphviz installed which isn’t a minor detail to do (https://bobswift.atlassian.net/wiki/spaces/GVIZ/pages/20971549/How+to+install+Graphviz+software)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a6aaec1f3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a6aaec1f3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a6aaec1f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a6aaec1f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8a6aaec1f3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8a6aaec1f3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a6aaec1f3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a6aaec1f3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a6aaec1f3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a6aaec1f3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a6aaec1f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a6aaec1f3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a6aaec1f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a6aaec1f3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8a6aaec1f3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8a6aaec1f3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8a6aaec1f3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8a6aaec1f3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8a6aaec1f3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8a6aaec1f3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8a6aaec1f3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8a6aaec1f3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a6aaec1f3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a6aaec1f3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a6aaec1f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8a6aaec1f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8a6aaec1f3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8a6aaec1f3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a6aaec1f3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a6aaec1f3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8a6aaec1f3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8a6aaec1f3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e4792d88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e4792d88b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valor de epsilon viene dado por el error (clasificador débil con error chico) y alpha dado por el modelo de boosting (en este caso adaboost)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8a6aaec1f3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8a6aaec1f3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8a6aaec1f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8a6aaec1f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8a6aaec1f3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8a6aaec1f3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5c9ef9bbd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5c9ef9bbd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60CAA-2671-6DAD-09F6-FFB4DDF6C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BA51F6-AAB5-6A1C-11F2-E93573F38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1C464F-6308-75B1-991A-B8C800B1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204EFA-9073-E7DA-30CC-641278E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CBBBE1-E969-292D-44D5-B5D35052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34710CD5-B78C-7E84-F36C-29DC4D765AD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C3E1D5-81EA-712D-D39F-2E8146E9EABF}"/>
              </a:ext>
            </a:extLst>
          </p:cNvPr>
          <p:cNvSpPr txBox="1"/>
          <p:nvPr userDrawn="1"/>
        </p:nvSpPr>
        <p:spPr>
          <a:xfrm>
            <a:off x="3261636" y="25044"/>
            <a:ext cx="536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Ciencia</a:t>
            </a:r>
            <a:r>
              <a:rPr lang="en-US" sz="2475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2475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BigData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514350"/>
            <a:endParaRPr lang="en-US" sz="1125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307480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89506-4CBA-879C-4BF0-BF5EC615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6C2D9-E9F2-01A3-CC90-72B6EA24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22EDC4-5AE8-F47B-2992-FA95F9E3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149220-F1EB-CFDD-C3E2-ADEF33E5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3A12CA-D187-FC93-D655-AB61BA83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429069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D9553-EC63-9105-8C0F-E6C52241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63C19C-A9BB-8FC2-EF0A-D96929626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93529-23A7-0D17-E95D-4408B627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62DDE2-F818-3F8A-34A2-886C19BA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F72234-20D8-4DC3-09E8-BC857620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893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B5E38-1FDF-1565-D6D6-90A1CF5A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55331C-5EEA-17DA-EA19-2CBC4DC2A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E34ECA-B1F4-0633-97AD-123AC61F3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7862B8-7697-677F-CC8D-D2DD7220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F74DCC-C28F-66C3-D339-4CCCC1B4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AC8F66-ACD4-D28D-2836-27017754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39987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A2D3-6620-1514-1BB1-64898A923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F4AB68-73C6-6DD3-C301-B02F0934A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23CBC5-7FB7-E3B3-B80B-F76449D97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AFCC9D-4855-B199-8AC4-730372396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7ED86F-E9CB-7CDD-F1F1-82F2CE765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94385-9E8C-8AB2-DFD9-AE94E534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2FDC04-2868-3D3B-21C7-08BB0856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8EB1C9-51EE-1118-6A43-14319805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16154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63069-C325-EE6D-41EB-51D1F625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C591EB-F478-86C0-E9F5-D03590F8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A916E4-859F-BE1E-688C-F272E9C5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5F0443-2882-1FD8-18FB-A1128A52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2830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1414CB-0376-6E5C-5B79-9CD51A01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C43232-45C6-195F-EC51-DCFC2EEB4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ABAE22-DFE4-FC56-14A7-EB1A8ED3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50286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9C025-1295-A78B-A766-7E078D02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8AE9C7-5319-E30E-13BC-5D79F430B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3E6A6E-FDA0-AC2E-9D81-50976550F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EA0AA5-D8FF-BE5D-DA4C-268E56C3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949920-CCB8-3B85-3D0A-2845CECD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8DBAC0-AA70-0A71-6E90-E64B1D16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4074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F2765-7E3B-EFA8-4F66-CDC94EC1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C1E0B2-86BB-DDFE-5FF3-E3ABC7F5D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6FD9D5-8A63-1820-718F-271743CB4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46A939-4A50-CA6E-EA35-D5A0BC45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A67942-8F16-80A7-A3D6-950A52C1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67159F-A977-6ED3-B7BA-9C045603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93687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06CB1-B17E-4E9E-231A-CB10F6A8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2E1F16-6B1F-8D12-18D0-FB7CCA2FA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D3C8F-8DB4-EA97-F9C7-08BACDC8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C07C3F-7480-2CDB-888E-0EDB4A87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8C2288-EFD7-F004-6E7A-480E13EC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68333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E62A70-EEAF-2822-9E28-730969CB9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6DF831-DF0D-25B3-A718-E09E9739B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15FDCA-4394-3590-03C4-C87AD96C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17251B-D10E-F4B0-B1FE-6F5CA778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3AE074-33F4-E703-1648-B59E6774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60274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3248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343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6599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24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9C3F89-4129-1905-6E32-764F34A9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F1215F-B778-3B63-87FB-745E0BCF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96403-A607-6BEB-7F27-F98B1F112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F289B5-FE58-AAF0-D81F-BE416A164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8EC4B9-5FCE-0107-41B6-1DCB0204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9A17538E-6E1B-6470-86EF-DDBD437D5363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5607D2-19A6-A8AD-B4A2-A3CC4033D42E}"/>
              </a:ext>
            </a:extLst>
          </p:cNvPr>
          <p:cNvSpPr txBox="1"/>
          <p:nvPr userDrawn="1"/>
        </p:nvSpPr>
        <p:spPr>
          <a:xfrm>
            <a:off x="3261636" y="25044"/>
            <a:ext cx="536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Ciencia</a:t>
            </a:r>
            <a:r>
              <a:rPr lang="en-US" sz="2475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2475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2475" dirty="0" err="1">
                <a:latin typeface="Arial" panose="020B0604020202020204" pitchFamily="34" charset="0"/>
                <a:cs typeface="Arial" panose="020B0604020202020204" pitchFamily="34" charset="0"/>
              </a:rPr>
              <a:t>BigData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514350"/>
            <a:endParaRPr lang="en-US" sz="1125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1177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l-playground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NULL"/><Relationship Id="rId3" Type="http://schemas.openxmlformats.org/officeDocument/2006/relationships/diagramData" Target="../diagrams/data9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8.xml"/><Relationship Id="rId11" Type="http://schemas.openxmlformats.org/officeDocument/2006/relationships/diagramColors" Target="NUL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NULL"/><Relationship Id="rId4" Type="http://schemas.openxmlformats.org/officeDocument/2006/relationships/diagramLayout" Target="../diagrams/layout8.xml"/><Relationship Id="rId9" Type="http://schemas.openxmlformats.org/officeDocument/2006/relationships/diagramLayout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0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0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5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4.xml"/><Relationship Id="rId9" Type="http://schemas.openxmlformats.org/officeDocument/2006/relationships/hyperlink" Target="http://media.nips.cc/Conferences/2007/Tutorials/Slides/schapire-NIPS-07-tutorial.pdf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ml-playground.com/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153948" y="1729828"/>
            <a:ext cx="7099300" cy="12347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Aprendizaje Supervisado</a:t>
            </a:r>
            <a:br>
              <a:rPr lang="en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4ABDEC6-B8F4-DCD6-B281-9101D5345131}"/>
              </a:ext>
            </a:extLst>
          </p:cNvPr>
          <p:cNvSpPr txBox="1"/>
          <p:nvPr/>
        </p:nvSpPr>
        <p:spPr>
          <a:xfrm>
            <a:off x="1663818" y="2889680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Tercera Clase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230117" y="125135"/>
            <a:ext cx="6683765" cy="96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Contenido de la Tercera Clase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sz="half" idx="1"/>
          </p:nvPr>
        </p:nvSpPr>
        <p:spPr>
          <a:xfrm>
            <a:off x="1211581" y="1033106"/>
            <a:ext cx="3592016" cy="3985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</a:t>
            </a:r>
            <a:r>
              <a:rPr 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al ML</a:t>
            </a:r>
            <a:endParaRPr lang="en" sz="1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Etapas en la aplicación del ML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 y Polinomial,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Perceptrón.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95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Machines.</a:t>
            </a:r>
            <a:endParaRPr sz="195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SVC/SVR.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 no linealmente separables.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Función de costo.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6ACDF76-FE19-B87C-A303-BC16DF354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6443" y="1085803"/>
            <a:ext cx="3592016" cy="39281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Redes neuronales multicapa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Sistemas de recomendación.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Filtrado colaborativo.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“Buenas” prácticas en la aplicación de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265500" y="929274"/>
            <a:ext cx="5472360" cy="2080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Árboles de decisión</a:t>
            </a:r>
            <a:endParaRPr sz="40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xfrm>
            <a:off x="1104900" y="347941"/>
            <a:ext cx="4016429" cy="5461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Aft>
                <a:spcPts val="0"/>
              </a:spcAft>
            </a:pPr>
            <a:r>
              <a:rPr lang="es-AR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</a:p>
        </p:txBody>
      </p:sp>
      <p:sp>
        <p:nvSpPr>
          <p:cNvPr id="184" name="Google Shape;184;p32"/>
          <p:cNvSpPr txBox="1">
            <a:spLocks noGrp="1"/>
          </p:cNvSpPr>
          <p:nvPr>
            <p:ph sz="half" idx="1"/>
          </p:nvPr>
        </p:nvSpPr>
        <p:spPr>
          <a:xfrm>
            <a:off x="192300" y="843202"/>
            <a:ext cx="4929029" cy="406216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Autofit/>
          </a:bodyPr>
          <a:lstStyle/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 a diferenciar los datos en base a reglas de decisión.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nodos del árbol representan las reglas. Las hojas asignan la clase o el valor.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árbol se particiona recursivamente. Para obtener el resultado, simplemente se siguen los nodos de decisión de acuerdo a los datos y se asigna la clase final.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algoritmo de “caja blanca”, ya que puede visualizarse fácilmente e interpretarse por los humanos (a diferencia de un algoritmo de “caja negra” como son las redes neuronales).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buenos con datos de mucha dimensionalidad (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dimensional data)</a:t>
            </a: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E6033BB3-9AAE-7400-1881-226096EFE8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1929186"/>
              </p:ext>
            </p:extLst>
          </p:nvPr>
        </p:nvGraphicFramePr>
        <p:xfrm>
          <a:off x="5121329" y="1013460"/>
          <a:ext cx="3919962" cy="406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0775016-3B2B-4819-A79A-3FD622A18C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3F0D7D3-647B-4FBB-9C31-AC25CF2F21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27340D-4E49-45E0-91A8-E1DDAB6F21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330B9E3-7EA6-4B30-817B-2BB21ED317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DE700D-E91E-427D-870E-8544098C19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C3B909-15F8-4B89-A105-2D7BA6115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29C9BA6-4C65-4142-A6DC-5F37A0C983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E1A3D29-30B7-4A38-8275-587E9EC654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429214-FC9A-4A57-A239-046B12C03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F387AD-D2F3-44BE-BF06-C27AEDD07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6BB480A-AFEB-435C-BF6F-D49701986C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2D5A47F-A428-4EE0-AA9E-8EADA2D455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8AA5EFA-A769-4787-BF1B-867AEDF77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5828FF3-3DF0-4531-9817-EE11BBD2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95BC3E-DAEB-47C1-BB24-8C6CC6E760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86260EC-EB22-4F25-8FD5-B5806DCA93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AD936E3-6678-43FF-9977-6679F79E93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03A9B0E-90D8-4BED-8CD2-C0CA55B232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4F5620-C9DC-4E67-A93C-A77EFAC80F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FDBD365-0A35-4271-8939-EDC54AEB4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CA3B9CF-CBCF-4D58-AA44-6EF7AE7577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527B8FC-D5DB-439F-B37F-AF9D265BB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148AB52-42FC-450B-B41E-CEC438FD1C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A4E02A-DEFB-4DBF-A23F-48DC6EEFF0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3A9A52-E0E6-488A-B59D-CD6DF7665D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9C364CC-BF29-4625-933F-62AE369AD0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AC6DE82-1246-4775-84F7-3377E25C95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C7F8E1E-23A0-458D-A07B-1CA549F8A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7A5A87A-F08D-4A9E-91BA-E4C1848830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D6FF4BA-3AD5-4C02-9946-19AB87955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5D7BD94-9619-43F7-A61C-402E3737E0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AD35B0-0F50-49D1-86F3-36B76CC55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DC187F4-1C24-4B3E-914E-3F699C4ACA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F76644A-BB96-483E-8E6C-E45F9974F0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C05D02F-EABA-4804-AD3A-D9E63A034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uiExpand="1" build="p"/>
      <p:bldGraphic spid="3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31E90-C50A-1A63-DEC8-7A674273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440" y="339091"/>
            <a:ext cx="7514035" cy="499109"/>
          </a:xfrm>
        </p:spPr>
        <p:txBody>
          <a:bodyPr>
            <a:normAutofit fontScale="90000"/>
          </a:bodyPr>
          <a:lstStyle/>
          <a:p>
            <a:r>
              <a:rPr lang="es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Construyendo árboles de decisión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04B47572-126D-89F5-75B1-0E367FA43E7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5644013"/>
                  </p:ext>
                </p:extLst>
              </p:nvPr>
            </p:nvGraphicFramePr>
            <p:xfrm>
              <a:off x="411480" y="838200"/>
              <a:ext cx="8511540" cy="42367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04B47572-126D-89F5-75B1-0E367FA43E7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5644013"/>
                  </p:ext>
                </p:extLst>
              </p:nvPr>
            </p:nvGraphicFramePr>
            <p:xfrm>
              <a:off x="411480" y="838200"/>
              <a:ext cx="8511540" cy="42367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591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8089E1-A71B-4FD9-ACD3-DE339D5EEA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C84B35-D21A-4A0C-B445-8DCE4BF803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272929-7CB5-4DA9-88B6-FFEC3FC358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EF65C8B-C8F2-44C4-83AC-F0F1055BA5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AE1BE0-06B4-4240-8C20-33BB63569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51842C-CF00-42C9-BBDA-41F601706A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F27628-96C2-41E4-9E42-83E41DF31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5F44496-0E61-4E1A-9E29-C6210C7A4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87B3837-AF25-43DF-A990-7F844FBFBC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C5C8FDD-648C-4876-890F-B26ACDAB9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C29AA5-016F-467E-9FC7-8F50BC5092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E5292C-6CA3-441C-966D-01E4BFDB3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58D391-A161-4B6D-9704-8FBC3932D5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5A2B8BA-9EA9-42AE-A14B-5C0A582378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7E0A3B7-A718-4515-B8A8-B42F34D9C9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52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decisión: Métodos de decisión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34"/>
          <p:cNvSpPr txBox="1">
            <a:spLocks noGrp="1"/>
          </p:cNvSpPr>
          <p:nvPr>
            <p:ph sz="half" idx="1"/>
          </p:nvPr>
        </p:nvSpPr>
        <p:spPr>
          <a:xfrm>
            <a:off x="302832" y="1219199"/>
            <a:ext cx="3671291" cy="3276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Definen la forma de particionar el conjunto de datos (es una heurística).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Buscan rankear cada atributo de acuerdo a ciertos parámetros.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criterios más populares son: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9A53DEF5-5F39-7F60-8575-DF6EAB263A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74878057"/>
              </p:ext>
            </p:extLst>
          </p:nvPr>
        </p:nvGraphicFramePr>
        <p:xfrm>
          <a:off x="3974123" y="1066799"/>
          <a:ext cx="4994031" cy="3974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EA2825F-E26F-4A13-9EE2-C5F6BD7BC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4EA2825F-E26F-4A13-9EE2-C5F6BD7BC0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E954D8F-29CA-4683-A052-6B120110A5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graphicEl>
                                              <a:dgm id="{1E954D8F-29CA-4683-A052-6B120110A5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0D316C7-0378-4C8A-B230-5EA5B48D73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graphicEl>
                                              <a:dgm id="{60D316C7-0378-4C8A-B230-5EA5B48D73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87CB698-8AF1-4D9C-A8EE-EEF019C27D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graphicEl>
                                              <a:dgm id="{987CB698-8AF1-4D9C-A8EE-EEF019C27D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9C5FA3-FD61-48E6-B112-A33A17C7F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6B9C5FA3-FD61-48E6-B112-A33A17C7F7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57792FF-62DA-439C-9971-B19F0305CF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graphicEl>
                                              <a:dgm id="{E57792FF-62DA-439C-9971-B19F0305CF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build="p"/>
      <p:bldGraphic spid="8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>
            <a:spLocks noGrp="1"/>
          </p:cNvSpPr>
          <p:nvPr>
            <p:ph type="title"/>
          </p:nvPr>
        </p:nvSpPr>
        <p:spPr>
          <a:xfrm>
            <a:off x="1050840" y="518558"/>
            <a:ext cx="8520600" cy="6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decisión: Cómo son las fronteras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203;p35"/>
          <p:cNvSpPr txBox="1"/>
          <p:nvPr/>
        </p:nvSpPr>
        <p:spPr>
          <a:xfrm>
            <a:off x="7509125" y="4760500"/>
            <a:ext cx="1635000" cy="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Imagen de Yisong Yue</a:t>
            </a:r>
            <a:endParaRPr sz="900"/>
          </a:p>
        </p:txBody>
      </p:sp>
      <p:cxnSp>
        <p:nvCxnSpPr>
          <p:cNvPr id="205" name="Google Shape;205;p35"/>
          <p:cNvCxnSpPr>
            <a:cxnSpLocks/>
            <a:stCxn id="10" idx="3"/>
          </p:cNvCxnSpPr>
          <p:nvPr/>
        </p:nvCxnSpPr>
        <p:spPr>
          <a:xfrm>
            <a:off x="3761155" y="3005226"/>
            <a:ext cx="1952357" cy="38562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" name="Google Shape;206;p35"/>
          <p:cNvSpPr txBox="1"/>
          <p:nvPr/>
        </p:nvSpPr>
        <p:spPr>
          <a:xfrm>
            <a:off x="3871650" y="2303615"/>
            <a:ext cx="1400700" cy="107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"Frontera de Decisión"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7DB78FC-8734-AA7C-A3B2-8B6070A6E6A5}"/>
              </a:ext>
            </a:extLst>
          </p:cNvPr>
          <p:cNvSpPr/>
          <p:nvPr/>
        </p:nvSpPr>
        <p:spPr>
          <a:xfrm>
            <a:off x="6611620" y="4760500"/>
            <a:ext cx="1019260" cy="32900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hlinkClick r:id="rId3"/>
              </a:rPr>
              <a:t>Link</a:t>
            </a:r>
            <a:endParaRPr lang="es-AR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A8B2B16-4519-2EEB-E7B4-782C8AE92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55" y="1567696"/>
            <a:ext cx="2880000" cy="287506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7033873-7587-E1D3-7CAD-1824E8C39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846" y="1623339"/>
            <a:ext cx="2880000" cy="2894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>
            <a:spLocks noGrp="1"/>
          </p:cNvSpPr>
          <p:nvPr>
            <p:ph type="title"/>
          </p:nvPr>
        </p:nvSpPr>
        <p:spPr>
          <a:xfrm>
            <a:off x="939830" y="610170"/>
            <a:ext cx="686305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Time (demo_8_trees)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6071430" cy="12412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  <a:endParaRPr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622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 Motivación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C65C20D2-38A5-4524-AF30-1AE5B6136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165542"/>
              </p:ext>
            </p:extLst>
          </p:nvPr>
        </p:nvGraphicFramePr>
        <p:xfrm>
          <a:off x="1112838" y="1137139"/>
          <a:ext cx="7513637" cy="3856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>
            <a:spLocks noGrp="1"/>
          </p:cNvSpPr>
          <p:nvPr>
            <p:ph type="title"/>
          </p:nvPr>
        </p:nvSpPr>
        <p:spPr>
          <a:xfrm>
            <a:off x="1090570" y="498805"/>
            <a:ext cx="6962860" cy="5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39"/>
          <p:cNvSpPr txBox="1">
            <a:spLocks noGrp="1"/>
          </p:cNvSpPr>
          <p:nvPr>
            <p:ph type="body" idx="1"/>
          </p:nvPr>
        </p:nvSpPr>
        <p:spPr>
          <a:xfrm>
            <a:off x="1090570" y="1473575"/>
            <a:ext cx="768005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modelo "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se constituye como un conjunto de diferentes modelos.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Habitualmente, un modelo "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es más preciso que los modelos que lo constituyen. Intuitivamente, esto se debe a que "dos aprenden mejor que uno" (Sinergia).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>
            <a:spLocks noGrp="1"/>
          </p:cNvSpPr>
          <p:nvPr>
            <p:ph type="title"/>
          </p:nvPr>
        </p:nvSpPr>
        <p:spPr>
          <a:xfrm>
            <a:off x="1112838" y="397121"/>
            <a:ext cx="7514035" cy="5407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 Aproximación de justificación </a:t>
            </a:r>
            <a:endParaRPr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03C5A3B1-B31C-E515-DB4D-7553420BA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544231"/>
              </p:ext>
            </p:extLst>
          </p:nvPr>
        </p:nvGraphicFramePr>
        <p:xfrm>
          <a:off x="703386" y="1078522"/>
          <a:ext cx="8194430" cy="3880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E1BE90C-295E-491E-82C8-7DE2913C83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DE1BE90C-295E-491E-82C8-7DE2913C83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0A11569-DAA6-46E0-8687-7657BB215B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graphicEl>
                                              <a:dgm id="{D0A11569-DAA6-46E0-8687-7657BB215B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7F9D33-1E02-4A68-89A9-E56FCEA754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277F9D33-1E02-4A68-89A9-E56FCEA754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ACA5A2-96A0-4755-BC50-5EB73851A1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EBACA5A2-96A0-4755-BC50-5EB73851A1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2518070-69FE-4197-9AB8-30C79427A2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D2518070-69FE-4197-9AB8-30C79427A2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2D9617B-551E-4124-BF49-1A19A7633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C2D9617B-551E-4124-BF49-1A19A7633B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>
            <a:spLocks noGrp="1"/>
          </p:cNvSpPr>
          <p:nvPr>
            <p:ph type="title"/>
          </p:nvPr>
        </p:nvSpPr>
        <p:spPr>
          <a:xfrm>
            <a:off x="998220" y="315924"/>
            <a:ext cx="8062680" cy="6441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 Aproximación de justificación 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Google Shape;239;p4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89660" y="1051560"/>
                <a:ext cx="7742640" cy="38557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hacer el ejemplo más concreto, consideremos:</a:t>
                </a:r>
              </a:p>
              <a:p>
                <a:pPr lvl="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MX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0.8 (probabilidad de acertar de todos los modelos)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MX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 (cantidad de modelos)</a:t>
                </a:r>
              </a:p>
              <a:p>
                <a:pPr marL="0" lvl="0" indent="0">
                  <a:spcBef>
                    <a:spcPts val="1000"/>
                  </a:spcBef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Entonces, (aplicando el cálculo de la binomial) </a:t>
                </a:r>
                <a:b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≥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s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s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</m:d>
                            </m:e>
                            <m:sup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 (la predicción de M es correcta) = </a:t>
                </a:r>
              </a:p>
              <a:p>
                <a:pPr marL="457200" lvl="1" indent="0">
                  <a:spcBef>
                    <a:spcPts val="1000"/>
                  </a:spcBef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Pr(al menos 3 de los 5 M</a:t>
                </a:r>
                <a:r>
                  <a:rPr lang="es-MX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predicen correctamente)</a:t>
                </a:r>
              </a:p>
              <a:p>
                <a:pPr marL="457200" lvl="1" indent="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0,8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0,2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s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0,8</m:t>
                          </m:r>
                        </m:e>
                        <m:sup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0,2</m:t>
                          </m:r>
                        </m:e>
                        <m:sup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s-AR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0,8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p>
                      </m:sSup>
                      <m:r>
                        <a:rPr lang="es-AR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0,2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s-AR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=0,942</m:t>
                      </m:r>
                    </m:oMath>
                  </m:oMathPara>
                </a14:m>
                <a:endParaRPr lang="es-MX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spcBef>
                    <a:spcPts val="1000"/>
                  </a:spcBef>
                  <a:buNone/>
                </a:pPr>
                <a:endParaRPr lang="es-MX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1000"/>
                  </a:spcAft>
                  <a:buNone/>
                </a:pPr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9" name="Google Shape;239;p4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89660" y="1051560"/>
                <a:ext cx="7742640" cy="3855719"/>
              </a:xfrm>
              <a:prstGeom prst="rect">
                <a:avLst/>
              </a:prstGeom>
              <a:blipFill>
                <a:blip r:embed="rId3"/>
                <a:stretch>
                  <a:fillRect l="-86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677247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</a:t>
            </a:r>
            <a:b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endParaRPr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99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9FC951C2-9CCA-8639-8781-250DD4C68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3829060"/>
              </p:ext>
            </p:extLst>
          </p:nvPr>
        </p:nvGraphicFramePr>
        <p:xfrm>
          <a:off x="890954" y="1113693"/>
          <a:ext cx="8077200" cy="3786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7BB89F5-35DA-4BC9-BF77-C8CD38860F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E7BB89F5-35DA-4BC9-BF77-C8CD38860F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14B1732-54EE-4279-AF30-41EBFAE74A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graphicEl>
                                              <a:dgm id="{314B1732-54EE-4279-AF30-41EBFAE74A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DDDD45B-751A-4FB9-82DE-2A697EC26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4DDDD45B-751A-4FB9-82DE-2A697EC266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2F71283-3D59-48CB-A9EB-E7D48288F5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D2F71283-3D59-48CB-A9EB-E7D48288F5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C3BB70C-5F4A-491E-8868-1E6935D515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FC3BB70C-5F4A-491E-8868-1E6935D515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5DC2D97-43D7-4E5E-9396-4480FE1886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graphicEl>
                                              <a:dgm id="{05DC2D97-43D7-4E5E-9396-4480FE1886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97742FB-EB58-4421-AB86-711CA90DF1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C97742FB-EB58-4421-AB86-711CA90DF1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C86920-B12E-4195-A9C9-6E43A9D8E3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graphicEl>
                                              <a:dgm id="{1FC86920-B12E-4195-A9C9-6E43A9D8E3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>
            <a:spLocks noGrp="1"/>
          </p:cNvSpPr>
          <p:nvPr>
            <p:ph type="title"/>
          </p:nvPr>
        </p:nvSpPr>
        <p:spPr>
          <a:xfrm>
            <a:off x="1078128" y="406032"/>
            <a:ext cx="7988330" cy="5677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 gráficamente (para árboles de decisión)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8" name="Google Shape;2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021" y="883664"/>
            <a:ext cx="6338851" cy="396274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4"/>
          <p:cNvSpPr txBox="1"/>
          <p:nvPr/>
        </p:nvSpPr>
        <p:spPr>
          <a:xfrm>
            <a:off x="7479675" y="4778875"/>
            <a:ext cx="1664400" cy="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Imagen de Hendrik Blockeel</a:t>
            </a:r>
            <a:endParaRPr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75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 para árboles de decisión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062C51B5-AD58-7309-0252-2B034AE1C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727837"/>
              </p:ext>
            </p:extLst>
          </p:nvPr>
        </p:nvGraphicFramePr>
        <p:xfrm>
          <a:off x="1112838" y="1090246"/>
          <a:ext cx="7513637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EABEDB-2CDE-4115-BFAF-14A097FCD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BD2619-C760-4798-B884-88D0F98D8B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1C18C59-BE51-4BE4-9854-182FDB3A80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47AC247-4F78-48EE-9FBA-A204B301B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3A7F5D3-D7CA-49F6-9241-841F245E41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82AAC52-D7CD-422F-8A83-A157B23E7D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lvl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6020630" cy="12880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</a:t>
            </a:r>
            <a:endParaRPr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7"/>
          <p:cNvSpPr txBox="1">
            <a:spLocks noGrp="1"/>
          </p:cNvSpPr>
          <p:nvPr>
            <p:ph type="title"/>
          </p:nvPr>
        </p:nvSpPr>
        <p:spPr>
          <a:xfrm>
            <a:off x="1050840" y="430224"/>
            <a:ext cx="6840940" cy="59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Google Shape;275;p47"/>
          <p:cNvSpPr txBox="1">
            <a:spLocks noGrp="1"/>
          </p:cNvSpPr>
          <p:nvPr>
            <p:ph type="body" idx="1"/>
          </p:nvPr>
        </p:nvSpPr>
        <p:spPr>
          <a:xfrm>
            <a:off x="1355640" y="1030175"/>
            <a:ext cx="7552140" cy="822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300"/>
              </a:spcAft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Random Forests son una modificación a Bagging para Árboles de Decisión. Para evitar la sobrecarga, se simplifican los modelos: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37E9639E-7C37-C28F-462F-22B593B7F714}"/>
                  </a:ext>
                </a:extLst>
              </p:cNvPr>
              <p:cNvGraphicFramePr/>
              <p:nvPr/>
            </p:nvGraphicFramePr>
            <p:xfrm>
              <a:off x="1423310" y="1852247"/>
              <a:ext cx="7484470" cy="314178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37E9639E-7C37-C28F-462F-22B593B7F7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35302600"/>
                  </p:ext>
                </p:extLst>
              </p:nvPr>
            </p:nvGraphicFramePr>
            <p:xfrm>
              <a:off x="1423310" y="1852247"/>
              <a:ext cx="7484470" cy="314178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43B90FD-158F-4075-8451-8883E8896F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C810C4-4FD3-4851-BCA3-A96D327A6E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CC102FB-C2BE-40F9-A4EC-92C1FB8BC7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2D2B90-9404-4FE8-9234-D8CDE9463C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2A3B4E-FA3F-4F6B-B8B7-9B72C521EA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3F36B7-028A-4F47-9497-B0BF9050E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build="p"/>
      <p:bldGraphic spid="4" grpId="0" uiExpand="1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753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018AAD31-BBC9-1C63-05E7-EED04BF3D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241758"/>
              </p:ext>
            </p:extLst>
          </p:nvPr>
        </p:nvGraphicFramePr>
        <p:xfrm>
          <a:off x="1112838" y="1089660"/>
          <a:ext cx="7513637" cy="3771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FEC403-1A3F-41A2-992E-AEA410938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54DE228-A25C-4676-A363-0E7402B167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C5BCB9D-B145-468D-9FB8-9D90D64238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22D9D4C-1136-489C-8AA3-9A375C9A41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3BC40CD-E02B-4BCF-A498-7EAC0CD61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FB295BB-827B-4188-93D2-E939785407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255F8AC-79FF-4366-A4C4-E9EE6FB9D6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>
            <a:spLocks noGrp="1"/>
          </p:cNvSpPr>
          <p:nvPr>
            <p:ph type="title"/>
          </p:nvPr>
        </p:nvSpPr>
        <p:spPr>
          <a:xfrm>
            <a:off x="863630" y="709230"/>
            <a:ext cx="6244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Time (demo_9_random_forest)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4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52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B07B9889-19EC-4061-9964-A13875E8A8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888947"/>
              </p:ext>
            </p:extLst>
          </p:nvPr>
        </p:nvGraphicFramePr>
        <p:xfrm>
          <a:off x="1112838" y="1066800"/>
          <a:ext cx="7772082" cy="3878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CCB76F5-34E7-4E49-931D-9284CF9278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D730D18-51FF-4DCA-B317-C9CB6313DB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F81039A-F059-49D9-9001-90B102DE2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1EBAAD6-AE5F-4B11-B903-E7C681FAE3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923072D-7D2F-481A-98A1-71923965A9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2147DB3-355C-44E7-A327-6508F8977B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AC2A103-A491-4601-A994-88BCE0B9A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0ACF57A-5DB5-4F08-BE88-DDCE994F76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2EAEA9E-447F-413E-8007-6A0265DAFF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6B75BC4-1F6E-4FA3-AF7A-F3CAF3AC3D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341CAC-D983-4B93-B3F9-FD9ADFF103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8417CBE-F26A-444B-AD1A-85BB4F96F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2F16A29-015C-407C-ADCD-23C7C99E1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F207D-1370-13B5-9F87-CE5FAFA1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252" y="308611"/>
            <a:ext cx="7514035" cy="514349"/>
          </a:xfrm>
        </p:spPr>
        <p:txBody>
          <a:bodyPr>
            <a:normAutofit fontScale="90000"/>
          </a:bodyPr>
          <a:lstStyle/>
          <a:p>
            <a:pPr algn="l"/>
            <a:r>
              <a:rPr lang="es-US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 de </a:t>
            </a:r>
            <a:r>
              <a:rPr lang="es-US" b="1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lang="es-AR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E70A0EE0-6B63-6F0B-73BE-71980693FB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73209309"/>
                  </p:ext>
                </p:extLst>
              </p:nvPr>
            </p:nvGraphicFramePr>
            <p:xfrm>
              <a:off x="693420" y="822960"/>
              <a:ext cx="8267700" cy="42062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E70A0EE0-6B63-6F0B-73BE-71980693FB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73209309"/>
                  </p:ext>
                </p:extLst>
              </p:nvPr>
            </p:nvGraphicFramePr>
            <p:xfrm>
              <a:off x="693420" y="822960"/>
              <a:ext cx="8267700" cy="42062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637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B10F15E-28F5-4B47-AD16-4E5742402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2AEB41-F334-4699-B7DC-CE1296E82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A720F4-381A-474F-BEF5-FE5AAB6A82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1B04CD-DB89-4983-B8AD-7886D98853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2BDBB3-33B2-41C7-8BDF-7E916084A7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8CDE1F-CBC7-4425-B64C-507EA71B43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FEC66E-0344-4A4C-9F69-E7ED0DB6B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B0D232-F481-4A58-AF79-C7B486280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FD76490-3863-4846-B746-9CE066A0F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113504-3B6A-42E0-A195-C7FEC50338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29982E-1654-4751-9012-D1FFDD24A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74483D-7255-4854-857F-54236899E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C67723A-BF90-4E1A-B66F-4345A8E58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58E790-2268-49BA-9F95-1C5CF4AF2B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FCE974-D0EE-4D6E-9FB2-47E959760C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76C387-D148-46BF-9D68-1525E5DAC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5EF7DE-7C1C-4233-BED1-8B59D61172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AC471C-93DE-460D-A6A7-6E09E92090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95E4CD-FA6F-4789-AF47-F28AB18003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5B566C-4764-4689-AEA2-BB53F1BEC8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AB207A-17DD-49B1-8E67-99F642D298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>
            <a:spLocks noGrp="1"/>
          </p:cNvSpPr>
          <p:nvPr>
            <p:ph type="title"/>
          </p:nvPr>
        </p:nvSpPr>
        <p:spPr>
          <a:xfrm>
            <a:off x="1113234" y="514352"/>
            <a:ext cx="7514035" cy="5981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994AC211-0064-B50A-C1B0-C43EBE71DF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24154053"/>
                  </p:ext>
                </p:extLst>
              </p:nvPr>
            </p:nvGraphicFramePr>
            <p:xfrm>
              <a:off x="628650" y="1370013"/>
              <a:ext cx="7886700" cy="32623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994AC211-0064-B50A-C1B0-C43EBE71DF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24154053"/>
                  </p:ext>
                </p:extLst>
              </p:nvPr>
            </p:nvGraphicFramePr>
            <p:xfrm>
              <a:off x="1112838" y="2000250"/>
              <a:ext cx="7513637" cy="23431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5F0732AB-E910-DFC7-2EEE-38FF1BA35F07}"/>
              </a:ext>
            </a:extLst>
          </p:cNvPr>
          <p:cNvGrpSpPr/>
          <p:nvPr/>
        </p:nvGrpSpPr>
        <p:grpSpPr>
          <a:xfrm>
            <a:off x="3698380" y="2847197"/>
            <a:ext cx="2478759" cy="627105"/>
            <a:chOff x="3369598" y="1828800"/>
            <a:chExt cx="2478759" cy="660423"/>
          </a:xfrm>
        </p:grpSpPr>
        <p:sp>
          <p:nvSpPr>
            <p:cNvPr id="9" name="Flecha: doblada hacia arriba 8">
              <a:extLst>
                <a:ext uri="{FF2B5EF4-FFF2-40B4-BE49-F238E27FC236}">
                  <a16:creationId xmlns:a16="http://schemas.microsoft.com/office/drawing/2014/main" id="{3951ED84-196B-6BEE-B51E-80ABE040B310}"/>
                </a:ext>
              </a:extLst>
            </p:cNvPr>
            <p:cNvSpPr/>
            <p:nvPr/>
          </p:nvSpPr>
          <p:spPr>
            <a:xfrm rot="10800000" flipV="1">
              <a:off x="3369598" y="1828800"/>
              <a:ext cx="2478759" cy="369332"/>
            </a:xfrm>
            <a:prstGeom prst="bentUpArrow">
              <a:avLst>
                <a:gd name="adj1" fmla="val 34493"/>
                <a:gd name="adj2" fmla="val 36697"/>
                <a:gd name="adj3" fmla="val 25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80BD53C-CF8C-E7F2-2FF8-7B58DC3DA661}"/>
                </a:ext>
              </a:extLst>
            </p:cNvPr>
            <p:cNvSpPr/>
            <p:nvPr/>
          </p:nvSpPr>
          <p:spPr>
            <a:xfrm>
              <a:off x="5740359" y="2100268"/>
              <a:ext cx="107998" cy="36933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0EDE344-0498-17AE-2A6D-BB073754A883}"/>
                </a:ext>
              </a:extLst>
            </p:cNvPr>
            <p:cNvSpPr txBox="1"/>
            <p:nvPr/>
          </p:nvSpPr>
          <p:spPr>
            <a:xfrm>
              <a:off x="3882496" y="2100269"/>
              <a:ext cx="1572301" cy="388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Error grande</a:t>
              </a:r>
              <a:endPara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7C7F2F-3F23-4BAB-8BAA-4BEF8149E9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DE60065-BE46-4C54-9FEC-EEBFC1B89F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F14415-BF8A-4757-B313-A08484467B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6105C6-6CFE-4969-8C9B-9F20A6B6E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D47305-499F-45F9-A536-59CC6C21FE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759323-8EE2-49A4-838F-D884605866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5E3D9D5-527E-49A5-9A17-923B6CB73C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14FDFF-7743-48B4-88DC-6FD19D87E1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55D38D-D579-419F-B067-B25BDAEA8F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244801-2DCD-45FF-9B0A-6B03DC06DB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D1A281-8B8D-4B9B-9A82-F34627976A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92FECB-3301-43E8-BFFE-EE0DD5A4D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50BC37-F7FB-4325-8C97-FF661ED86A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0975C-CADB-8D27-AE59-CC1FF48D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14" y="352425"/>
            <a:ext cx="7514035" cy="499109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/>
              <a:t>Boosting: Ejemplo (Parte 1)</a:t>
            </a:r>
            <a:endParaRPr lang="es-AR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FC1B48F-25A6-C964-1A52-12C50CF5726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69632" y="851534"/>
          <a:ext cx="4515094" cy="429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oogle Shape;317;p54">
            <a:extLst>
              <a:ext uri="{FF2B5EF4-FFF2-40B4-BE49-F238E27FC236}">
                <a16:creationId xmlns:a16="http://schemas.microsoft.com/office/drawing/2014/main" id="{2680AA2D-FD3C-3D3E-29CF-2D7D401C358A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6179" y="1101090"/>
            <a:ext cx="2218892" cy="2343150"/>
          </a:xfrm>
        </p:spPr>
      </p:pic>
      <p:pic>
        <p:nvPicPr>
          <p:cNvPr id="6" name="Google Shape;324;p55">
            <a:extLst>
              <a:ext uri="{FF2B5EF4-FFF2-40B4-BE49-F238E27FC236}">
                <a16:creationId xmlns:a16="http://schemas.microsoft.com/office/drawing/2014/main" id="{9A8846EE-0088-874E-B4AA-73549DC1C76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46877" y="2194570"/>
            <a:ext cx="4080901" cy="280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31;p56">
            <a:extLst>
              <a:ext uri="{FF2B5EF4-FFF2-40B4-BE49-F238E27FC236}">
                <a16:creationId xmlns:a16="http://schemas.microsoft.com/office/drawing/2014/main" id="{1FBB3351-E2C5-F484-6BF5-E5D55320BDA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r="33506"/>
          <a:stretch/>
        </p:blipFill>
        <p:spPr>
          <a:xfrm>
            <a:off x="5030598" y="2194574"/>
            <a:ext cx="3997180" cy="280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61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6EC576-4171-4CC3-BF1B-953B2FA227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C6C111-2D37-4447-9734-48F4E83F33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855433-5A8D-4483-A759-30931340F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4DBF4F-D853-462C-A4DC-97900D4052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024CF3-E2F5-4373-A94E-97A8602C7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DDF3BC-8BFE-42D3-8DD0-C86FEA9977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976D0D-B992-42B5-8C05-5792E209AB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17DC7E-7F96-4C2B-BC8C-903DF0360F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3C6FAF-C790-44AB-B961-A6DFB61D20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C34FEA7-60A6-4D3E-91BB-18558254F4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4BA743-6265-4756-A9A1-DE4E880CCC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7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52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Boosting: Ejemplo (Parte 2)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6A1B0BEF-F95C-2B84-5F02-FE700516347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7526" y="1167005"/>
          <a:ext cx="3954157" cy="3838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oogle Shape;338;p57">
            <a:extLst>
              <a:ext uri="{FF2B5EF4-FFF2-40B4-BE49-F238E27FC236}">
                <a16:creationId xmlns:a16="http://schemas.microsoft.com/office/drawing/2014/main" id="{274448D8-6107-D864-5B2D-56A732C47C8A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8">
            <a:alphaModFix/>
          </a:blip>
          <a:stretch/>
        </p:blipFill>
        <p:spPr>
          <a:xfrm>
            <a:off x="4629150" y="2149165"/>
            <a:ext cx="3886200" cy="170400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7"/>
          <p:cNvSpPr txBox="1"/>
          <p:nvPr/>
        </p:nvSpPr>
        <p:spPr>
          <a:xfrm>
            <a:off x="5063099" y="4808358"/>
            <a:ext cx="4080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" sz="700" u="sng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http://media.nips.cc/Conferences/2007/Tutorials/Slides/schapire-NIPS-07-tutorial.pdf</a:t>
            </a:r>
            <a:r>
              <a:rPr lang="en" sz="7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7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" name="Google Shape;345;p58">
            <a:extLst>
              <a:ext uri="{FF2B5EF4-FFF2-40B4-BE49-F238E27FC236}">
                <a16:creationId xmlns:a16="http://schemas.microsoft.com/office/drawing/2014/main" id="{A4DFA137-1004-8657-AB1E-25CEAA7D8E8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71683" y="1167005"/>
            <a:ext cx="4639284" cy="2756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37CB7B9-E638-4F35-8A59-16B8F4501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1EA144-DF25-43F0-84B9-A52795F018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DEC1370-D3F5-47C4-A711-C5D0996BD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AA9BEEB-4657-436C-B6F1-273E697E5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A27F7E5-E1BB-4B0A-B0D1-D21809EDD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B19D78-0D19-4C45-8CC9-69FAF00B6A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57DE67-65D6-4523-AA63-C9B542ACFF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2E6561-4B00-49E4-8744-35509C7B87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277433-2CA2-4FB5-B4B5-3FE423921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80E4B-08B1-82E5-B044-28504C0B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537209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Tipos de </a:t>
            </a:r>
            <a:r>
              <a:rPr lang="es-ES" b="1" dirty="0" err="1"/>
              <a:t>boosting</a:t>
            </a:r>
            <a:r>
              <a:rPr lang="es-ES" b="1" dirty="0"/>
              <a:t>: </a:t>
            </a:r>
            <a:r>
              <a:rPr lang="es-AR" b="1" dirty="0" err="1"/>
              <a:t>Boosting</a:t>
            </a:r>
            <a:r>
              <a:rPr lang="es-AR" b="1" dirty="0"/>
              <a:t> Adaptativo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EDCCF8A-E296-8CBE-01BD-F7D03FC38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3" y="1143000"/>
            <a:ext cx="7514035" cy="3695700"/>
          </a:xfrm>
        </p:spPr>
        <p:txBody>
          <a:bodyPr anchor="t">
            <a:normAutofit/>
          </a:bodyPr>
          <a:lstStyle/>
          <a:p>
            <a:r>
              <a:rPr lang="es-ES" sz="2400" dirty="0"/>
              <a:t>Los principales tipos de </a:t>
            </a:r>
            <a:r>
              <a:rPr lang="es-ES" sz="2400" dirty="0" err="1"/>
              <a:t>Boosting</a:t>
            </a:r>
            <a:r>
              <a:rPr lang="es-ES" sz="2400" dirty="0"/>
              <a:t> son</a:t>
            </a:r>
          </a:p>
          <a:p>
            <a:r>
              <a:rPr lang="es-AR" sz="2400" dirty="0" err="1"/>
              <a:t>Boosting</a:t>
            </a:r>
            <a:r>
              <a:rPr lang="es-AR" sz="2400" dirty="0"/>
              <a:t> Adaptativo</a:t>
            </a:r>
          </a:p>
          <a:p>
            <a:pPr lvl="1"/>
            <a:r>
              <a:rPr lang="es-AR" sz="1800" dirty="0"/>
              <a:t>Fue uno de los primeros desarrollados</a:t>
            </a:r>
          </a:p>
          <a:p>
            <a:pPr lvl="1"/>
            <a:r>
              <a:rPr lang="es-AR" sz="1800" dirty="0"/>
              <a:t>Se adapta y autocorrige en cada iteración</a:t>
            </a:r>
          </a:p>
          <a:p>
            <a:pPr lvl="1"/>
            <a:r>
              <a:rPr lang="es-AR" sz="1800" dirty="0"/>
              <a:t>Es menos sensible que otros tipos de </a:t>
            </a:r>
            <a:r>
              <a:rPr lang="es-AR" sz="1800" dirty="0" err="1"/>
              <a:t>Boosting</a:t>
            </a:r>
            <a:r>
              <a:rPr lang="es-AR" sz="1800" dirty="0"/>
              <a:t>.</a:t>
            </a:r>
          </a:p>
          <a:p>
            <a:pPr lvl="1"/>
            <a:r>
              <a:rPr lang="es-AR" sz="1800" dirty="0"/>
              <a:t>No funciona bien cuando existe correlación entre las </a:t>
            </a:r>
            <a:r>
              <a:rPr lang="es-AR" sz="1800" dirty="0" err="1"/>
              <a:t>features</a:t>
            </a:r>
            <a:endParaRPr lang="es-AR" sz="1800" dirty="0"/>
          </a:p>
          <a:p>
            <a:pPr lvl="1"/>
            <a:r>
              <a:rPr lang="es-AR" sz="1800" dirty="0"/>
              <a:t>Apto para problemas de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32082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80E4B-08B1-82E5-B044-28504C0B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567689"/>
          </a:xfrm>
        </p:spPr>
        <p:txBody>
          <a:bodyPr>
            <a:normAutofit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de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 Gradiente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EDCCF8A-E296-8CBE-01BD-F7D03FC38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3" y="1181100"/>
            <a:ext cx="7514035" cy="3756660"/>
          </a:xfrm>
        </p:spPr>
        <p:txBody>
          <a:bodyPr>
            <a:normAutofit/>
          </a:bodyPr>
          <a:lstStyle/>
          <a:p>
            <a:r>
              <a:rPr lang="es-AR" sz="2400" dirty="0" err="1"/>
              <a:t>Boosting</a:t>
            </a:r>
            <a:r>
              <a:rPr lang="es-AR" sz="2400" dirty="0"/>
              <a:t> por gradiente</a:t>
            </a:r>
          </a:p>
          <a:p>
            <a:pPr lvl="1"/>
            <a:r>
              <a:rPr lang="es-AR" sz="1800" dirty="0"/>
              <a:t>Similar al adaptativo.</a:t>
            </a:r>
          </a:p>
          <a:p>
            <a:pPr lvl="1"/>
            <a:r>
              <a:rPr lang="es-AR" sz="1800" dirty="0"/>
              <a:t>No asigna ponderación a los que clasifican de forma incorrecta</a:t>
            </a:r>
          </a:p>
          <a:p>
            <a:pPr lvl="1"/>
            <a:r>
              <a:rPr lang="es-AR" sz="1800" dirty="0"/>
              <a:t>Se utiliza una función de pérdida para que el nuevo paso sea más eficiente que el anterior</a:t>
            </a:r>
          </a:p>
          <a:p>
            <a:pPr lvl="1"/>
            <a:r>
              <a:rPr lang="es-AR" sz="1800" dirty="0"/>
              <a:t>Presenta soluciones más efectivas que el anterior</a:t>
            </a:r>
          </a:p>
          <a:p>
            <a:pPr lvl="1"/>
            <a:r>
              <a:rPr lang="es-AR" sz="1800" dirty="0"/>
              <a:t>Sirve para problemas de clasificación y regresión</a:t>
            </a:r>
          </a:p>
        </p:txBody>
      </p:sp>
    </p:spTree>
    <p:extLst>
      <p:ext uri="{BB962C8B-B14F-4D97-AF65-F5344CB8AC3E}">
        <p14:creationId xmlns:p14="http://schemas.microsoft.com/office/powerpoint/2010/main" val="355336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80E4B-08B1-82E5-B044-28504C0B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802166" cy="521969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Tipos de </a:t>
            </a:r>
            <a:r>
              <a:rPr lang="es-ES" b="1" dirty="0" err="1"/>
              <a:t>boosting</a:t>
            </a:r>
            <a:r>
              <a:rPr lang="es-ES" b="1" dirty="0"/>
              <a:t>: </a:t>
            </a:r>
            <a:r>
              <a:rPr lang="es-ES" b="1" dirty="0" err="1"/>
              <a:t>Boosting</a:t>
            </a:r>
            <a:r>
              <a:rPr lang="es-ES" b="1" dirty="0"/>
              <a:t> por Gradiente Extremo</a:t>
            </a:r>
            <a:endParaRPr lang="es-AR" b="1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EDCCF8A-E296-8CBE-01BD-F7D03FC38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3" y="1036320"/>
            <a:ext cx="7514035" cy="3992880"/>
          </a:xfrm>
        </p:spPr>
        <p:txBody>
          <a:bodyPr>
            <a:normAutofit/>
          </a:bodyPr>
          <a:lstStyle/>
          <a:p>
            <a:r>
              <a:rPr lang="es-AR" sz="2400" dirty="0" err="1"/>
              <a:t>Boosting</a:t>
            </a:r>
            <a:r>
              <a:rPr lang="es-AR" sz="2400" dirty="0"/>
              <a:t> por Gradiente Extremo</a:t>
            </a:r>
          </a:p>
          <a:p>
            <a:pPr lvl="1"/>
            <a:r>
              <a:rPr lang="es-AR" sz="1800" dirty="0"/>
              <a:t>Similar al por gradiente.</a:t>
            </a:r>
          </a:p>
          <a:p>
            <a:pPr lvl="1"/>
            <a:r>
              <a:rPr lang="es-AR" sz="1800" dirty="0"/>
              <a:t>Incrementa la velocidad computacional del anterior.</a:t>
            </a:r>
          </a:p>
          <a:p>
            <a:pPr lvl="1"/>
            <a:r>
              <a:rPr lang="es-AR" sz="1800" dirty="0"/>
              <a:t>Se realiza procesamiento en paralelo.</a:t>
            </a:r>
          </a:p>
          <a:p>
            <a:pPr lvl="1"/>
            <a:r>
              <a:rPr lang="es-AR" sz="1800" dirty="0"/>
              <a:t>Se puede utilizar para manejar grandes conjuntos de datos.</a:t>
            </a:r>
          </a:p>
          <a:p>
            <a:pPr lvl="1"/>
            <a:r>
              <a:rPr lang="es-AR" sz="1800" dirty="0"/>
              <a:t>Sus características clave son la paralelización, la computación distribuida, la optimización de la memoria caché y el procesamiento fuera del núcleo.</a:t>
            </a:r>
          </a:p>
          <a:p>
            <a:pPr lvl="1"/>
            <a:r>
              <a:rPr lang="es-AR" sz="1800" dirty="0"/>
              <a:t>Sirve para problemas de clasificación y regresión</a:t>
            </a:r>
          </a:p>
        </p:txBody>
      </p:sp>
    </p:spTree>
    <p:extLst>
      <p:ext uri="{BB962C8B-B14F-4D97-AF65-F5344CB8AC3E}">
        <p14:creationId xmlns:p14="http://schemas.microsoft.com/office/powerpoint/2010/main" val="386818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79A9920-1022-206A-F969-4C1A520B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422909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Ventajas y desventajas del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99B5E6EC-3B7F-E263-E7AB-CA30F9C4189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50394598"/>
              </p:ext>
            </p:extLst>
          </p:nvPr>
        </p:nvGraphicFramePr>
        <p:xfrm>
          <a:off x="632460" y="1036320"/>
          <a:ext cx="4739640" cy="3939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76C2A47-68B0-9BE9-B83B-533007DEE0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092204" y="1184910"/>
            <a:ext cx="3900313" cy="3013710"/>
          </a:xfrm>
        </p:spPr>
      </p:pic>
    </p:spTree>
    <p:extLst>
      <p:ext uri="{BB962C8B-B14F-4D97-AF65-F5344CB8AC3E}">
        <p14:creationId xmlns:p14="http://schemas.microsoft.com/office/powerpoint/2010/main" val="332510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03F69B0-54A5-4E79-8000-D81C97B74E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8C03E01-8A72-4A98-B48D-6CE43CC10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18B49D9-F3E7-49BC-BD46-C9FB7448F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2366EFF-E19B-4934-AC99-351105168C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0228D86-6389-493C-A41F-BA0791FA4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4F443C5-5AAD-4282-922D-3C9737035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54A78B5-BEE5-4DC2-8015-472A9F6CC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9141FF1-B2E1-4C69-A1AA-7A21904FFE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DAE429F-98D3-4161-A4F2-5D8A40BA66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1AF3671-ACAE-4282-94F1-337E76CFF5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9B1F66-960D-451A-AE81-39D1A545F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2203C8A-8256-45D7-AF31-2B64BB11F9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244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 time (demo_10_boosting)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0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Voting</a:t>
            </a:r>
            <a:endParaRPr sz="4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981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D913164F-E35B-3330-812F-664943C53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7140582"/>
              </p:ext>
            </p:extLst>
          </p:nvPr>
        </p:nvGraphicFramePr>
        <p:xfrm>
          <a:off x="1112838" y="1112520"/>
          <a:ext cx="7513637" cy="3787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5C2118C-49CC-404E-9970-F8D1981C5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C102AB7-E5B2-4B28-B091-3596FA017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C56976-27DF-440A-B51F-3B164895A3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BEE889F-3758-44AC-A723-728D396DD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00293E-14AB-4EC2-92B2-79B8BA2E7B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384A7CC-F4F1-44D0-89D7-EFC473062C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C14B376-604D-49D5-8838-57D32CA00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112DE9-27DA-4C24-99F4-4631E99040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E81C4B-B92E-46E3-BC25-A83AB17125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2;p61">
            <a:extLst>
              <a:ext uri="{FF2B5EF4-FFF2-40B4-BE49-F238E27FC236}">
                <a16:creationId xmlns:a16="http://schemas.microsoft.com/office/drawing/2014/main" id="{2A5D0452-B1C9-191A-E821-1C9E0FDFDA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3094" y="315913"/>
            <a:ext cx="7699756" cy="5346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D04D9DB-5E97-A747-7C87-216BC60F3529}"/>
              </a:ext>
            </a:extLst>
          </p:cNvPr>
          <p:cNvGrpSpPr/>
          <p:nvPr/>
        </p:nvGrpSpPr>
        <p:grpSpPr>
          <a:xfrm>
            <a:off x="811896" y="1601921"/>
            <a:ext cx="1800000" cy="2309837"/>
            <a:chOff x="311150" y="850605"/>
            <a:chExt cx="1800000" cy="230983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4D3B122-6752-43C8-AE1C-5E898FDF1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150" y="850605"/>
              <a:ext cx="1800000" cy="1787946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723275E-5174-B4B5-ACF2-C872B3B6188C}"/>
                </a:ext>
              </a:extLst>
            </p:cNvPr>
            <p:cNvSpPr txBox="1"/>
            <p:nvPr/>
          </p:nvSpPr>
          <p:spPr>
            <a:xfrm>
              <a:off x="311150" y="2637222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Vecino más cercano</a:t>
              </a:r>
            </a:p>
            <a:p>
              <a:pPr algn="ctr"/>
              <a:r>
                <a:rPr lang="es-US" sz="1400" b="1" dirty="0"/>
                <a:t>k=3</a:t>
              </a:r>
              <a:endParaRPr lang="es-AR" sz="1400" b="1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99E9A23-5D51-E6A5-18B9-6C177DCE7237}"/>
              </a:ext>
            </a:extLst>
          </p:cNvPr>
          <p:cNvGrpSpPr/>
          <p:nvPr/>
        </p:nvGrpSpPr>
        <p:grpSpPr>
          <a:xfrm>
            <a:off x="2951722" y="1601921"/>
            <a:ext cx="1800000" cy="2258367"/>
            <a:chOff x="2237190" y="988813"/>
            <a:chExt cx="1800000" cy="225836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BAF93BF-EF43-65FE-F20B-5EF1F4738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7190" y="988813"/>
              <a:ext cx="1800000" cy="1776000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4FB3E3D-A4C4-F241-20E4-AA169A69473E}"/>
                </a:ext>
              </a:extLst>
            </p:cNvPr>
            <p:cNvSpPr txBox="1"/>
            <p:nvPr/>
          </p:nvSpPr>
          <p:spPr>
            <a:xfrm>
              <a:off x="2237190" y="2723960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SVM: c=10 </a:t>
              </a:r>
            </a:p>
            <a:p>
              <a:pPr algn="ctr"/>
              <a:r>
                <a:rPr lang="es-US" sz="1400" b="1" dirty="0"/>
                <a:t>RBF </a:t>
              </a:r>
              <a:r>
                <a:rPr lang="es-US" sz="1400" b="1" dirty="0" err="1"/>
                <a:t>Kernel</a:t>
              </a:r>
              <a:endParaRPr lang="es-AR" sz="1400" b="1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EF5DB63A-43C9-6026-6C63-0A5E742A3BDA}"/>
              </a:ext>
            </a:extLst>
          </p:cNvPr>
          <p:cNvGrpSpPr/>
          <p:nvPr/>
        </p:nvGrpSpPr>
        <p:grpSpPr>
          <a:xfrm>
            <a:off x="5049848" y="1612538"/>
            <a:ext cx="1838833" cy="2083777"/>
            <a:chOff x="4206812" y="988813"/>
            <a:chExt cx="1838833" cy="2083777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A59D6959-B4FE-CF96-82DF-C02C0BA58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5645" y="988813"/>
              <a:ext cx="1800000" cy="1791133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87BF061E-5A38-985E-B54F-B3947782B941}"/>
                </a:ext>
              </a:extLst>
            </p:cNvPr>
            <p:cNvSpPr txBox="1"/>
            <p:nvPr/>
          </p:nvSpPr>
          <p:spPr>
            <a:xfrm>
              <a:off x="4206812" y="2764813"/>
              <a:ext cx="180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ANN </a:t>
              </a:r>
              <a:endParaRPr lang="es-AR" sz="1400" b="1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316F783-D782-A52E-063D-BD47BCDE3A37}"/>
              </a:ext>
            </a:extLst>
          </p:cNvPr>
          <p:cNvGrpSpPr/>
          <p:nvPr/>
        </p:nvGrpSpPr>
        <p:grpSpPr>
          <a:xfrm>
            <a:off x="7225640" y="1616246"/>
            <a:ext cx="1800000" cy="2080069"/>
            <a:chOff x="6238126" y="988813"/>
            <a:chExt cx="1800000" cy="2080069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607BA382-B0CD-D63C-A001-BF723E0B0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126" y="988813"/>
              <a:ext cx="1800000" cy="1787973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46CCCA4-9888-C8BE-1E0B-A5C5E8B1D747}"/>
                </a:ext>
              </a:extLst>
            </p:cNvPr>
            <p:cNvSpPr txBox="1"/>
            <p:nvPr/>
          </p:nvSpPr>
          <p:spPr>
            <a:xfrm>
              <a:off x="6238126" y="2761105"/>
              <a:ext cx="180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Árbol de decisión </a:t>
              </a:r>
              <a:endParaRPr lang="es-AR" sz="1400" b="1" dirty="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A0479DC-879A-212C-823D-04437A70BB7B}"/>
              </a:ext>
            </a:extLst>
          </p:cNvPr>
          <p:cNvGrpSpPr/>
          <p:nvPr/>
        </p:nvGrpSpPr>
        <p:grpSpPr>
          <a:xfrm>
            <a:off x="1544574" y="2753901"/>
            <a:ext cx="6460016" cy="46259"/>
            <a:chOff x="1133094" y="2568811"/>
            <a:chExt cx="6460016" cy="46259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A358FDD8-049F-A54C-3F08-4E8A38B6CCE4}"/>
                </a:ext>
              </a:extLst>
            </p:cNvPr>
            <p:cNvSpPr/>
            <p:nvPr/>
          </p:nvSpPr>
          <p:spPr>
            <a:xfrm>
              <a:off x="1133094" y="256935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EFB74027-6F89-1812-4069-147A99804E63}"/>
                </a:ext>
              </a:extLst>
            </p:cNvPr>
            <p:cNvSpPr/>
            <p:nvPr/>
          </p:nvSpPr>
          <p:spPr>
            <a:xfrm>
              <a:off x="3271458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D51780CD-CBB1-21BF-31FE-A067C8637D72}"/>
                </a:ext>
              </a:extLst>
            </p:cNvPr>
            <p:cNvSpPr/>
            <p:nvPr/>
          </p:nvSpPr>
          <p:spPr>
            <a:xfrm>
              <a:off x="5392802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ECCB42EE-7961-76F2-731C-4C1DAD65BA72}"/>
                </a:ext>
              </a:extLst>
            </p:cNvPr>
            <p:cNvSpPr/>
            <p:nvPr/>
          </p:nvSpPr>
          <p:spPr>
            <a:xfrm>
              <a:off x="7547391" y="256881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D1401727-69D3-A75C-F88C-BC6237FEEB6D}"/>
              </a:ext>
            </a:extLst>
          </p:cNvPr>
          <p:cNvSpPr/>
          <p:nvPr/>
        </p:nvSpPr>
        <p:spPr>
          <a:xfrm>
            <a:off x="7921728" y="4663074"/>
            <a:ext cx="1019260" cy="32900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hlinkClick r:id="rId6"/>
              </a:rPr>
              <a:t>Link</a:t>
            </a:r>
            <a:endParaRPr lang="es-AR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4202B49-DAC1-EEC1-E38B-25C1869290BC}"/>
              </a:ext>
            </a:extLst>
          </p:cNvPr>
          <p:cNvGrpSpPr/>
          <p:nvPr/>
        </p:nvGrpSpPr>
        <p:grpSpPr>
          <a:xfrm>
            <a:off x="1180781" y="2078883"/>
            <a:ext cx="6460016" cy="46259"/>
            <a:chOff x="1133094" y="2568811"/>
            <a:chExt cx="6460016" cy="46259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FF1918BE-3C29-798D-2266-B9CF2D7B1996}"/>
                </a:ext>
              </a:extLst>
            </p:cNvPr>
            <p:cNvSpPr/>
            <p:nvPr/>
          </p:nvSpPr>
          <p:spPr>
            <a:xfrm>
              <a:off x="1133094" y="256935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2B7B0743-4C54-747E-B918-8E15820C2CF1}"/>
                </a:ext>
              </a:extLst>
            </p:cNvPr>
            <p:cNvSpPr/>
            <p:nvPr/>
          </p:nvSpPr>
          <p:spPr>
            <a:xfrm>
              <a:off x="3271458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A850EA07-CB26-83C6-206E-C179F31988C9}"/>
                </a:ext>
              </a:extLst>
            </p:cNvPr>
            <p:cNvSpPr/>
            <p:nvPr/>
          </p:nvSpPr>
          <p:spPr>
            <a:xfrm>
              <a:off x="5392802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CBA04353-A098-AE23-B9DB-765F2AEB1C1F}"/>
                </a:ext>
              </a:extLst>
            </p:cNvPr>
            <p:cNvSpPr/>
            <p:nvPr/>
          </p:nvSpPr>
          <p:spPr>
            <a:xfrm>
              <a:off x="7547391" y="256881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151970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 de la tercera clase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1505</TotalTime>
  <Words>2017</Words>
  <Application>Microsoft Office PowerPoint</Application>
  <PresentationFormat>Presentación en pantalla (16:9)</PresentationFormat>
  <Paragraphs>218</Paragraphs>
  <Slides>37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7" baseType="lpstr">
      <vt:lpstr>Economica</vt:lpstr>
      <vt:lpstr>Wingdings</vt:lpstr>
      <vt:lpstr>Calibri Light</vt:lpstr>
      <vt:lpstr>Cambria Math</vt:lpstr>
      <vt:lpstr>Times New Roman</vt:lpstr>
      <vt:lpstr>Open Sans</vt:lpstr>
      <vt:lpstr>Arial</vt:lpstr>
      <vt:lpstr>Calibri</vt:lpstr>
      <vt:lpstr>Gill Sans MT</vt:lpstr>
      <vt:lpstr>Tema de Office</vt:lpstr>
      <vt:lpstr>Aprendizaje Supervisado </vt:lpstr>
      <vt:lpstr>Tercera Clase</vt:lpstr>
      <vt:lpstr>Contenido de la Tercera Clase</vt:lpstr>
      <vt:lpstr>Árboles de decisión</vt:lpstr>
      <vt:lpstr>Árboles de decisión</vt:lpstr>
      <vt:lpstr>Construyendo árboles de decisión</vt:lpstr>
      <vt:lpstr>Árboles de decisión: Métodos de decisión</vt:lpstr>
      <vt:lpstr>Árboles de decisión: Cómo son las fronteras</vt:lpstr>
      <vt:lpstr>Demo Time (demo_8_trees)</vt:lpstr>
      <vt:lpstr>Ensemble Learning</vt:lpstr>
      <vt:lpstr>Ensemble Learning: Motivación</vt:lpstr>
      <vt:lpstr>Ensemble Learning</vt:lpstr>
      <vt:lpstr>Ensemble Learning: Aproximación de justificación </vt:lpstr>
      <vt:lpstr>Ensemble Learning: Aproximación de justificación </vt:lpstr>
      <vt:lpstr>Ensemble Learning: Bagging</vt:lpstr>
      <vt:lpstr>Bagging</vt:lpstr>
      <vt:lpstr>Bagging gráficamente (para árboles de decisión)</vt:lpstr>
      <vt:lpstr>Bagging para árboles de decisión</vt:lpstr>
      <vt:lpstr>Random Forests</vt:lpstr>
      <vt:lpstr>Random Forests</vt:lpstr>
      <vt:lpstr>Random Forests</vt:lpstr>
      <vt:lpstr>Demo Time (demo_9_random_forest)</vt:lpstr>
      <vt:lpstr>Boosting</vt:lpstr>
      <vt:lpstr>Boosting</vt:lpstr>
      <vt:lpstr>Algoritmo de Boosting</vt:lpstr>
      <vt:lpstr>Boosting</vt:lpstr>
      <vt:lpstr>Boosting: Ejemplo (Parte 1)</vt:lpstr>
      <vt:lpstr>Boosting: Ejemplo (Parte 2)</vt:lpstr>
      <vt:lpstr>Tipos de boosting: Boosting Adaptativo</vt:lpstr>
      <vt:lpstr>Tipos de boosting: Boosting por Gradiente</vt:lpstr>
      <vt:lpstr>Tipos de boosting: Boosting por Gradiente Extremo</vt:lpstr>
      <vt:lpstr>Ventajas y desventajas del Boosting</vt:lpstr>
      <vt:lpstr>Demo time (demo_10_boosting)</vt:lpstr>
      <vt:lpstr>Voting</vt:lpstr>
      <vt:lpstr>Voting</vt:lpstr>
      <vt:lpstr>Voting</vt:lpstr>
      <vt:lpstr>Fin de la tercera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Supervisado</dc:title>
  <cp:lastModifiedBy>José Ramon Iglesias Gamarra</cp:lastModifiedBy>
  <cp:revision>51</cp:revision>
  <dcterms:modified xsi:type="dcterms:W3CDTF">2026-01-26T21:32:09Z</dcterms:modified>
</cp:coreProperties>
</file>